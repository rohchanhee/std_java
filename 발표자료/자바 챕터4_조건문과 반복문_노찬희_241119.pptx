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87" r:id="rId13"/>
    <p:sldId id="267" r:id="rId14"/>
    <p:sldId id="268" r:id="rId15"/>
    <p:sldId id="269" r:id="rId16"/>
    <p:sldId id="270" r:id="rId17"/>
    <p:sldId id="282" r:id="rId18"/>
    <p:sldId id="283" r:id="rId19"/>
    <p:sldId id="271" r:id="rId20"/>
    <p:sldId id="272" r:id="rId21"/>
    <p:sldId id="284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5" r:id="rId30"/>
    <p:sldId id="280" r:id="rId31"/>
    <p:sldId id="281" r:id="rId3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9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32390C-CAD5-44AE-84A0-98F612CCD0CD}" type="datetimeFigureOut">
              <a:rPr lang="ko-KR" altLang="en-US" smtClean="0"/>
              <a:t>2024-11-26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D3736-CB13-4FF6-9152-F4DE0346002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22581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A95239-5CF3-0163-4E77-E0461FDBED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4A31259-BD30-935B-D387-45B3E31CC7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83B1B8A-95EC-EFA9-2920-F63B2B7942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6829F-9F67-4F3D-BA91-F217C8321E85}" type="datetime1">
              <a:rPr lang="ko-KR" altLang="en-US" smtClean="0"/>
              <a:t>2024-11-26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B867E84-F464-7617-2A4F-F6CB0B59B6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5798FA4-C784-B71C-1800-E764323172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82075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B845901-A360-9685-C9D0-142CCDAAEB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BAC0030-103B-F0B2-93BB-09A79E01C1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228B7FC-CFE9-A1B1-61A3-F690FB838D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80AF63-98EF-41BA-9DB0-11ADC6CF515A}" type="datetime1">
              <a:rPr lang="ko-KR" altLang="en-US" smtClean="0"/>
              <a:t>2024-11-26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39E0150-4E12-697A-4C86-B3AB0DC6C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45CCAB7-DF93-BE29-9512-E931DEC4FC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22980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B183D85-5E19-97F2-3064-601817BE8D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C769AC2-8D3A-E503-0482-84BE500F2B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F72415A-9B8A-1649-C3DB-B58BBFADC6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7C881-05E8-45A9-B154-4F5AAB9CD3C2}" type="datetime1">
              <a:rPr lang="ko-KR" altLang="en-US" smtClean="0"/>
              <a:t>2024-11-26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C6FC505-307D-710D-9B2D-8CD38D4C50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A3321C3-40EB-C385-F7BC-33EDC2F9D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49210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528D41-6C2A-BB83-569C-9F7D19BDBF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D94FD90-E620-EBF8-5ABA-7933243C65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E9E51A9-2C81-17B9-B136-1C00D6A291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D3AE586-D237-B216-A46C-449CFC72FF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A331DE-F00A-44BB-85D2-E25269CFCF48}" type="datetime1">
              <a:rPr lang="ko-KR" altLang="en-US" smtClean="0"/>
              <a:t>2024-11-26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F1630C6-7555-6475-8C0D-1D67E0BAD3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E3BA23D-2DDE-3FBF-2D07-2F703F8CB4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92059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5D3E44-57FE-E878-C3F0-147004A674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987131D-3D2B-012E-A66A-8E30E2C96A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7805DF5-0FA8-8FFD-652A-4F33E38C34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3DBA8AD-906A-39ED-3BB7-936A94C385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35706EB-24D1-CC6F-9DC1-9DFF86CE7EE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B27AF02-54A9-DB68-4741-6CDD9D48FA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25D87-5F1B-4A66-AF63-54DB9FBA461C}" type="datetime1">
              <a:rPr lang="ko-KR" altLang="en-US" smtClean="0"/>
              <a:t>2024-11-26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D37EAC82-DBD9-3C65-8485-01FAEC07C2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1875241-56BC-92B7-7AC9-8908C8B06D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10978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70CEC6-0EEB-F7D8-36FB-4CC361E9D4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AE1C994-75C3-F586-18DE-655E1E3301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E5AC7-A3C9-4368-89A3-3F1013AD37A6}" type="datetime1">
              <a:rPr lang="ko-KR" altLang="en-US" smtClean="0"/>
              <a:t>2024-11-26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C1E02ED-170A-9378-D809-F1E89D2E1D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DAB6E09-B1CE-D992-28A9-996C95F7E5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534623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2E4D4D0-30C2-1A42-7BFD-1FCA28A8EF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292D3-CEC9-4704-8F23-1C855F9AD60D}" type="datetime1">
              <a:rPr lang="ko-KR" altLang="en-US" smtClean="0"/>
              <a:t>2024-11-26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F1FF2AF-E9CE-7DFF-5AB8-DE9CAA5930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5AE1EF6-009E-CE70-1756-A209BB24C6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51203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817FCAC-EDB7-E9D5-ACAE-6AF29CD044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7512EA7-D4FB-75D4-59FD-A5BC9D6113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94957F2-9394-A780-CD79-49FA956211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2FB6710-7882-05E9-DCB6-7A9000DF29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6C000-9CC8-4D4F-AD5A-3ABD8E861B87}" type="datetime1">
              <a:rPr lang="ko-KR" altLang="en-US" smtClean="0"/>
              <a:t>2024-11-26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97288B3-2C9D-FB46-0008-8096860808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02C2E2B-662C-8684-8B5B-5A9887E37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30229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E97221-A3FD-730E-D90A-5379E3100C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B98F2B0-6718-BABD-16A1-3EB697FB5A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A66ACBD-FC1B-641F-5CC6-7756D2C293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D54DB35-05A7-D287-0E02-E2FD660D8B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630E6B-9370-4E00-B896-48AE36A511BB}" type="datetime1">
              <a:rPr lang="ko-KR" altLang="en-US" smtClean="0"/>
              <a:t>2024-11-26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148E70F-9E5A-C63A-CFFD-86F3F05AD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31C41B3-2B05-16A1-4C36-8851832D32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82462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776D03-4244-CDB4-A0AA-6EC97D3007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E9DE395-258F-131A-3FCC-3D6C79B518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DAB054D-722A-59C1-7F26-0E4C5550E8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BE83BB-4B47-4094-B320-6C96A1637F57}" type="datetime1">
              <a:rPr lang="ko-KR" altLang="en-US" smtClean="0"/>
              <a:t>2024-11-26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1C49381-C005-307D-0F92-EB858DFDD6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B1F4D8C-6A57-4311-1EE8-A9FD58E15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89295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91A65F19-A2F8-5263-A730-DB27A39D385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B4B96C3-41E6-B4B6-F577-19B3AFBC31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5920CEF-7883-1C42-98F3-FAF3D0EB08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F59B3-91BA-4AF2-B01A-FA5B6097020E}" type="datetime1">
              <a:rPr lang="ko-KR" altLang="en-US" smtClean="0"/>
              <a:t>2024-11-26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FABB99E-F997-25BB-1DDC-CA167E4A71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17C83B0-6BCA-922E-441D-02F2FBE12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0415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3F1C1FB-C942-1B7F-03B1-F1EBC277FF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6B46AF7-8D50-FA89-32E4-80BDD30464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DFF720A-8206-2226-991F-692E888E52A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DE27357-BB4B-4636-9EB0-A2EAEFA1A9A3}" type="datetime1">
              <a:rPr lang="ko-KR" altLang="en-US" smtClean="0"/>
              <a:t>2024-11-26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5208A6F-441C-48ED-B698-20ABF185AA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F60F683-D894-398B-528C-A866529589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96A77F-F07F-4B77-92D5-DC19F1E541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13879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36F0C12-5D4E-6E9B-D505-E45EE684260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조건문과 </a:t>
            </a:r>
            <a:r>
              <a:rPr lang="ko-KR" altLang="en-US" dirty="0" err="1"/>
              <a:t>반복문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4ABD2CA-D85E-35E0-EF91-C329042963F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/>
              <a:t>노찬희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CB53FCE-9229-3F14-366A-F75667CBEA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83561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919EE5B-A781-399B-FE3E-668C18E609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1400" b="1" dirty="0"/>
              <a:t>조건문과 </a:t>
            </a:r>
            <a:r>
              <a:rPr lang="ko-KR" altLang="en-US" sz="1400" b="1" dirty="0" err="1"/>
              <a:t>반복문</a:t>
            </a:r>
            <a:endParaRPr lang="en-US" altLang="ko-KR" sz="1400" b="1" dirty="0"/>
          </a:p>
          <a:p>
            <a:pPr marL="0" indent="0">
              <a:buNone/>
            </a:pPr>
            <a:endParaRPr lang="en-US" altLang="ko-KR" sz="1400" b="1" dirty="0"/>
          </a:p>
          <a:p>
            <a:pPr marL="0" indent="0">
              <a:buNone/>
            </a:pPr>
            <a:endParaRPr lang="en-US" altLang="ko-KR" sz="1400" b="1" dirty="0"/>
          </a:p>
          <a:p>
            <a:pPr marL="0" indent="0">
              <a:buNone/>
            </a:pPr>
            <a:r>
              <a:rPr lang="ko-KR" altLang="en-US" sz="1400" dirty="0" err="1"/>
              <a:t>제어문</a:t>
            </a:r>
            <a:r>
              <a:rPr lang="en-US" altLang="ko-KR" sz="1400" dirty="0"/>
              <a:t>:</a:t>
            </a:r>
          </a:p>
          <a:p>
            <a:pPr marL="0" indent="0">
              <a:buNone/>
            </a:pPr>
            <a:r>
              <a:rPr lang="ko-KR" altLang="en-US" sz="1400" dirty="0" err="1"/>
              <a:t>제어문이란</a:t>
            </a:r>
            <a:r>
              <a:rPr lang="ko-KR" altLang="en-US" sz="1400" dirty="0"/>
              <a:t> 프로그램의 흐름을 바꾸는 명령문으로 크게 조건문과 반복문이 있다</a:t>
            </a:r>
            <a:r>
              <a:rPr lang="en-US" altLang="ko-KR" sz="1400" dirty="0"/>
              <a:t>. </a:t>
            </a:r>
          </a:p>
          <a:p>
            <a:pPr marL="0" indent="0">
              <a:buNone/>
            </a:pPr>
            <a:r>
              <a:rPr lang="ko-KR" altLang="en-US" sz="1400" dirty="0"/>
              <a:t>제어문을 사용하면  프로그램이 순차적으로 실행되는 기본 구조에서 벗어나</a:t>
            </a:r>
            <a:r>
              <a:rPr lang="en-US" altLang="ko-KR" sz="1400" dirty="0"/>
              <a:t>, </a:t>
            </a:r>
            <a:r>
              <a:rPr lang="ko-KR" altLang="en-US" sz="1400" dirty="0"/>
              <a:t>조건에 따라 실행되거나 반복하여 동작한다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r>
              <a:rPr lang="ko-KR" altLang="en-US" sz="1400" dirty="0"/>
              <a:t> </a:t>
            </a: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조건문</a:t>
            </a:r>
            <a:r>
              <a:rPr lang="en-US" altLang="ko-KR" sz="1400" dirty="0"/>
              <a:t>:</a:t>
            </a:r>
          </a:p>
          <a:p>
            <a:pPr marL="0" indent="0">
              <a:buNone/>
            </a:pPr>
            <a:r>
              <a:rPr lang="ko-KR" altLang="en-US" sz="1400" dirty="0"/>
              <a:t>조건문이란 조건식에 따라 다른 실행문을 실행하기 위해 사용된다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r>
              <a:rPr lang="ko-KR" altLang="en-US" sz="1400" dirty="0"/>
              <a:t>조건문의 종류로는 </a:t>
            </a:r>
            <a:r>
              <a:rPr lang="en-US" altLang="ko-KR" sz="1400" dirty="0"/>
              <a:t>if</a:t>
            </a:r>
            <a:r>
              <a:rPr lang="ko-KR" altLang="en-US" sz="1400" dirty="0"/>
              <a:t>문</a:t>
            </a:r>
            <a:r>
              <a:rPr lang="en-US" altLang="ko-KR" sz="1400" dirty="0"/>
              <a:t>, switch</a:t>
            </a:r>
            <a:r>
              <a:rPr lang="ko-KR" altLang="en-US" sz="1400" dirty="0"/>
              <a:t>문이 있다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r>
              <a:rPr lang="en-US" altLang="ko-KR" sz="1400" dirty="0"/>
              <a:t>if</a:t>
            </a:r>
            <a:r>
              <a:rPr lang="ko-KR" altLang="en-US" sz="1400" dirty="0"/>
              <a:t>문의 조건식에 참</a:t>
            </a:r>
            <a:r>
              <a:rPr lang="en-US" altLang="ko-KR" sz="1400" dirty="0"/>
              <a:t>/</a:t>
            </a:r>
            <a:r>
              <a:rPr lang="ko-KR" altLang="en-US" sz="1400" dirty="0"/>
              <a:t>거짓에 따라 실행문이 결정된다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r>
              <a:rPr lang="en-US" altLang="ko-KR" sz="1400" dirty="0"/>
              <a:t>switch</a:t>
            </a:r>
            <a:r>
              <a:rPr lang="ko-KR" altLang="en-US" sz="1400" dirty="0"/>
              <a:t>문은 변수의 값에 따라 실행문이 결정된다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 err="1"/>
              <a:t>반복문</a:t>
            </a: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반복문은 어떤 작업이 반복적으로 실행되도록 할 때 사용된다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r>
              <a:rPr lang="ko-KR" altLang="en-US" sz="1400" dirty="0"/>
              <a:t>반복문의 종류로는 </a:t>
            </a:r>
            <a:r>
              <a:rPr lang="en-US" altLang="ko-KR" sz="1400" dirty="0"/>
              <a:t>for, while, do-while</a:t>
            </a:r>
            <a:r>
              <a:rPr lang="ko-KR" altLang="en-US" sz="1400" dirty="0"/>
              <a:t>문이 있다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r>
              <a:rPr lang="ko-KR" altLang="en-US" sz="1400" dirty="0"/>
              <a:t>반복문은 처음으로 돌아가 다시 반복을 실행하는데 이러한 과정을 </a:t>
            </a:r>
            <a:r>
              <a:rPr lang="ko-KR" altLang="en-US" sz="1400" dirty="0" err="1"/>
              <a:t>루핑</a:t>
            </a:r>
            <a:r>
              <a:rPr lang="en-US" altLang="ko-KR" sz="1400" dirty="0"/>
              <a:t>(looping)</a:t>
            </a:r>
            <a:r>
              <a:rPr lang="ko-KR" altLang="en-US" sz="1400" dirty="0"/>
              <a:t>이라고 한다</a:t>
            </a:r>
            <a:r>
              <a:rPr lang="en-US" altLang="ko-KR" sz="1400" dirty="0"/>
              <a:t>.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97153456-0109-2406-0E04-ACFF9DC552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57579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75649B-882E-2413-D5CF-FC40DB83ED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CFB8DB8-6905-53E2-3C6D-B338185915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1400" b="1" dirty="0"/>
              <a:t>if</a:t>
            </a:r>
            <a:r>
              <a:rPr lang="ko-KR" altLang="en-US" sz="1400" b="1" dirty="0"/>
              <a:t>문</a:t>
            </a:r>
            <a:endParaRPr lang="en-US" altLang="ko-KR" sz="1400" b="1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if</a:t>
            </a:r>
            <a:r>
              <a:rPr lang="ko-KR" altLang="en-US" sz="1400" dirty="0"/>
              <a:t>문은 조건식에 결과에 따라 실행 여부가 결정된다</a:t>
            </a:r>
            <a:r>
              <a:rPr lang="en-US" altLang="ko-KR" sz="1400" dirty="0"/>
              <a:t>. </a:t>
            </a:r>
          </a:p>
          <a:p>
            <a:pPr marL="0" indent="0">
              <a:buNone/>
            </a:pPr>
            <a:r>
              <a:rPr lang="ko-KR" altLang="en-US" sz="1400" dirty="0"/>
              <a:t>조건식에는 </a:t>
            </a:r>
            <a:r>
              <a:rPr lang="en-US" altLang="ko-KR" sz="1400" dirty="0"/>
              <a:t>true</a:t>
            </a:r>
            <a:r>
              <a:rPr lang="ko-KR" altLang="en-US" sz="1400" dirty="0"/>
              <a:t> 또는 </a:t>
            </a:r>
            <a:r>
              <a:rPr lang="en-US" altLang="ko-KR" sz="1400" dirty="0"/>
              <a:t>false</a:t>
            </a:r>
            <a:r>
              <a:rPr lang="ko-KR" altLang="en-US" sz="1400" dirty="0"/>
              <a:t>값을 산출할 수 있는 연산식이나</a:t>
            </a:r>
            <a:r>
              <a:rPr lang="en-US" altLang="ko-KR" sz="1400" dirty="0"/>
              <a:t>, </a:t>
            </a:r>
            <a:r>
              <a:rPr lang="en-US" altLang="ko-KR" sz="1400" dirty="0" err="1"/>
              <a:t>boolean</a:t>
            </a:r>
            <a:r>
              <a:rPr lang="en-US" altLang="ko-KR" sz="1400" dirty="0"/>
              <a:t> </a:t>
            </a:r>
            <a:r>
              <a:rPr lang="ko-KR" altLang="en-US" sz="1400" dirty="0"/>
              <a:t>타입 변수가 올 수 있다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r>
              <a:rPr lang="ko-KR" altLang="en-US" sz="1400" dirty="0"/>
              <a:t>조건식이 </a:t>
            </a:r>
            <a:r>
              <a:rPr lang="en-US" altLang="ko-KR" sz="1400" dirty="0"/>
              <a:t>true</a:t>
            </a:r>
            <a:r>
              <a:rPr lang="ko-KR" altLang="en-US" sz="1400" dirty="0"/>
              <a:t>면 </a:t>
            </a:r>
            <a:r>
              <a:rPr lang="en-US" altLang="ko-KR" sz="1400" dirty="0"/>
              <a:t>if</a:t>
            </a:r>
            <a:r>
              <a:rPr lang="ko-KR" altLang="en-US" sz="1400" dirty="0"/>
              <a:t>문에 해당하는 실행문을 실행시키고</a:t>
            </a:r>
            <a:r>
              <a:rPr lang="en-US" altLang="ko-KR" sz="1400" dirty="0"/>
              <a:t>,</a:t>
            </a:r>
            <a:r>
              <a:rPr lang="ko-KR" altLang="en-US" sz="1400" dirty="0"/>
              <a:t> </a:t>
            </a:r>
            <a:r>
              <a:rPr lang="en-US" altLang="ko-KR" sz="1400" dirty="0"/>
              <a:t>false</a:t>
            </a:r>
            <a:r>
              <a:rPr lang="ko-KR" altLang="en-US" sz="1400" dirty="0"/>
              <a:t>면 실행시키지 않는다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if</a:t>
            </a:r>
            <a:r>
              <a:rPr lang="ko-KR" altLang="en-US" sz="1400" dirty="0"/>
              <a:t>문의 형식과 흐름</a:t>
            </a:r>
            <a:endParaRPr lang="en-US" altLang="ko-KR" sz="1400" dirty="0"/>
          </a:p>
          <a:p>
            <a:pPr marL="0" indent="0">
              <a:buNone/>
            </a:pPr>
            <a:r>
              <a:rPr lang="en-US" altLang="ko-KR" sz="1400" b="1" dirty="0"/>
              <a:t>if(</a:t>
            </a:r>
            <a:r>
              <a:rPr lang="ko-KR" altLang="en-US" sz="1400" b="1" dirty="0"/>
              <a:t>조건식</a:t>
            </a:r>
            <a:r>
              <a:rPr lang="en-US" altLang="ko-KR" sz="1400" b="1" dirty="0"/>
              <a:t>){</a:t>
            </a:r>
          </a:p>
          <a:p>
            <a:pPr marL="0" indent="0">
              <a:buNone/>
            </a:pPr>
            <a:r>
              <a:rPr lang="en-US" altLang="ko-KR" sz="1400" b="1" dirty="0"/>
              <a:t>	</a:t>
            </a:r>
            <a:r>
              <a:rPr lang="ko-KR" altLang="en-US" sz="1400" b="1" dirty="0" err="1"/>
              <a:t>실행문</a:t>
            </a:r>
            <a:r>
              <a:rPr lang="en-US" altLang="ko-KR" sz="1400" b="1" dirty="0"/>
              <a:t>1</a:t>
            </a:r>
          </a:p>
          <a:p>
            <a:pPr marL="0" indent="0">
              <a:buNone/>
            </a:pPr>
            <a:r>
              <a:rPr lang="en-US" altLang="ko-KR" sz="1400" b="1" dirty="0"/>
              <a:t>	</a:t>
            </a:r>
            <a:r>
              <a:rPr lang="ko-KR" altLang="en-US" sz="1400" b="1" dirty="0" err="1"/>
              <a:t>실행문</a:t>
            </a:r>
            <a:r>
              <a:rPr lang="en-US" altLang="ko-KR" sz="1400" b="1" dirty="0"/>
              <a:t>2</a:t>
            </a:r>
          </a:p>
          <a:p>
            <a:pPr marL="0" indent="0">
              <a:buNone/>
            </a:pPr>
            <a:r>
              <a:rPr lang="en-US" altLang="ko-KR" sz="1400" b="1" dirty="0"/>
              <a:t>}</a:t>
            </a:r>
          </a:p>
          <a:p>
            <a:pPr marL="0" indent="0">
              <a:buNone/>
            </a:pPr>
            <a:r>
              <a:rPr lang="ko-KR" altLang="en-US" sz="1400" b="1" dirty="0" err="1"/>
              <a:t>실행문</a:t>
            </a:r>
            <a:r>
              <a:rPr lang="en-US" altLang="ko-KR" sz="1400" b="1" dirty="0"/>
              <a:t>3</a:t>
            </a:r>
          </a:p>
          <a:p>
            <a:pPr marL="0" indent="0">
              <a:buNone/>
            </a:pPr>
            <a:endParaRPr lang="en-US" altLang="ko-KR" sz="1400" b="1" dirty="0"/>
          </a:p>
          <a:p>
            <a:pPr marL="0" indent="0">
              <a:buNone/>
            </a:pPr>
            <a:r>
              <a:rPr lang="ko-KR" altLang="en-US" sz="1400" dirty="0"/>
              <a:t>조건식이 </a:t>
            </a:r>
            <a:r>
              <a:rPr lang="en-US" altLang="ko-KR" sz="1400" dirty="0"/>
              <a:t>true</a:t>
            </a:r>
            <a:r>
              <a:rPr lang="ko-KR" altLang="en-US" sz="1400" dirty="0"/>
              <a:t>면 </a:t>
            </a:r>
            <a:r>
              <a:rPr lang="ko-KR" altLang="en-US" sz="1400" dirty="0" err="1"/>
              <a:t>실행문</a:t>
            </a:r>
            <a:r>
              <a:rPr lang="en-US" altLang="ko-KR" sz="1400" dirty="0"/>
              <a:t>1~2</a:t>
            </a:r>
            <a:r>
              <a:rPr lang="ko-KR" altLang="en-US" sz="1400" dirty="0"/>
              <a:t> </a:t>
            </a:r>
            <a:r>
              <a:rPr lang="ko-KR" altLang="en-US" sz="1400" dirty="0" err="1"/>
              <a:t>실행후</a:t>
            </a:r>
            <a:r>
              <a:rPr lang="ko-KR" altLang="en-US" sz="1400" dirty="0"/>
              <a:t> </a:t>
            </a:r>
            <a:r>
              <a:rPr lang="ko-KR" altLang="en-US" sz="1400" dirty="0" err="1"/>
              <a:t>실행문</a:t>
            </a:r>
            <a:r>
              <a:rPr lang="en-US" altLang="ko-KR" sz="1400" dirty="0"/>
              <a:t>3 </a:t>
            </a:r>
            <a:r>
              <a:rPr lang="ko-KR" altLang="en-US" sz="1400" dirty="0"/>
              <a:t>실행</a:t>
            </a: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조건식이 </a:t>
            </a:r>
            <a:r>
              <a:rPr lang="en-US" altLang="ko-KR" sz="1400" dirty="0"/>
              <a:t>false</a:t>
            </a:r>
            <a:r>
              <a:rPr lang="ko-KR" altLang="en-US" sz="1400" dirty="0"/>
              <a:t>면 </a:t>
            </a:r>
            <a:r>
              <a:rPr lang="ko-KR" altLang="en-US" sz="1400" dirty="0" err="1"/>
              <a:t>실행문</a:t>
            </a:r>
            <a:r>
              <a:rPr lang="en-US" altLang="ko-KR" sz="1400" dirty="0"/>
              <a:t>1~2</a:t>
            </a:r>
            <a:r>
              <a:rPr lang="ko-KR" altLang="en-US" sz="1400" dirty="0"/>
              <a:t>를 실행하지 않고 </a:t>
            </a:r>
            <a:r>
              <a:rPr lang="ko-KR" altLang="en-US" sz="1400" dirty="0" err="1"/>
              <a:t>실행문</a:t>
            </a:r>
            <a:r>
              <a:rPr lang="en-US" altLang="ko-KR" sz="1400" dirty="0"/>
              <a:t>3 </a:t>
            </a:r>
            <a:r>
              <a:rPr lang="ko-KR" altLang="en-US" sz="1400" dirty="0"/>
              <a:t>실행</a:t>
            </a: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if</a:t>
            </a:r>
            <a:r>
              <a:rPr lang="ko-KR" altLang="en-US" sz="1400" dirty="0"/>
              <a:t>문의 중괄호</a:t>
            </a:r>
            <a:r>
              <a:rPr lang="en-US" altLang="ko-KR" sz="1400" dirty="0"/>
              <a:t>{}</a:t>
            </a:r>
            <a:r>
              <a:rPr lang="ko-KR" altLang="en-US" sz="1400" dirty="0"/>
              <a:t>는 여러 개의 실행문을 하나로 묶기 위해서 작성한다</a:t>
            </a:r>
            <a:r>
              <a:rPr lang="en-US" altLang="ko-KR" sz="1400" dirty="0"/>
              <a:t>. </a:t>
            </a:r>
            <a:r>
              <a:rPr lang="ko-KR" altLang="en-US" sz="1400" dirty="0"/>
              <a:t>만약 조건식이 하나라면 중괄호</a:t>
            </a:r>
            <a:r>
              <a:rPr lang="en-US" altLang="ko-KR" sz="1400" dirty="0"/>
              <a:t>{}</a:t>
            </a:r>
            <a:r>
              <a:rPr lang="ko-KR" altLang="en-US" sz="1400" dirty="0"/>
              <a:t>를 생략할 수 있다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r>
              <a:rPr lang="en-US" altLang="ko-KR" sz="1400" b="1" dirty="0"/>
              <a:t>if(</a:t>
            </a:r>
            <a:r>
              <a:rPr lang="ko-KR" altLang="en-US" sz="1400" b="1" dirty="0"/>
              <a:t>조건식</a:t>
            </a:r>
            <a:r>
              <a:rPr lang="en-US" altLang="ko-KR" sz="1400" b="1" dirty="0"/>
              <a:t>)</a:t>
            </a:r>
          </a:p>
          <a:p>
            <a:pPr marL="0" indent="0">
              <a:buNone/>
            </a:pPr>
            <a:r>
              <a:rPr lang="en-US" altLang="ko-KR" sz="1400" b="1" dirty="0"/>
              <a:t>	</a:t>
            </a:r>
            <a:r>
              <a:rPr lang="ko-KR" altLang="en-US" sz="1400" b="1" dirty="0" err="1"/>
              <a:t>실행문</a:t>
            </a:r>
            <a:r>
              <a:rPr lang="en-US" altLang="ko-KR" sz="1400" b="1" dirty="0"/>
              <a:t>1</a:t>
            </a:r>
          </a:p>
          <a:p>
            <a:pPr marL="0" indent="0">
              <a:buNone/>
            </a:pPr>
            <a:endParaRPr lang="en-US" altLang="ko-KR" sz="1400" b="1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08A33439-9194-57B9-5EDD-EF4F5E29E7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9380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F3B9F1-203C-F8BE-2019-1CC658FF19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F61F091-31CE-CABF-502C-2FA4AD4822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1400" dirty="0"/>
              <a:t>public class </a:t>
            </a:r>
            <a:r>
              <a:rPr lang="en-US" altLang="ko-KR" sz="1400" dirty="0" err="1"/>
              <a:t>IfExample</a:t>
            </a:r>
            <a:r>
              <a:rPr lang="en-US" altLang="ko-KR" sz="1400" dirty="0"/>
              <a:t> {  </a:t>
            </a:r>
            <a:endParaRPr lang="ko-KR" altLang="en-US" sz="1400" dirty="0"/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public static void main(String[] </a:t>
            </a:r>
            <a:r>
              <a:rPr lang="en-US" altLang="ko-KR" sz="1400" dirty="0" err="1"/>
              <a:t>args</a:t>
            </a:r>
            <a:r>
              <a:rPr lang="en-US" altLang="ko-KR" sz="1400" dirty="0"/>
              <a:t>) {  </a:t>
            </a:r>
            <a:endParaRPr lang="ko-KR" altLang="en-US" sz="1400" dirty="0"/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int score = 93; // </a:t>
            </a:r>
            <a:r>
              <a:rPr lang="ko-KR" altLang="en-US" sz="1400" dirty="0"/>
              <a:t>변수 </a:t>
            </a:r>
            <a:r>
              <a:rPr lang="en-US" altLang="ko-KR" sz="1400" dirty="0"/>
              <a:t>score </a:t>
            </a:r>
            <a:r>
              <a:rPr lang="ko-KR" altLang="en-US" sz="1400" dirty="0"/>
              <a:t>선언 및 </a:t>
            </a:r>
            <a:r>
              <a:rPr lang="en-US" altLang="ko-KR" sz="1400" dirty="0"/>
              <a:t>93</a:t>
            </a:r>
            <a:r>
              <a:rPr lang="ko-KR" altLang="en-US" sz="1400" dirty="0"/>
              <a:t>으로 초기화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// </a:t>
            </a:r>
            <a:r>
              <a:rPr lang="ko-KR" altLang="en-US" sz="1400" dirty="0"/>
              <a:t>첫 번째 조건문</a:t>
            </a:r>
            <a:r>
              <a:rPr lang="en-US" altLang="ko-KR" sz="1400" dirty="0"/>
              <a:t>: score</a:t>
            </a:r>
            <a:r>
              <a:rPr lang="ko-KR" altLang="en-US" sz="1400" dirty="0"/>
              <a:t>가 </a:t>
            </a:r>
            <a:r>
              <a:rPr lang="en-US" altLang="ko-KR" sz="1400" dirty="0"/>
              <a:t>90 </a:t>
            </a:r>
            <a:r>
              <a:rPr lang="ko-KR" altLang="en-US" sz="1400" dirty="0"/>
              <a:t>이상인지 확인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if(score &gt;= 90) {</a:t>
            </a:r>
          </a:p>
          <a:p>
            <a:pPr marL="0" indent="0">
              <a:buNone/>
            </a:pPr>
            <a:r>
              <a:rPr lang="en-US" altLang="ko-KR" sz="1400" dirty="0"/>
              <a:t>    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</a:t>
            </a:r>
            <a:r>
              <a:rPr lang="ko-KR" altLang="en-US" sz="1400" dirty="0"/>
              <a:t>점수가 </a:t>
            </a:r>
            <a:r>
              <a:rPr lang="en-US" altLang="ko-KR" sz="1400" dirty="0"/>
              <a:t>90</a:t>
            </a:r>
            <a:r>
              <a:rPr lang="ko-KR" altLang="en-US" sz="1400" dirty="0"/>
              <a:t>보다 큽니다</a:t>
            </a:r>
            <a:r>
              <a:rPr lang="en-US" altLang="ko-KR" sz="1400" dirty="0"/>
              <a:t>."); // </a:t>
            </a:r>
            <a:r>
              <a:rPr lang="ko-KR" altLang="en-US" sz="1400" dirty="0"/>
              <a:t>조건이 참일 때 실행</a:t>
            </a:r>
          </a:p>
          <a:p>
            <a:pPr marL="0" indent="0">
              <a:buNone/>
            </a:pPr>
            <a:r>
              <a:rPr lang="ko-KR" altLang="en-US" sz="1400" dirty="0"/>
              <a:t>    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</a:t>
            </a:r>
            <a:r>
              <a:rPr lang="ko-KR" altLang="en-US" sz="1400" dirty="0"/>
              <a:t>등급은 </a:t>
            </a:r>
            <a:r>
              <a:rPr lang="en-US" altLang="ko-KR" sz="1400" dirty="0"/>
              <a:t>A </a:t>
            </a:r>
            <a:r>
              <a:rPr lang="ko-KR" altLang="en-US" sz="1400" dirty="0"/>
              <a:t>입니다</a:t>
            </a:r>
            <a:r>
              <a:rPr lang="en-US" altLang="ko-KR" sz="1400" dirty="0"/>
              <a:t>."); // </a:t>
            </a:r>
            <a:r>
              <a:rPr lang="ko-KR" altLang="en-US" sz="1400" dirty="0"/>
              <a:t>조건이 참일 때 실행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}</a:t>
            </a:r>
          </a:p>
          <a:p>
            <a:pPr marL="0" indent="0">
              <a:buNone/>
            </a:pPr>
            <a:r>
              <a:rPr lang="en-US" altLang="ko-KR" sz="1400" dirty="0"/>
              <a:t>        </a:t>
            </a:r>
          </a:p>
          <a:p>
            <a:pPr marL="0" indent="0">
              <a:buNone/>
            </a:pPr>
            <a:r>
              <a:rPr lang="en-US" altLang="ko-KR" sz="1400" dirty="0"/>
              <a:t>        // </a:t>
            </a:r>
            <a:r>
              <a:rPr lang="ko-KR" altLang="en-US" sz="1400" dirty="0"/>
              <a:t>두 번째 조건문</a:t>
            </a:r>
            <a:r>
              <a:rPr lang="en-US" altLang="ko-KR" sz="1400" dirty="0"/>
              <a:t>: score</a:t>
            </a:r>
            <a:r>
              <a:rPr lang="ko-KR" altLang="en-US" sz="1400" dirty="0"/>
              <a:t>가 </a:t>
            </a:r>
            <a:r>
              <a:rPr lang="en-US" altLang="ko-KR" sz="1400" dirty="0"/>
              <a:t>90 </a:t>
            </a:r>
            <a:r>
              <a:rPr lang="ko-KR" altLang="en-US" sz="1400" dirty="0"/>
              <a:t>미만인지 확인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if(score &lt; 90) </a:t>
            </a:r>
          </a:p>
          <a:p>
            <a:pPr marL="0" indent="0">
              <a:buNone/>
            </a:pPr>
            <a:r>
              <a:rPr lang="en-US" altLang="ko-KR" sz="1400" dirty="0"/>
              <a:t>    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</a:t>
            </a:r>
            <a:r>
              <a:rPr lang="ko-KR" altLang="en-US" sz="1400" dirty="0"/>
              <a:t>점수가 </a:t>
            </a:r>
            <a:r>
              <a:rPr lang="en-US" altLang="ko-KR" sz="1400" dirty="0"/>
              <a:t>90</a:t>
            </a:r>
            <a:r>
              <a:rPr lang="ko-KR" altLang="en-US" sz="1400" dirty="0"/>
              <a:t>보다 작습니다</a:t>
            </a:r>
            <a:r>
              <a:rPr lang="en-US" altLang="ko-KR" sz="1400" dirty="0"/>
              <a:t>."); // </a:t>
            </a:r>
            <a:r>
              <a:rPr lang="ko-KR" altLang="en-US" sz="1400" dirty="0"/>
              <a:t>조건이 참일 때 실행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// </a:t>
            </a:r>
            <a:r>
              <a:rPr lang="ko-KR" altLang="en-US" sz="1400" dirty="0"/>
              <a:t>아래 코드는 조건문 밖에 있으므로 항상 실행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</a:t>
            </a:r>
            <a:r>
              <a:rPr lang="ko-KR" altLang="en-US" sz="1400" dirty="0"/>
              <a:t>등급은 </a:t>
            </a:r>
            <a:r>
              <a:rPr lang="en-US" altLang="ko-KR" sz="1400" dirty="0"/>
              <a:t>B </a:t>
            </a:r>
            <a:r>
              <a:rPr lang="ko-KR" altLang="en-US" sz="1400" dirty="0"/>
              <a:t>입니다</a:t>
            </a:r>
            <a:r>
              <a:rPr lang="en-US" altLang="ko-KR" sz="1400" dirty="0"/>
              <a:t>.");</a:t>
            </a:r>
          </a:p>
          <a:p>
            <a:pPr marL="0" indent="0">
              <a:buNone/>
            </a:pPr>
            <a:r>
              <a:rPr lang="en-US" altLang="ko-KR" sz="1400" dirty="0"/>
              <a:t>    }</a:t>
            </a:r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첫 번째 조건문의 조건식에서는 참을 반환하므로 실행문을 실행시키고</a:t>
            </a: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두 번째 조건문의 조건식에서는 거짓을 반환하므로 </a:t>
            </a:r>
            <a:r>
              <a:rPr lang="en-US" altLang="ko-KR" sz="1400" dirty="0"/>
              <a:t>if</a:t>
            </a:r>
            <a:r>
              <a:rPr lang="ko-KR" altLang="en-US" sz="1400" dirty="0"/>
              <a:t>문에 해당하는 실행문을 실행시키지 않는다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9552BF6-047C-6C53-481F-2A8089A482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5832" y="2835903"/>
            <a:ext cx="3227143" cy="1186193"/>
          </a:xfrm>
          <a:prstGeom prst="rect">
            <a:avLst/>
          </a:prstGeom>
        </p:spPr>
      </p:pic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8BFF5ED4-13E0-8C95-922A-5C103DBC77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07657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53D6CE-C7BE-2232-4471-5783A5F909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7CC5B99-4F6B-00C8-2BA2-996DC301B1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1400" b="1" dirty="0"/>
              <a:t>if-else</a:t>
            </a:r>
            <a:r>
              <a:rPr lang="ko-KR" altLang="en-US" sz="1400" b="1" dirty="0"/>
              <a:t>문</a:t>
            </a:r>
            <a:endParaRPr lang="en-US" altLang="ko-KR" sz="1400" b="1" dirty="0"/>
          </a:p>
          <a:p>
            <a:pPr marL="0" indent="0">
              <a:buNone/>
            </a:pPr>
            <a:endParaRPr lang="en-US" altLang="ko-KR" sz="1400" b="1" dirty="0"/>
          </a:p>
          <a:p>
            <a:pPr marL="0" indent="0">
              <a:buNone/>
            </a:pPr>
            <a:r>
              <a:rPr lang="en-US" altLang="ko-KR" sz="1400" dirty="0"/>
              <a:t>if</a:t>
            </a:r>
            <a:r>
              <a:rPr lang="ko-KR" altLang="en-US" sz="1400" dirty="0"/>
              <a:t>문은 </a:t>
            </a:r>
            <a:r>
              <a:rPr lang="en-US" altLang="ko-KR" sz="1400" dirty="0"/>
              <a:t>else</a:t>
            </a:r>
            <a:r>
              <a:rPr lang="ko-KR" altLang="en-US" sz="1400" dirty="0"/>
              <a:t>문과 함께 사용되어 조건식의 결과에 따라 실행문을 선택한다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r>
              <a:rPr lang="en-US" altLang="ko-KR" sz="1400" dirty="0"/>
              <a:t>if</a:t>
            </a:r>
            <a:r>
              <a:rPr lang="ko-KR" altLang="en-US" sz="1400" dirty="0"/>
              <a:t>문의 조건식이 </a:t>
            </a:r>
            <a:r>
              <a:rPr lang="en-US" altLang="ko-KR" sz="1400" dirty="0"/>
              <a:t>true</a:t>
            </a:r>
            <a:r>
              <a:rPr lang="ko-KR" altLang="en-US" sz="1400" dirty="0"/>
              <a:t>면 </a:t>
            </a:r>
            <a:r>
              <a:rPr lang="en-US" altLang="ko-KR" sz="1400" dirty="0"/>
              <a:t>if</a:t>
            </a:r>
            <a:r>
              <a:rPr lang="ko-KR" altLang="en-US" sz="1400" dirty="0"/>
              <a:t>문의 실행문을 실행시키고</a:t>
            </a: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if</a:t>
            </a:r>
            <a:r>
              <a:rPr lang="ko-KR" altLang="en-US" sz="1400" dirty="0"/>
              <a:t>문의 조건식이 </a:t>
            </a:r>
            <a:r>
              <a:rPr lang="en-US" altLang="ko-KR" sz="1400" dirty="0"/>
              <a:t>false</a:t>
            </a:r>
            <a:r>
              <a:rPr lang="ko-KR" altLang="en-US" sz="1400" dirty="0"/>
              <a:t>면 </a:t>
            </a:r>
            <a:r>
              <a:rPr lang="en-US" altLang="ko-KR" sz="1400" dirty="0"/>
              <a:t>else</a:t>
            </a:r>
            <a:r>
              <a:rPr lang="ko-KR" altLang="en-US" sz="1400" dirty="0"/>
              <a:t>문의 실행문이 실행된다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if-else</a:t>
            </a:r>
            <a:r>
              <a:rPr lang="ko-KR" altLang="en-US" sz="1400" dirty="0"/>
              <a:t>문의 형식과 실행 흐름</a:t>
            </a:r>
            <a:endParaRPr lang="en-US" altLang="ko-KR" sz="1400" dirty="0"/>
          </a:p>
          <a:p>
            <a:pPr marL="0" indent="0">
              <a:buNone/>
            </a:pPr>
            <a:r>
              <a:rPr lang="en-US" altLang="ko-KR" sz="1400" b="1" dirty="0"/>
              <a:t>if(</a:t>
            </a:r>
            <a:r>
              <a:rPr lang="ko-KR" altLang="en-US" sz="1400" b="1" dirty="0"/>
              <a:t>조건식</a:t>
            </a:r>
            <a:r>
              <a:rPr lang="en-US" altLang="ko-KR" sz="1400" b="1" dirty="0"/>
              <a:t>){</a:t>
            </a:r>
          </a:p>
          <a:p>
            <a:pPr marL="0" indent="0">
              <a:buNone/>
            </a:pPr>
            <a:r>
              <a:rPr lang="en-US" altLang="ko-KR" sz="1400" b="1" dirty="0"/>
              <a:t>	</a:t>
            </a:r>
            <a:r>
              <a:rPr lang="ko-KR" altLang="en-US" sz="1400" b="1" dirty="0" err="1"/>
              <a:t>실행문</a:t>
            </a:r>
            <a:r>
              <a:rPr lang="en-US" altLang="ko-KR" sz="1400" b="1" dirty="0"/>
              <a:t>1</a:t>
            </a:r>
          </a:p>
          <a:p>
            <a:pPr marL="0" indent="0">
              <a:buNone/>
            </a:pPr>
            <a:r>
              <a:rPr lang="en-US" altLang="ko-KR" sz="1400" b="1" dirty="0"/>
              <a:t>	}else{</a:t>
            </a:r>
          </a:p>
          <a:p>
            <a:pPr marL="0" indent="0">
              <a:buNone/>
            </a:pPr>
            <a:r>
              <a:rPr lang="en-US" altLang="ko-KR" sz="1400" b="1" dirty="0"/>
              <a:t>		</a:t>
            </a:r>
            <a:r>
              <a:rPr lang="ko-KR" altLang="en-US" sz="1400" b="1" dirty="0" err="1"/>
              <a:t>실행문</a:t>
            </a:r>
            <a:r>
              <a:rPr lang="en-US" altLang="ko-KR" sz="1400" b="1" dirty="0"/>
              <a:t>2</a:t>
            </a:r>
          </a:p>
          <a:p>
            <a:pPr marL="0" indent="0">
              <a:buNone/>
            </a:pPr>
            <a:r>
              <a:rPr lang="en-US" altLang="ko-KR" sz="1400" b="1" dirty="0"/>
              <a:t>	}</a:t>
            </a:r>
          </a:p>
          <a:p>
            <a:pPr marL="0" indent="0">
              <a:buNone/>
            </a:pPr>
            <a:r>
              <a:rPr lang="ko-KR" altLang="en-US" sz="1400" b="1" dirty="0" err="1"/>
              <a:t>실행문</a:t>
            </a:r>
            <a:r>
              <a:rPr lang="en-US" altLang="ko-KR" sz="1400" b="1" dirty="0"/>
              <a:t>3</a:t>
            </a:r>
          </a:p>
          <a:p>
            <a:pPr marL="0" indent="0">
              <a:buNone/>
            </a:pPr>
            <a:endParaRPr lang="en-US" altLang="ko-KR" sz="1400" b="1" dirty="0"/>
          </a:p>
          <a:p>
            <a:pPr marL="0" indent="0">
              <a:buNone/>
            </a:pPr>
            <a:r>
              <a:rPr lang="ko-KR" altLang="en-US" sz="1400" dirty="0"/>
              <a:t>조건식이 </a:t>
            </a:r>
            <a:r>
              <a:rPr lang="en-US" altLang="ko-KR" sz="1400" dirty="0"/>
              <a:t>true</a:t>
            </a:r>
            <a:r>
              <a:rPr lang="ko-KR" altLang="en-US" sz="1400" dirty="0"/>
              <a:t>면 </a:t>
            </a:r>
            <a:r>
              <a:rPr lang="ko-KR" altLang="en-US" sz="1400" dirty="0" err="1"/>
              <a:t>실행문</a:t>
            </a:r>
            <a:r>
              <a:rPr lang="en-US" altLang="ko-KR" sz="1400" dirty="0"/>
              <a:t>1</a:t>
            </a:r>
            <a:r>
              <a:rPr lang="ko-KR" altLang="en-US" sz="1400" dirty="0"/>
              <a:t>을 실행한 후 </a:t>
            </a:r>
            <a:r>
              <a:rPr lang="en-US" altLang="ko-KR" sz="1400" dirty="0"/>
              <a:t>if else</a:t>
            </a:r>
            <a:r>
              <a:rPr lang="ko-KR" altLang="en-US" sz="1400" dirty="0"/>
              <a:t>문을 빠져나와 </a:t>
            </a:r>
            <a:r>
              <a:rPr lang="ko-KR" altLang="en-US" sz="1400" dirty="0" err="1"/>
              <a:t>실행문</a:t>
            </a:r>
            <a:r>
              <a:rPr lang="en-US" altLang="ko-KR" sz="1400" dirty="0"/>
              <a:t>3</a:t>
            </a:r>
            <a:r>
              <a:rPr lang="ko-KR" altLang="en-US" sz="1400" dirty="0"/>
              <a:t>을 실행시킨다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조건식이 </a:t>
            </a:r>
            <a:r>
              <a:rPr lang="en-US" altLang="ko-KR" sz="1400" dirty="0"/>
              <a:t>false</a:t>
            </a:r>
            <a:r>
              <a:rPr lang="ko-KR" altLang="en-US" sz="1400" dirty="0"/>
              <a:t>면 </a:t>
            </a:r>
            <a:r>
              <a:rPr lang="en-US" altLang="ko-KR" sz="1400" dirty="0"/>
              <a:t>else</a:t>
            </a:r>
            <a:r>
              <a:rPr lang="ko-KR" altLang="en-US" sz="1400" dirty="0"/>
              <a:t>문에 해당하는 </a:t>
            </a:r>
            <a:r>
              <a:rPr lang="ko-KR" altLang="en-US" sz="1400" dirty="0" err="1"/>
              <a:t>실행문</a:t>
            </a:r>
            <a:r>
              <a:rPr lang="en-US" altLang="ko-KR" sz="1400" dirty="0"/>
              <a:t>2</a:t>
            </a:r>
            <a:r>
              <a:rPr lang="ko-KR" altLang="en-US" sz="1400" dirty="0"/>
              <a:t>를 실행시키고 </a:t>
            </a:r>
            <a:r>
              <a:rPr lang="ko-KR" altLang="en-US" sz="1400" dirty="0" err="1"/>
              <a:t>실행문</a:t>
            </a:r>
            <a:r>
              <a:rPr lang="en-US" altLang="ko-KR" sz="1400" dirty="0"/>
              <a:t>3</a:t>
            </a:r>
            <a:r>
              <a:rPr lang="ko-KR" altLang="en-US" sz="1400" dirty="0"/>
              <a:t>을 실행시킨다</a:t>
            </a:r>
            <a:r>
              <a:rPr lang="en-US" altLang="ko-KR" sz="1400" dirty="0"/>
              <a:t>.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12E141B-5F22-161E-4055-A3BEF5A54C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55756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6931CA-7D00-238E-29C8-84494BF583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FCD481B-6C8B-FC72-AD51-6E1E521C51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1400" dirty="0"/>
              <a:t>public class </a:t>
            </a:r>
            <a:r>
              <a:rPr lang="en-US" altLang="ko-KR" sz="1400" dirty="0" err="1"/>
              <a:t>IfElseExample</a:t>
            </a:r>
            <a:r>
              <a:rPr lang="en-US" altLang="ko-KR" sz="1400" dirty="0"/>
              <a:t> {  </a:t>
            </a:r>
            <a:endParaRPr lang="ko-KR" altLang="en-US" sz="1400" dirty="0"/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public static void main(String[] </a:t>
            </a:r>
            <a:r>
              <a:rPr lang="en-US" altLang="ko-KR" sz="1400" dirty="0" err="1"/>
              <a:t>args</a:t>
            </a:r>
            <a:r>
              <a:rPr lang="en-US" altLang="ko-KR" sz="1400" dirty="0"/>
              <a:t>) {  </a:t>
            </a:r>
            <a:endParaRPr lang="ko-KR" altLang="en-US" sz="1400" dirty="0"/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int score = 85; // </a:t>
            </a:r>
            <a:r>
              <a:rPr lang="ko-KR" altLang="en-US" sz="1400" dirty="0"/>
              <a:t>변수 </a:t>
            </a:r>
            <a:r>
              <a:rPr lang="en-US" altLang="ko-KR" sz="1400" dirty="0"/>
              <a:t>score </a:t>
            </a:r>
            <a:r>
              <a:rPr lang="ko-KR" altLang="en-US" sz="1400" dirty="0"/>
              <a:t>선언 및 </a:t>
            </a:r>
            <a:r>
              <a:rPr lang="en-US" altLang="ko-KR" sz="1400" dirty="0"/>
              <a:t>85</a:t>
            </a:r>
            <a:r>
              <a:rPr lang="ko-KR" altLang="en-US" sz="1400" dirty="0"/>
              <a:t>로 초기화</a:t>
            </a:r>
          </a:p>
          <a:p>
            <a:pPr marL="0" indent="0">
              <a:buNone/>
            </a:pPr>
            <a:endParaRPr lang="ko-KR" altLang="en-US" sz="1400" dirty="0"/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// </a:t>
            </a:r>
            <a:r>
              <a:rPr lang="ko-KR" altLang="en-US" sz="1400" dirty="0"/>
              <a:t>조건문 시작</a:t>
            </a:r>
            <a:r>
              <a:rPr lang="en-US" altLang="ko-KR" sz="1400" dirty="0"/>
              <a:t>: score</a:t>
            </a:r>
            <a:r>
              <a:rPr lang="ko-KR" altLang="en-US" sz="1400" dirty="0"/>
              <a:t>가 </a:t>
            </a:r>
            <a:r>
              <a:rPr lang="en-US" altLang="ko-KR" sz="1400" dirty="0"/>
              <a:t>90 </a:t>
            </a:r>
            <a:r>
              <a:rPr lang="ko-KR" altLang="en-US" sz="1400" dirty="0"/>
              <a:t>이상인지 확인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if(score &gt;= 90) { </a:t>
            </a:r>
          </a:p>
          <a:p>
            <a:pPr marL="0" indent="0">
              <a:buNone/>
            </a:pPr>
            <a:r>
              <a:rPr lang="en-US" altLang="ko-KR" sz="1400" dirty="0"/>
              <a:t>    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</a:t>
            </a:r>
            <a:r>
              <a:rPr lang="ko-KR" altLang="en-US" sz="1400" dirty="0"/>
              <a:t>점수가 </a:t>
            </a:r>
            <a:r>
              <a:rPr lang="en-US" altLang="ko-KR" sz="1400" dirty="0"/>
              <a:t>90</a:t>
            </a:r>
            <a:r>
              <a:rPr lang="ko-KR" altLang="en-US" sz="1400" dirty="0"/>
              <a:t>보다 큽니다</a:t>
            </a:r>
            <a:r>
              <a:rPr lang="en-US" altLang="ko-KR" sz="1400" dirty="0"/>
              <a:t>."); // </a:t>
            </a:r>
            <a:r>
              <a:rPr lang="ko-KR" altLang="en-US" sz="1400" dirty="0"/>
              <a:t>조건이 참일 때 출력</a:t>
            </a:r>
          </a:p>
          <a:p>
            <a:pPr marL="0" indent="0">
              <a:buNone/>
            </a:pPr>
            <a:r>
              <a:rPr lang="ko-KR" altLang="en-US" sz="1400" dirty="0"/>
              <a:t>    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</a:t>
            </a:r>
            <a:r>
              <a:rPr lang="ko-KR" altLang="en-US" sz="1400" dirty="0"/>
              <a:t>등급은 </a:t>
            </a:r>
            <a:r>
              <a:rPr lang="en-US" altLang="ko-KR" sz="1400" dirty="0"/>
              <a:t>A </a:t>
            </a:r>
            <a:r>
              <a:rPr lang="ko-KR" altLang="en-US" sz="1400" dirty="0"/>
              <a:t>입니다</a:t>
            </a:r>
            <a:r>
              <a:rPr lang="en-US" altLang="ko-KR" sz="1400" dirty="0"/>
              <a:t>."); // </a:t>
            </a:r>
            <a:r>
              <a:rPr lang="ko-KR" altLang="en-US" sz="1400" dirty="0"/>
              <a:t>조건이 참일 때 출력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	} else { </a:t>
            </a:r>
          </a:p>
          <a:p>
            <a:pPr marL="0" indent="0">
              <a:buNone/>
            </a:pPr>
            <a:r>
              <a:rPr lang="en-US" altLang="ko-KR" sz="1400" dirty="0"/>
              <a:t>           	 // </a:t>
            </a:r>
            <a:r>
              <a:rPr lang="ko-KR" altLang="en-US" sz="1400" dirty="0"/>
              <a:t>조건이 거짓일 때 실행</a:t>
            </a:r>
          </a:p>
          <a:p>
            <a:pPr marL="0" indent="0">
              <a:buNone/>
            </a:pPr>
            <a:r>
              <a:rPr lang="ko-KR" altLang="en-US" sz="1400" dirty="0"/>
              <a:t>            </a:t>
            </a:r>
            <a:r>
              <a:rPr lang="en-US" altLang="ko-KR" sz="1400" dirty="0"/>
              <a:t>	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</a:t>
            </a:r>
            <a:r>
              <a:rPr lang="ko-KR" altLang="en-US" sz="1400" dirty="0"/>
              <a:t>점수가 </a:t>
            </a:r>
            <a:r>
              <a:rPr lang="en-US" altLang="ko-KR" sz="1400" dirty="0"/>
              <a:t>90</a:t>
            </a:r>
            <a:r>
              <a:rPr lang="ko-KR" altLang="en-US" sz="1400" dirty="0"/>
              <a:t>보다 작습니다</a:t>
            </a:r>
            <a:r>
              <a:rPr lang="en-US" altLang="ko-KR" sz="1400" dirty="0"/>
              <a:t>."); // </a:t>
            </a:r>
            <a:r>
              <a:rPr lang="ko-KR" altLang="en-US" sz="1400" dirty="0"/>
              <a:t>조건이 거짓일 때 출력</a:t>
            </a:r>
          </a:p>
          <a:p>
            <a:pPr marL="0" indent="0">
              <a:buNone/>
            </a:pPr>
            <a:r>
              <a:rPr lang="ko-KR" altLang="en-US" sz="1400" dirty="0"/>
              <a:t>            </a:t>
            </a:r>
            <a:r>
              <a:rPr lang="en-US" altLang="ko-KR" sz="1400" dirty="0"/>
              <a:t>	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</a:t>
            </a:r>
            <a:r>
              <a:rPr lang="ko-KR" altLang="en-US" sz="1400" dirty="0"/>
              <a:t>등급은 </a:t>
            </a:r>
            <a:r>
              <a:rPr lang="en-US" altLang="ko-KR" sz="1400" dirty="0"/>
              <a:t>B </a:t>
            </a:r>
            <a:r>
              <a:rPr lang="ko-KR" altLang="en-US" sz="1400" dirty="0"/>
              <a:t>입니다</a:t>
            </a:r>
            <a:r>
              <a:rPr lang="en-US" altLang="ko-KR" sz="1400" dirty="0"/>
              <a:t>."); // </a:t>
            </a:r>
            <a:r>
              <a:rPr lang="ko-KR" altLang="en-US" sz="1400" dirty="0"/>
              <a:t>조건이 거짓일 때 출력</a:t>
            </a:r>
          </a:p>
          <a:p>
            <a:pPr marL="0" indent="0">
              <a:buNone/>
            </a:pPr>
            <a:r>
              <a:rPr lang="ko-KR" altLang="en-US" sz="1400" dirty="0"/>
              <a:t>       </a:t>
            </a:r>
            <a:r>
              <a:rPr lang="en-US" altLang="ko-KR" sz="1400" dirty="0"/>
              <a:t>	</a:t>
            </a:r>
            <a:r>
              <a:rPr lang="ko-KR" altLang="en-US" sz="1400" dirty="0"/>
              <a:t> </a:t>
            </a:r>
            <a:r>
              <a:rPr lang="en-US" altLang="ko-KR" sz="1400" dirty="0"/>
              <a:t>}</a:t>
            </a:r>
          </a:p>
          <a:p>
            <a:pPr marL="0" indent="0">
              <a:buNone/>
            </a:pPr>
            <a:r>
              <a:rPr lang="en-US" altLang="ko-KR" sz="1400" dirty="0"/>
              <a:t>    }</a:t>
            </a:r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if</a:t>
            </a:r>
            <a:r>
              <a:rPr lang="ko-KR" altLang="en-US" sz="1400" dirty="0"/>
              <a:t>문의 조건식이 </a:t>
            </a:r>
            <a:r>
              <a:rPr lang="en-US" altLang="ko-KR" sz="1400" dirty="0"/>
              <a:t>false</a:t>
            </a:r>
            <a:r>
              <a:rPr lang="ko-KR" altLang="en-US" sz="1400" dirty="0"/>
              <a:t>이므로 </a:t>
            </a: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else</a:t>
            </a:r>
            <a:r>
              <a:rPr lang="ko-KR" altLang="en-US" sz="1400" dirty="0"/>
              <a:t>문의 조건식이 실행된다</a:t>
            </a:r>
            <a:r>
              <a:rPr lang="en-US" altLang="ko-KR" sz="1400" dirty="0"/>
              <a:t>.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3AB3556-1239-11FD-72C9-EF27B8C57C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8805" y="2775359"/>
            <a:ext cx="3313026" cy="773600"/>
          </a:xfrm>
          <a:prstGeom prst="rect">
            <a:avLst/>
          </a:prstGeom>
        </p:spPr>
      </p:pic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3C0A26F1-F067-26B0-6C8C-7F990C677C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74537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2D5C81-AAA8-42D4-537D-A0667092C9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A3425FE-1CB1-F3D3-42FB-AC2C0C2432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1400" b="1" dirty="0"/>
              <a:t>if-else if else </a:t>
            </a:r>
            <a:r>
              <a:rPr lang="ko-KR" altLang="en-US" sz="1400" b="1" dirty="0"/>
              <a:t>문</a:t>
            </a:r>
            <a:endParaRPr lang="en-US" altLang="ko-KR" sz="1400" b="1" dirty="0"/>
          </a:p>
          <a:p>
            <a:pPr marL="0" indent="0">
              <a:buNone/>
            </a:pPr>
            <a:endParaRPr lang="en-US" altLang="ko-KR" sz="1400" b="1" dirty="0"/>
          </a:p>
          <a:p>
            <a:pPr marL="0" indent="0">
              <a:buNone/>
            </a:pPr>
            <a:r>
              <a:rPr lang="ko-KR" altLang="en-US" sz="1400" dirty="0"/>
              <a:t>조건문이 여러 개인 </a:t>
            </a:r>
            <a:r>
              <a:rPr lang="en-US" altLang="ko-KR" sz="1400" dirty="0"/>
              <a:t>if</a:t>
            </a:r>
            <a:r>
              <a:rPr lang="ko-KR" altLang="en-US" sz="1400" dirty="0"/>
              <a:t>문도 있다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r>
              <a:rPr lang="ko-KR" altLang="en-US" sz="1400" dirty="0"/>
              <a:t>처음 </a:t>
            </a:r>
            <a:r>
              <a:rPr lang="en-US" altLang="ko-KR" sz="1400" dirty="0"/>
              <a:t>if</a:t>
            </a:r>
            <a:r>
              <a:rPr lang="ko-KR" altLang="en-US" sz="1400" dirty="0"/>
              <a:t>문의 조건식이 </a:t>
            </a:r>
            <a:r>
              <a:rPr lang="en-US" altLang="ko-KR" sz="1400" dirty="0"/>
              <a:t>false</a:t>
            </a:r>
            <a:r>
              <a:rPr lang="ko-KR" altLang="en-US" sz="1400" dirty="0"/>
              <a:t>일 경우 다른 조건식에 따라 실행 블록을 선택할 수 있는데</a:t>
            </a: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이때 쓰는 명령문이 </a:t>
            </a:r>
            <a:r>
              <a:rPr lang="en-US" altLang="ko-KR" sz="1400" dirty="0"/>
              <a:t>else if</a:t>
            </a:r>
            <a:r>
              <a:rPr lang="ko-KR" altLang="en-US" sz="1400" dirty="0"/>
              <a:t>이다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r>
              <a:rPr lang="en-US" altLang="ko-KR" sz="1400" dirty="0"/>
              <a:t>else</a:t>
            </a:r>
            <a:r>
              <a:rPr lang="ko-KR" altLang="en-US" sz="1400" dirty="0"/>
              <a:t> </a:t>
            </a:r>
            <a:r>
              <a:rPr lang="en-US" altLang="ko-KR" sz="1400" dirty="0"/>
              <a:t>if</a:t>
            </a:r>
            <a:r>
              <a:rPr lang="ko-KR" altLang="en-US" sz="1400" dirty="0"/>
              <a:t>의 수는 제한이 없으며</a:t>
            </a:r>
            <a:r>
              <a:rPr lang="en-US" altLang="ko-KR" sz="1400" dirty="0"/>
              <a:t>, </a:t>
            </a:r>
            <a:r>
              <a:rPr lang="ko-KR" altLang="en-US" sz="1400" dirty="0"/>
              <a:t>여러 개의 </a:t>
            </a:r>
            <a:r>
              <a:rPr lang="ko-KR" altLang="en-US" sz="1400" dirty="0" err="1"/>
              <a:t>조건식중</a:t>
            </a:r>
            <a:r>
              <a:rPr lang="ko-KR" altLang="en-US" sz="1400" dirty="0"/>
              <a:t> </a:t>
            </a:r>
            <a:r>
              <a:rPr lang="en-US" altLang="ko-KR" sz="1400" dirty="0"/>
              <a:t>true</a:t>
            </a:r>
            <a:r>
              <a:rPr lang="ko-KR" altLang="en-US" sz="1400" dirty="0"/>
              <a:t>가 되는 실행문만 실행하고 전체 </a:t>
            </a:r>
            <a:r>
              <a:rPr lang="en-US" altLang="ko-KR" sz="1400" dirty="0"/>
              <a:t>if</a:t>
            </a:r>
            <a:r>
              <a:rPr lang="ko-KR" altLang="en-US" sz="1400" dirty="0"/>
              <a:t>문을 벗어난다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if-else</a:t>
            </a:r>
            <a:r>
              <a:rPr lang="ko-KR" altLang="en-US" sz="1400" dirty="0"/>
              <a:t>문의 형식과 실행흐름</a:t>
            </a: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b="1" dirty="0"/>
              <a:t>if(</a:t>
            </a:r>
            <a:r>
              <a:rPr lang="ko-KR" altLang="en-US" sz="1400" b="1" dirty="0"/>
              <a:t>조건식</a:t>
            </a:r>
            <a:r>
              <a:rPr lang="en-US" altLang="ko-KR" sz="1400" b="1" dirty="0"/>
              <a:t>1){</a:t>
            </a:r>
          </a:p>
          <a:p>
            <a:pPr marL="0" indent="0">
              <a:buNone/>
            </a:pPr>
            <a:r>
              <a:rPr lang="en-US" altLang="ko-KR" sz="1400" b="1" dirty="0"/>
              <a:t>	</a:t>
            </a:r>
            <a:r>
              <a:rPr lang="ko-KR" altLang="en-US" sz="1400" b="1" dirty="0" err="1"/>
              <a:t>실행문</a:t>
            </a:r>
            <a:r>
              <a:rPr lang="en-US" altLang="ko-KR" sz="1400" b="1" dirty="0"/>
              <a:t>1</a:t>
            </a:r>
          </a:p>
          <a:p>
            <a:pPr marL="0" indent="0">
              <a:buNone/>
            </a:pPr>
            <a:r>
              <a:rPr lang="en-US" altLang="ko-KR" sz="1400" b="1" dirty="0"/>
              <a:t>	}else if(</a:t>
            </a:r>
            <a:r>
              <a:rPr lang="ko-KR" altLang="en-US" sz="1400" b="1" dirty="0"/>
              <a:t>조건식</a:t>
            </a:r>
            <a:r>
              <a:rPr lang="en-US" altLang="ko-KR" sz="1400" b="1" dirty="0"/>
              <a:t>2){</a:t>
            </a:r>
          </a:p>
          <a:p>
            <a:pPr marL="0" indent="0">
              <a:buNone/>
            </a:pPr>
            <a:r>
              <a:rPr lang="en-US" altLang="ko-KR" sz="1400" b="1" dirty="0"/>
              <a:t>		</a:t>
            </a:r>
            <a:r>
              <a:rPr lang="ko-KR" altLang="en-US" sz="1400" b="1" dirty="0" err="1"/>
              <a:t>실행문</a:t>
            </a:r>
            <a:r>
              <a:rPr lang="en-US" altLang="ko-KR" sz="1400" b="1" dirty="0"/>
              <a:t>2</a:t>
            </a:r>
          </a:p>
          <a:p>
            <a:pPr marL="0" indent="0">
              <a:buNone/>
            </a:pPr>
            <a:r>
              <a:rPr lang="en-US" altLang="ko-KR" sz="1400" b="1" dirty="0"/>
              <a:t>		}else{</a:t>
            </a:r>
          </a:p>
          <a:p>
            <a:pPr marL="0" indent="0">
              <a:buNone/>
            </a:pPr>
            <a:r>
              <a:rPr lang="en-US" altLang="ko-KR" sz="1400" b="1" dirty="0"/>
              <a:t>			</a:t>
            </a:r>
            <a:r>
              <a:rPr lang="ko-KR" altLang="en-US" sz="1400" b="1" dirty="0" err="1"/>
              <a:t>실행문</a:t>
            </a:r>
            <a:r>
              <a:rPr lang="en-US" altLang="ko-KR" sz="1400" b="1" dirty="0"/>
              <a:t>3</a:t>
            </a:r>
          </a:p>
          <a:p>
            <a:pPr marL="0" indent="0">
              <a:buNone/>
            </a:pPr>
            <a:r>
              <a:rPr lang="en-US" altLang="ko-KR" sz="1400" b="1" dirty="0"/>
              <a:t>		}</a:t>
            </a:r>
          </a:p>
          <a:p>
            <a:pPr marL="0" indent="0">
              <a:buNone/>
            </a:pPr>
            <a:r>
              <a:rPr lang="ko-KR" altLang="en-US" sz="1400" b="1" dirty="0" err="1"/>
              <a:t>실행문</a:t>
            </a:r>
            <a:r>
              <a:rPr lang="en-US" altLang="ko-KR" sz="1400" b="1" dirty="0"/>
              <a:t>4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ABBB571-6125-487D-5D05-ADA1BC4C7A91}"/>
              </a:ext>
            </a:extLst>
          </p:cNvPr>
          <p:cNvSpPr txBox="1"/>
          <p:nvPr/>
        </p:nvSpPr>
        <p:spPr>
          <a:xfrm>
            <a:off x="5549773" y="3362432"/>
            <a:ext cx="597528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조건식 </a:t>
            </a:r>
            <a:r>
              <a:rPr lang="en-US" altLang="ko-KR" dirty="0"/>
              <a:t>1</a:t>
            </a:r>
            <a:r>
              <a:rPr lang="ko-KR" altLang="en-US" dirty="0"/>
              <a:t>이 </a:t>
            </a:r>
            <a:r>
              <a:rPr lang="en-US" altLang="ko-KR" dirty="0"/>
              <a:t>true</a:t>
            </a:r>
            <a:r>
              <a:rPr lang="ko-KR" altLang="en-US" dirty="0"/>
              <a:t>면 </a:t>
            </a:r>
            <a:r>
              <a:rPr lang="ko-KR" altLang="en-US" dirty="0" err="1"/>
              <a:t>실행문</a:t>
            </a:r>
            <a:r>
              <a:rPr lang="en-US" altLang="ko-KR" dirty="0"/>
              <a:t>1 </a:t>
            </a:r>
            <a:r>
              <a:rPr lang="en-US" altLang="ko-KR" dirty="0">
                <a:sym typeface="Wingdings" panose="05000000000000000000" pitchFamily="2" charset="2"/>
              </a:rPr>
              <a:t> </a:t>
            </a:r>
            <a:r>
              <a:rPr lang="ko-KR" altLang="en-US" dirty="0" err="1">
                <a:sym typeface="Wingdings" panose="05000000000000000000" pitchFamily="2" charset="2"/>
              </a:rPr>
              <a:t>실행문</a:t>
            </a:r>
            <a:r>
              <a:rPr lang="en-US" altLang="ko-KR" dirty="0">
                <a:sym typeface="Wingdings" panose="05000000000000000000" pitchFamily="2" charset="2"/>
              </a:rPr>
              <a:t>4 </a:t>
            </a:r>
            <a:r>
              <a:rPr lang="ko-KR" altLang="en-US" dirty="0">
                <a:sym typeface="Wingdings" panose="05000000000000000000" pitchFamily="2" charset="2"/>
              </a:rPr>
              <a:t>실행</a:t>
            </a:r>
            <a:endParaRPr lang="en-US" altLang="ko-KR" dirty="0">
              <a:sym typeface="Wingdings" panose="05000000000000000000" pitchFamily="2" charset="2"/>
            </a:endParaRPr>
          </a:p>
          <a:p>
            <a:endParaRPr lang="en-US" altLang="ko-KR" dirty="0">
              <a:sym typeface="Wingdings" panose="05000000000000000000" pitchFamily="2" charset="2"/>
            </a:endParaRPr>
          </a:p>
          <a:p>
            <a:r>
              <a:rPr lang="ko-KR" altLang="en-US" dirty="0">
                <a:sym typeface="Wingdings" panose="05000000000000000000" pitchFamily="2" charset="2"/>
              </a:rPr>
              <a:t>조건식</a:t>
            </a:r>
            <a:r>
              <a:rPr lang="en-US" altLang="ko-KR" dirty="0">
                <a:sym typeface="Wingdings" panose="05000000000000000000" pitchFamily="2" charset="2"/>
              </a:rPr>
              <a:t>1</a:t>
            </a:r>
            <a:r>
              <a:rPr lang="ko-KR" altLang="en-US" dirty="0">
                <a:sym typeface="Wingdings" panose="05000000000000000000" pitchFamily="2" charset="2"/>
              </a:rPr>
              <a:t>이 </a:t>
            </a:r>
            <a:r>
              <a:rPr lang="en-US" altLang="ko-KR" dirty="0">
                <a:sym typeface="Wingdings" panose="05000000000000000000" pitchFamily="2" charset="2"/>
              </a:rPr>
              <a:t>false</a:t>
            </a:r>
            <a:r>
              <a:rPr lang="ko-KR" altLang="en-US" dirty="0">
                <a:sym typeface="Wingdings" panose="05000000000000000000" pitchFamily="2" charset="2"/>
              </a:rPr>
              <a:t>면 </a:t>
            </a:r>
            <a:r>
              <a:rPr lang="en-US" altLang="ko-KR" dirty="0">
                <a:sym typeface="Wingdings" panose="05000000000000000000" pitchFamily="2" charset="2"/>
              </a:rPr>
              <a:t>else if(</a:t>
            </a:r>
            <a:r>
              <a:rPr lang="ko-KR" altLang="en-US" dirty="0">
                <a:sym typeface="Wingdings" panose="05000000000000000000" pitchFamily="2" charset="2"/>
              </a:rPr>
              <a:t>조건식</a:t>
            </a:r>
            <a:r>
              <a:rPr lang="en-US" altLang="ko-KR" dirty="0">
                <a:sym typeface="Wingdings" panose="05000000000000000000" pitchFamily="2" charset="2"/>
              </a:rPr>
              <a:t>2)</a:t>
            </a:r>
            <a:r>
              <a:rPr lang="ko-KR" altLang="en-US" dirty="0">
                <a:sym typeface="Wingdings" panose="05000000000000000000" pitchFamily="2" charset="2"/>
              </a:rPr>
              <a:t>로 이동</a:t>
            </a:r>
            <a:endParaRPr lang="en-US" altLang="ko-KR" dirty="0">
              <a:sym typeface="Wingdings" panose="05000000000000000000" pitchFamily="2" charset="2"/>
            </a:endParaRPr>
          </a:p>
          <a:p>
            <a:endParaRPr lang="en-US" altLang="ko-KR" dirty="0">
              <a:sym typeface="Wingdings" panose="05000000000000000000" pitchFamily="2" charset="2"/>
            </a:endParaRPr>
          </a:p>
          <a:p>
            <a:r>
              <a:rPr lang="ko-KR" altLang="en-US" dirty="0">
                <a:sym typeface="Wingdings" panose="05000000000000000000" pitchFamily="2" charset="2"/>
              </a:rPr>
              <a:t>조건식</a:t>
            </a:r>
            <a:r>
              <a:rPr lang="en-US" altLang="ko-KR" dirty="0">
                <a:sym typeface="Wingdings" panose="05000000000000000000" pitchFamily="2" charset="2"/>
              </a:rPr>
              <a:t>2</a:t>
            </a:r>
            <a:r>
              <a:rPr lang="ko-KR" altLang="en-US" dirty="0">
                <a:sym typeface="Wingdings" panose="05000000000000000000" pitchFamily="2" charset="2"/>
              </a:rPr>
              <a:t>가 </a:t>
            </a:r>
            <a:r>
              <a:rPr lang="en-US" altLang="ko-KR" dirty="0">
                <a:sym typeface="Wingdings" panose="05000000000000000000" pitchFamily="2" charset="2"/>
              </a:rPr>
              <a:t>true</a:t>
            </a:r>
            <a:r>
              <a:rPr lang="ko-KR" altLang="en-US" dirty="0">
                <a:sym typeface="Wingdings" panose="05000000000000000000" pitchFamily="2" charset="2"/>
              </a:rPr>
              <a:t>면 </a:t>
            </a:r>
            <a:r>
              <a:rPr lang="ko-KR" altLang="en-US" dirty="0" err="1">
                <a:sym typeface="Wingdings" panose="05000000000000000000" pitchFamily="2" charset="2"/>
              </a:rPr>
              <a:t>실행문</a:t>
            </a:r>
            <a:r>
              <a:rPr lang="en-US" altLang="ko-KR" dirty="0">
                <a:sym typeface="Wingdings" panose="05000000000000000000" pitchFamily="2" charset="2"/>
              </a:rPr>
              <a:t>2  </a:t>
            </a:r>
            <a:r>
              <a:rPr lang="ko-KR" altLang="en-US" dirty="0" err="1">
                <a:sym typeface="Wingdings" panose="05000000000000000000" pitchFamily="2" charset="2"/>
              </a:rPr>
              <a:t>실행문</a:t>
            </a:r>
            <a:r>
              <a:rPr lang="en-US" altLang="ko-KR" dirty="0">
                <a:sym typeface="Wingdings" panose="05000000000000000000" pitchFamily="2" charset="2"/>
              </a:rPr>
              <a:t>4</a:t>
            </a:r>
            <a:r>
              <a:rPr lang="ko-KR" altLang="en-US" dirty="0">
                <a:sym typeface="Wingdings" panose="05000000000000000000" pitchFamily="2" charset="2"/>
              </a:rPr>
              <a:t>실행</a:t>
            </a:r>
            <a:endParaRPr lang="en-US" altLang="ko-KR" dirty="0">
              <a:sym typeface="Wingdings" panose="05000000000000000000" pitchFamily="2" charset="2"/>
            </a:endParaRPr>
          </a:p>
          <a:p>
            <a:endParaRPr lang="en-US" altLang="ko-KR" dirty="0">
              <a:sym typeface="Wingdings" panose="05000000000000000000" pitchFamily="2" charset="2"/>
            </a:endParaRPr>
          </a:p>
          <a:p>
            <a:r>
              <a:rPr lang="ko-KR" altLang="en-US" dirty="0">
                <a:sym typeface="Wingdings" panose="05000000000000000000" pitchFamily="2" charset="2"/>
              </a:rPr>
              <a:t>조건식</a:t>
            </a:r>
            <a:r>
              <a:rPr lang="en-US" altLang="ko-KR" dirty="0">
                <a:sym typeface="Wingdings" panose="05000000000000000000" pitchFamily="2" charset="2"/>
              </a:rPr>
              <a:t>2</a:t>
            </a:r>
            <a:r>
              <a:rPr lang="ko-KR" altLang="en-US" dirty="0">
                <a:sym typeface="Wingdings" panose="05000000000000000000" pitchFamily="2" charset="2"/>
              </a:rPr>
              <a:t>가 </a:t>
            </a:r>
            <a:r>
              <a:rPr lang="en-US" altLang="ko-KR" dirty="0">
                <a:sym typeface="Wingdings" panose="05000000000000000000" pitchFamily="2" charset="2"/>
              </a:rPr>
              <a:t>false</a:t>
            </a:r>
            <a:r>
              <a:rPr lang="ko-KR" altLang="en-US" dirty="0">
                <a:sym typeface="Wingdings" panose="05000000000000000000" pitchFamily="2" charset="2"/>
              </a:rPr>
              <a:t>면 </a:t>
            </a:r>
            <a:r>
              <a:rPr lang="ko-KR" altLang="en-US" dirty="0" err="1">
                <a:sym typeface="Wingdings" panose="05000000000000000000" pitchFamily="2" charset="2"/>
              </a:rPr>
              <a:t>실행문</a:t>
            </a:r>
            <a:r>
              <a:rPr lang="en-US" altLang="ko-KR" dirty="0">
                <a:sym typeface="Wingdings" panose="05000000000000000000" pitchFamily="2" charset="2"/>
              </a:rPr>
              <a:t>3  </a:t>
            </a:r>
            <a:r>
              <a:rPr lang="ko-KR" altLang="en-US" dirty="0" err="1">
                <a:sym typeface="Wingdings" panose="05000000000000000000" pitchFamily="2" charset="2"/>
              </a:rPr>
              <a:t>실행문</a:t>
            </a:r>
            <a:r>
              <a:rPr lang="en-US" altLang="ko-KR" dirty="0">
                <a:sym typeface="Wingdings" panose="05000000000000000000" pitchFamily="2" charset="2"/>
              </a:rPr>
              <a:t>4</a:t>
            </a:r>
            <a:r>
              <a:rPr lang="ko-KR" altLang="en-US" dirty="0">
                <a:sym typeface="Wingdings" panose="05000000000000000000" pitchFamily="2" charset="2"/>
              </a:rPr>
              <a:t> 실행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3EEA8CC-0B7C-A247-260E-37033906FDFC}"/>
              </a:ext>
            </a:extLst>
          </p:cNvPr>
          <p:cNvSpPr txBox="1"/>
          <p:nvPr/>
        </p:nvSpPr>
        <p:spPr>
          <a:xfrm>
            <a:off x="6455121" y="317776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5BFDD38-9BF9-70DB-518E-C76A694F01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19010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5318D7-5655-4F32-9C5B-173CA06538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15492D4-502A-4945-4271-6D714C4AB8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altLang="ko-KR" sz="1400" dirty="0"/>
              <a:t>public class </a:t>
            </a:r>
            <a:r>
              <a:rPr lang="en-US" altLang="ko-KR" sz="1400" dirty="0" err="1"/>
              <a:t>IfElseIfElseExample</a:t>
            </a:r>
            <a:r>
              <a:rPr lang="en-US" altLang="ko-KR" sz="1400" dirty="0"/>
              <a:t> {</a:t>
            </a:r>
          </a:p>
          <a:p>
            <a:pPr marL="0" indent="0">
              <a:buNone/>
            </a:pPr>
            <a:r>
              <a:rPr lang="en-US" altLang="ko-KR" sz="1400" dirty="0"/>
              <a:t>    public static void main(String[] </a:t>
            </a:r>
            <a:r>
              <a:rPr lang="en-US" altLang="ko-KR" sz="1400" dirty="0" err="1"/>
              <a:t>args</a:t>
            </a:r>
            <a:r>
              <a:rPr lang="en-US" altLang="ko-KR" sz="1400" dirty="0"/>
              <a:t>) {</a:t>
            </a:r>
          </a:p>
          <a:p>
            <a:pPr marL="0" indent="0">
              <a:buNone/>
            </a:pPr>
            <a:r>
              <a:rPr lang="en-US" altLang="ko-KR" sz="1400" dirty="0"/>
              <a:t>        int score = 75;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        // score</a:t>
            </a:r>
            <a:r>
              <a:rPr lang="ko-KR" altLang="en-US" sz="1400" dirty="0"/>
              <a:t>가 </a:t>
            </a:r>
            <a:r>
              <a:rPr lang="en-US" altLang="ko-KR" sz="1400" dirty="0"/>
              <a:t>90 </a:t>
            </a:r>
            <a:r>
              <a:rPr lang="ko-KR" altLang="en-US" sz="1400" dirty="0"/>
              <a:t>이상일 때 실행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if(score &gt;= 90) {</a:t>
            </a:r>
          </a:p>
          <a:p>
            <a:pPr marL="0" indent="0">
              <a:buNone/>
            </a:pPr>
            <a:r>
              <a:rPr lang="en-US" altLang="ko-KR" sz="1400" dirty="0"/>
              <a:t>    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</a:t>
            </a:r>
            <a:r>
              <a:rPr lang="ko-KR" altLang="en-US" sz="1400" dirty="0"/>
              <a:t>점수가 </a:t>
            </a:r>
            <a:r>
              <a:rPr lang="en-US" altLang="ko-KR" sz="1400" dirty="0"/>
              <a:t>100~90 </a:t>
            </a:r>
            <a:r>
              <a:rPr lang="ko-KR" altLang="en-US" sz="1400" dirty="0"/>
              <a:t>입니다</a:t>
            </a:r>
            <a:r>
              <a:rPr lang="en-US" altLang="ko-KR" sz="1400" dirty="0"/>
              <a:t>.");</a:t>
            </a:r>
          </a:p>
          <a:p>
            <a:pPr marL="0" indent="0">
              <a:buNone/>
            </a:pPr>
            <a:r>
              <a:rPr lang="en-US" altLang="ko-KR" sz="1400" dirty="0"/>
              <a:t>    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</a:t>
            </a:r>
            <a:r>
              <a:rPr lang="ko-KR" altLang="en-US" sz="1400" dirty="0"/>
              <a:t>등급은 </a:t>
            </a:r>
            <a:r>
              <a:rPr lang="en-US" altLang="ko-KR" sz="1400" dirty="0"/>
              <a:t>A </a:t>
            </a:r>
            <a:r>
              <a:rPr lang="ko-KR" altLang="en-US" sz="1400" dirty="0"/>
              <a:t>입니다</a:t>
            </a:r>
            <a:r>
              <a:rPr lang="en-US" altLang="ko-KR" sz="1400" dirty="0"/>
              <a:t>.");</a:t>
            </a:r>
          </a:p>
          <a:p>
            <a:pPr marL="0" indent="0">
              <a:buNone/>
            </a:pPr>
            <a:r>
              <a:rPr lang="en-US" altLang="ko-KR" sz="1400" dirty="0"/>
              <a:t>        } </a:t>
            </a:r>
          </a:p>
          <a:p>
            <a:pPr marL="0" indent="0">
              <a:buNone/>
            </a:pPr>
            <a:r>
              <a:rPr lang="en-US" altLang="ko-KR" sz="1400" dirty="0"/>
              <a:t>        // score</a:t>
            </a:r>
            <a:r>
              <a:rPr lang="ko-KR" altLang="en-US" sz="1400" dirty="0"/>
              <a:t>가 </a:t>
            </a:r>
            <a:r>
              <a:rPr lang="en-US" altLang="ko-KR" sz="1400" dirty="0"/>
              <a:t>80 </a:t>
            </a:r>
            <a:r>
              <a:rPr lang="ko-KR" altLang="en-US" sz="1400" dirty="0"/>
              <a:t>이상 </a:t>
            </a:r>
            <a:r>
              <a:rPr lang="en-US" altLang="ko-KR" sz="1400" dirty="0"/>
              <a:t> </a:t>
            </a:r>
            <a:endParaRPr lang="ko-KR" altLang="en-US" sz="1400" dirty="0"/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	else if(score &gt;= 80) {    </a:t>
            </a:r>
          </a:p>
          <a:p>
            <a:pPr marL="0" indent="0">
              <a:buNone/>
            </a:pPr>
            <a:r>
              <a:rPr lang="en-US" altLang="ko-KR" sz="1400" dirty="0"/>
              <a:t>            	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</a:t>
            </a:r>
            <a:r>
              <a:rPr lang="ko-KR" altLang="en-US" sz="1400" dirty="0"/>
              <a:t>점수가 </a:t>
            </a:r>
            <a:r>
              <a:rPr lang="en-US" altLang="ko-KR" sz="1400" dirty="0"/>
              <a:t>80~89 </a:t>
            </a:r>
            <a:r>
              <a:rPr lang="ko-KR" altLang="en-US" sz="1400" dirty="0"/>
              <a:t>입니다</a:t>
            </a:r>
            <a:r>
              <a:rPr lang="en-US" altLang="ko-KR" sz="1400" dirty="0"/>
              <a:t>.");</a:t>
            </a:r>
          </a:p>
          <a:p>
            <a:pPr marL="0" indent="0">
              <a:buNone/>
            </a:pPr>
            <a:r>
              <a:rPr lang="en-US" altLang="ko-KR" sz="1400" dirty="0"/>
              <a:t>            	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</a:t>
            </a:r>
            <a:r>
              <a:rPr lang="ko-KR" altLang="en-US" sz="1400" dirty="0"/>
              <a:t>등급은 </a:t>
            </a:r>
            <a:r>
              <a:rPr lang="en-US" altLang="ko-KR" sz="1400" dirty="0"/>
              <a:t>B </a:t>
            </a:r>
            <a:r>
              <a:rPr lang="ko-KR" altLang="en-US" sz="1400" dirty="0"/>
              <a:t>입니다</a:t>
            </a:r>
            <a:r>
              <a:rPr lang="en-US" altLang="ko-KR" sz="1400" dirty="0"/>
              <a:t>.");</a:t>
            </a:r>
          </a:p>
          <a:p>
            <a:pPr marL="0" indent="0">
              <a:buNone/>
            </a:pPr>
            <a:r>
              <a:rPr lang="en-US" altLang="ko-KR" sz="1400" dirty="0"/>
              <a:t>        	} </a:t>
            </a:r>
          </a:p>
          <a:p>
            <a:pPr marL="0" indent="0">
              <a:buNone/>
            </a:pPr>
            <a:r>
              <a:rPr lang="en-US" altLang="ko-KR" sz="1400" dirty="0"/>
              <a:t>        		// score</a:t>
            </a:r>
            <a:r>
              <a:rPr lang="ko-KR" altLang="en-US" sz="1400" dirty="0"/>
              <a:t>가 </a:t>
            </a:r>
            <a:r>
              <a:rPr lang="en-US" altLang="ko-KR" sz="1400" dirty="0"/>
              <a:t>70 </a:t>
            </a:r>
            <a:r>
              <a:rPr lang="ko-KR" altLang="en-US" sz="1400" dirty="0"/>
              <a:t>이상 </a:t>
            </a:r>
            <a:r>
              <a:rPr lang="en-US" altLang="ko-KR" sz="1400" dirty="0"/>
              <a:t> </a:t>
            </a:r>
            <a:endParaRPr lang="ko-KR" altLang="en-US" sz="1400" dirty="0"/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		else if(score &gt;= 70) {</a:t>
            </a:r>
          </a:p>
          <a:p>
            <a:pPr marL="0" indent="0">
              <a:buNone/>
            </a:pPr>
            <a:r>
              <a:rPr lang="en-US" altLang="ko-KR" sz="1400" dirty="0"/>
              <a:t>            		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</a:t>
            </a:r>
            <a:r>
              <a:rPr lang="ko-KR" altLang="en-US" sz="1400" dirty="0"/>
              <a:t>점수가 </a:t>
            </a:r>
            <a:r>
              <a:rPr lang="en-US" altLang="ko-KR" sz="1400" dirty="0"/>
              <a:t>70~79 </a:t>
            </a:r>
            <a:r>
              <a:rPr lang="ko-KR" altLang="en-US" sz="1400" dirty="0"/>
              <a:t>입니다</a:t>
            </a:r>
            <a:r>
              <a:rPr lang="en-US" altLang="ko-KR" sz="1400" dirty="0"/>
              <a:t>.");</a:t>
            </a:r>
          </a:p>
          <a:p>
            <a:pPr marL="0" indent="0">
              <a:buNone/>
            </a:pPr>
            <a:r>
              <a:rPr lang="en-US" altLang="ko-KR" sz="1400" dirty="0"/>
              <a:t>            		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</a:t>
            </a:r>
            <a:r>
              <a:rPr lang="ko-KR" altLang="en-US" sz="1400" dirty="0"/>
              <a:t>등급은 </a:t>
            </a:r>
            <a:r>
              <a:rPr lang="en-US" altLang="ko-KR" sz="1400" dirty="0"/>
              <a:t>C </a:t>
            </a:r>
            <a:r>
              <a:rPr lang="ko-KR" altLang="en-US" sz="1400" dirty="0"/>
              <a:t>입니다</a:t>
            </a:r>
            <a:r>
              <a:rPr lang="en-US" altLang="ko-KR" sz="1400" dirty="0"/>
              <a:t>.");</a:t>
            </a:r>
          </a:p>
          <a:p>
            <a:pPr marL="0" indent="0">
              <a:buNone/>
            </a:pPr>
            <a:r>
              <a:rPr lang="en-US" altLang="ko-KR" sz="1400" dirty="0"/>
              <a:t>        		} </a:t>
            </a:r>
          </a:p>
          <a:p>
            <a:pPr marL="0" indent="0">
              <a:buNone/>
            </a:pPr>
            <a:r>
              <a:rPr lang="en-US" altLang="ko-KR" sz="1400" dirty="0"/>
              <a:t>       			 // score</a:t>
            </a:r>
            <a:r>
              <a:rPr lang="ko-KR" altLang="en-US" sz="1400" dirty="0"/>
              <a:t>가 </a:t>
            </a:r>
            <a:r>
              <a:rPr lang="en-US" altLang="ko-KR" sz="1400" dirty="0"/>
              <a:t>70 </a:t>
            </a:r>
            <a:r>
              <a:rPr lang="ko-KR" altLang="en-US" sz="1400" dirty="0"/>
              <a:t>미만일 때 실행</a:t>
            </a:r>
          </a:p>
          <a:p>
            <a:pPr marL="0" indent="0">
              <a:buNone/>
            </a:pPr>
            <a:r>
              <a:rPr lang="ko-KR" altLang="en-US" sz="1400" dirty="0"/>
              <a:t>       </a:t>
            </a:r>
            <a:r>
              <a:rPr lang="en-US" altLang="ko-KR" sz="1400" dirty="0"/>
              <a:t>			</a:t>
            </a:r>
            <a:r>
              <a:rPr lang="ko-KR" altLang="en-US" sz="1400" dirty="0"/>
              <a:t> </a:t>
            </a:r>
            <a:r>
              <a:rPr lang="en-US" altLang="ko-KR" sz="1400" dirty="0"/>
              <a:t>else {</a:t>
            </a:r>
          </a:p>
          <a:p>
            <a:pPr marL="0" indent="0">
              <a:buNone/>
            </a:pPr>
            <a:r>
              <a:rPr lang="en-US" altLang="ko-KR" sz="1400" dirty="0"/>
              <a:t>          			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</a:t>
            </a:r>
            <a:r>
              <a:rPr lang="ko-KR" altLang="en-US" sz="1400" dirty="0"/>
              <a:t>점수가 </a:t>
            </a:r>
            <a:r>
              <a:rPr lang="en-US" altLang="ko-KR" sz="1400" dirty="0"/>
              <a:t>70 </a:t>
            </a:r>
            <a:r>
              <a:rPr lang="ko-KR" altLang="en-US" sz="1400" dirty="0"/>
              <a:t>미만 입니다</a:t>
            </a:r>
            <a:r>
              <a:rPr lang="en-US" altLang="ko-KR" sz="1400" dirty="0"/>
              <a:t>.");</a:t>
            </a:r>
          </a:p>
          <a:p>
            <a:pPr marL="0" indent="0">
              <a:buNone/>
            </a:pPr>
            <a:r>
              <a:rPr lang="en-US" altLang="ko-KR" sz="1400" dirty="0"/>
              <a:t>          			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</a:t>
            </a:r>
            <a:r>
              <a:rPr lang="ko-KR" altLang="en-US" sz="1400" dirty="0"/>
              <a:t>등급은 </a:t>
            </a:r>
            <a:r>
              <a:rPr lang="en-US" altLang="ko-KR" sz="1400" dirty="0"/>
              <a:t>D </a:t>
            </a:r>
            <a:r>
              <a:rPr lang="ko-KR" altLang="en-US" sz="1400" dirty="0"/>
              <a:t>입니다</a:t>
            </a:r>
            <a:r>
              <a:rPr lang="en-US" altLang="ko-KR" sz="1400" dirty="0"/>
              <a:t>.");</a:t>
            </a:r>
          </a:p>
          <a:p>
            <a:pPr marL="0" indent="0">
              <a:buNone/>
            </a:pPr>
            <a:r>
              <a:rPr lang="en-US" altLang="ko-KR" sz="1400" dirty="0"/>
              <a:t>        			}</a:t>
            </a:r>
          </a:p>
          <a:p>
            <a:pPr marL="0" indent="0">
              <a:buNone/>
            </a:pPr>
            <a:r>
              <a:rPr lang="en-US" altLang="ko-KR" sz="1400" dirty="0"/>
              <a:t>    }</a:t>
            </a:r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B044392-2C28-2631-1517-EEEA19D653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2954" y="2629824"/>
            <a:ext cx="4715772" cy="1380861"/>
          </a:xfrm>
          <a:prstGeom prst="rect">
            <a:avLst/>
          </a:prstGeom>
        </p:spPr>
      </p:pic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D4CC5819-3670-BBF9-DC71-401FA92ED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1187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597FD3-D9AE-C84C-969F-98F67A7652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272771E-6FD9-4E89-34DE-F4A8ECC277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1400" b="1" dirty="0"/>
              <a:t>if-else</a:t>
            </a:r>
            <a:r>
              <a:rPr lang="ko-KR" altLang="en-US" sz="1400" b="1" dirty="0"/>
              <a:t>문을 이용한 주사위 눈 출력 프로그램</a:t>
            </a:r>
            <a:endParaRPr lang="en-US" altLang="ko-KR" sz="1400" b="1" dirty="0"/>
          </a:p>
          <a:p>
            <a:pPr marL="0" indent="0">
              <a:buNone/>
            </a:pPr>
            <a:endParaRPr lang="en-US" altLang="ko-KR" sz="1400" b="1" dirty="0"/>
          </a:p>
          <a:p>
            <a:pPr marL="0" indent="0">
              <a:buNone/>
            </a:pPr>
            <a:r>
              <a:rPr lang="ko-KR" altLang="en-US" sz="1400" dirty="0"/>
              <a:t>주사위를 굴려서 나올 수의 </a:t>
            </a:r>
            <a:r>
              <a:rPr lang="en-US" altLang="ko-KR" sz="1400" dirty="0"/>
              <a:t>1,2,3,4,5,6</a:t>
            </a:r>
            <a:r>
              <a:rPr lang="ko-KR" altLang="en-US" sz="1400" dirty="0"/>
              <a:t>는 무작위 확률로 나오므로 </a:t>
            </a: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먼저</a:t>
            </a:r>
            <a:r>
              <a:rPr lang="en-US" altLang="ko-KR" sz="1400" dirty="0"/>
              <a:t>, 1~6</a:t>
            </a:r>
            <a:r>
              <a:rPr lang="ko-KR" altLang="en-US" sz="1400" dirty="0"/>
              <a:t>까지 임의의 난수를 뽑는 방법을 알아야 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자바의 </a:t>
            </a:r>
            <a:r>
              <a:rPr lang="en-US" altLang="ko-KR" sz="1400" dirty="0"/>
              <a:t>Math </a:t>
            </a:r>
            <a:r>
              <a:rPr lang="ko-KR" altLang="en-US" sz="1400" dirty="0"/>
              <a:t>클래스는 자바에서 제공하는 수학 연산을 처리하기 위한 라이브러리</a:t>
            </a:r>
            <a:r>
              <a:rPr lang="en-US" altLang="ko-KR" sz="1400" dirty="0"/>
              <a:t>(</a:t>
            </a:r>
            <a:r>
              <a:rPr lang="ko-KR" altLang="en-US" sz="1400" dirty="0"/>
              <a:t>프로그래밍에서 재사용 가능한 코드의 모음</a:t>
            </a:r>
            <a:r>
              <a:rPr lang="en-US" altLang="ko-KR" sz="1400" dirty="0"/>
              <a:t>)</a:t>
            </a:r>
            <a:r>
              <a:rPr lang="ko-KR" altLang="en-US" sz="1400" dirty="0"/>
              <a:t>이다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Math</a:t>
            </a:r>
            <a:r>
              <a:rPr lang="ko-KR" altLang="en-US" sz="1400" dirty="0"/>
              <a:t>클래스는 </a:t>
            </a:r>
            <a:r>
              <a:rPr lang="en-US" altLang="ko-KR" sz="1400" dirty="0" err="1"/>
              <a:t>ramdom</a:t>
            </a:r>
            <a:r>
              <a:rPr lang="en-US" altLang="ko-KR" sz="1400" dirty="0"/>
              <a:t>()</a:t>
            </a:r>
            <a:r>
              <a:rPr lang="ko-KR" altLang="en-US" sz="1400" dirty="0"/>
              <a:t>이라는 메소드가 있는데</a:t>
            </a:r>
            <a:r>
              <a:rPr lang="en-US" altLang="ko-KR" sz="1400" dirty="0"/>
              <a:t>, </a:t>
            </a:r>
            <a:r>
              <a:rPr lang="ko-KR" altLang="en-US" sz="1400" dirty="0"/>
              <a:t>이 메소드는 </a:t>
            </a:r>
            <a:r>
              <a:rPr lang="en-US" altLang="ko-KR" sz="1400" dirty="0"/>
              <a:t>0.0</a:t>
            </a:r>
            <a:r>
              <a:rPr lang="ko-KR" altLang="en-US" sz="1400" dirty="0"/>
              <a:t>과 </a:t>
            </a:r>
            <a:r>
              <a:rPr lang="en-US" altLang="ko-KR" sz="1400" dirty="0"/>
              <a:t>1.0</a:t>
            </a:r>
            <a:r>
              <a:rPr lang="ko-KR" altLang="en-US" sz="1400" dirty="0"/>
              <a:t>사이에 속하는</a:t>
            </a:r>
            <a:r>
              <a:rPr lang="en-US" altLang="ko-KR" sz="1400" dirty="0"/>
              <a:t>double</a:t>
            </a:r>
            <a:r>
              <a:rPr lang="ko-KR" altLang="en-US" sz="1400" dirty="0"/>
              <a:t>타입의 난수 하나를 </a:t>
            </a:r>
            <a:r>
              <a:rPr lang="ko-KR" altLang="en-US" sz="1400" dirty="0" err="1"/>
              <a:t>리턴한다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r>
              <a:rPr lang="ko-KR" altLang="en-US" sz="1400" dirty="0"/>
              <a:t>이때 </a:t>
            </a:r>
            <a:r>
              <a:rPr lang="en-US" altLang="ko-KR" sz="1400" dirty="0"/>
              <a:t>0.0</a:t>
            </a:r>
            <a:r>
              <a:rPr lang="ko-KR" altLang="en-US" sz="1400" dirty="0"/>
              <a:t>은 범위에 포함되고 </a:t>
            </a:r>
            <a:r>
              <a:rPr lang="en-US" altLang="ko-KR" sz="1400" dirty="0"/>
              <a:t>1.0</a:t>
            </a:r>
            <a:r>
              <a:rPr lang="ko-KR" altLang="en-US" sz="1400" dirty="0"/>
              <a:t>은 포함되지 않는다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0.0 &lt;= </a:t>
            </a:r>
            <a:r>
              <a:rPr lang="en-US" altLang="ko-KR" sz="1400" dirty="0" err="1"/>
              <a:t>Math.random</a:t>
            </a:r>
            <a:r>
              <a:rPr lang="en-US" altLang="ko-KR" sz="1400" dirty="0"/>
              <a:t>() &lt;1.0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이때  </a:t>
            </a:r>
            <a:r>
              <a:rPr lang="en-US" altLang="ko-KR" sz="1400" dirty="0"/>
              <a:t>0.0</a:t>
            </a:r>
            <a:r>
              <a:rPr lang="ko-KR" altLang="en-US" sz="1400" dirty="0"/>
              <a:t>부터 </a:t>
            </a:r>
            <a:r>
              <a:rPr lang="en-US" altLang="ko-KR" sz="1400" dirty="0"/>
              <a:t>1.0</a:t>
            </a:r>
            <a:r>
              <a:rPr lang="ko-KR" altLang="en-US" sz="1400" dirty="0"/>
              <a:t>사이의 정수를 얻기 위해 각 변에 </a:t>
            </a:r>
            <a:r>
              <a:rPr lang="en-US" altLang="ko-KR" sz="1400" dirty="0"/>
              <a:t>6</a:t>
            </a:r>
            <a:r>
              <a:rPr lang="ko-KR" altLang="en-US" sz="1400" dirty="0"/>
              <a:t>을 </a:t>
            </a:r>
            <a:r>
              <a:rPr lang="ko-KR" altLang="en-US" sz="1400" dirty="0" err="1"/>
              <a:t>곱한후</a:t>
            </a:r>
            <a:r>
              <a:rPr lang="ko-KR" altLang="en-US" sz="1400" dirty="0"/>
              <a:t> </a:t>
            </a:r>
            <a:r>
              <a:rPr lang="en-US" altLang="ko-KR" sz="1400" dirty="0"/>
              <a:t>1</a:t>
            </a:r>
            <a:r>
              <a:rPr lang="ko-KR" altLang="en-US" sz="1400" dirty="0"/>
              <a:t>을 더한다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0.0 * 6 + 1 &lt;= </a:t>
            </a:r>
            <a:r>
              <a:rPr lang="en-US" altLang="ko-KR" sz="1400" dirty="0" err="1"/>
              <a:t>Math.random</a:t>
            </a:r>
            <a:r>
              <a:rPr lang="en-US" altLang="ko-KR" sz="1400" dirty="0"/>
              <a:t>()*6 + 1 &lt; 1.0*6 + 1 </a:t>
            </a:r>
            <a:r>
              <a:rPr lang="en-US" altLang="ko-KR" sz="1400" dirty="0">
                <a:sym typeface="Wingdings" panose="05000000000000000000" pitchFamily="2" charset="2"/>
              </a:rPr>
              <a:t> 1.0 &lt;= </a:t>
            </a:r>
            <a:r>
              <a:rPr lang="en-US" altLang="ko-KR" sz="1400" dirty="0" err="1">
                <a:sym typeface="Wingdings" panose="05000000000000000000" pitchFamily="2" charset="2"/>
              </a:rPr>
              <a:t>Math.random</a:t>
            </a:r>
            <a:r>
              <a:rPr lang="en-US" altLang="ko-KR" sz="1400" dirty="0">
                <a:sym typeface="Wingdings" panose="05000000000000000000" pitchFamily="2" charset="2"/>
              </a:rPr>
              <a:t>()*6 + 1 &lt; 7.0</a:t>
            </a:r>
          </a:p>
          <a:p>
            <a:pPr marL="0" indent="0">
              <a:buNone/>
            </a:pPr>
            <a:endParaRPr lang="en-US" altLang="ko-KR" sz="14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ko-KR" altLang="en-US" sz="1400" dirty="0">
                <a:sym typeface="Wingdings" panose="05000000000000000000" pitchFamily="2" charset="2"/>
              </a:rPr>
              <a:t>주사위 눈 </a:t>
            </a:r>
            <a:r>
              <a:rPr lang="en-US" altLang="ko-KR" sz="1400" dirty="0">
                <a:sym typeface="Wingdings" panose="05000000000000000000" pitchFamily="2" charset="2"/>
              </a:rPr>
              <a:t>1~6</a:t>
            </a:r>
            <a:r>
              <a:rPr lang="ko-KR" altLang="en-US" sz="1400" dirty="0">
                <a:sym typeface="Wingdings" panose="05000000000000000000" pitchFamily="2" charset="2"/>
              </a:rPr>
              <a:t>사이의 값은 정수이므로 </a:t>
            </a:r>
            <a:r>
              <a:rPr lang="en-US" altLang="ko-KR" sz="1400" dirty="0">
                <a:sym typeface="Wingdings" panose="05000000000000000000" pitchFamily="2" charset="2"/>
              </a:rPr>
              <a:t>int</a:t>
            </a:r>
            <a:r>
              <a:rPr lang="ko-KR" altLang="en-US" sz="1400" dirty="0">
                <a:sym typeface="Wingdings" panose="05000000000000000000" pitchFamily="2" charset="2"/>
              </a:rPr>
              <a:t>타입으로 강제 타입변환을 한다</a:t>
            </a:r>
            <a:r>
              <a:rPr lang="en-US" altLang="ko-KR" sz="1400" dirty="0">
                <a:sym typeface="Wingdings" panose="05000000000000000000" pitchFamily="2" charset="2"/>
              </a:rPr>
              <a:t>.</a:t>
            </a:r>
          </a:p>
          <a:p>
            <a:pPr marL="0" indent="0">
              <a:buNone/>
            </a:pPr>
            <a:r>
              <a:rPr lang="ko-KR" altLang="en-US" sz="1400" dirty="0">
                <a:sym typeface="Wingdings" panose="05000000000000000000" pitchFamily="2" charset="2"/>
              </a:rPr>
              <a:t>따라서 주사위 번호 하나를 뽑기 위한 연산식은 다음과 같다</a:t>
            </a:r>
            <a:r>
              <a:rPr lang="en-US" altLang="ko-KR" sz="1400" dirty="0">
                <a:sym typeface="Wingdings" panose="05000000000000000000" pitchFamily="2" charset="2"/>
              </a:rPr>
              <a:t>.</a:t>
            </a:r>
          </a:p>
          <a:p>
            <a:pPr marL="0" indent="0">
              <a:buNone/>
            </a:pPr>
            <a:endParaRPr lang="en-US" altLang="ko-KR" sz="14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altLang="ko-KR" sz="1400" dirty="0">
                <a:sym typeface="Wingdings" panose="05000000000000000000" pitchFamily="2" charset="2"/>
              </a:rPr>
              <a:t>int num = (int) (</a:t>
            </a:r>
            <a:r>
              <a:rPr lang="en-US" altLang="ko-KR" sz="1400" dirty="0" err="1">
                <a:sym typeface="Wingdings" panose="05000000000000000000" pitchFamily="2" charset="2"/>
              </a:rPr>
              <a:t>Math.random</a:t>
            </a:r>
            <a:r>
              <a:rPr lang="en-US" altLang="ko-KR" sz="1400" dirty="0">
                <a:sym typeface="Wingdings" panose="05000000000000000000" pitchFamily="2" charset="2"/>
              </a:rPr>
              <a:t>() * 6) + 1</a:t>
            </a:r>
          </a:p>
          <a:p>
            <a:pPr marL="0" indent="0">
              <a:buNone/>
            </a:pPr>
            <a:r>
              <a:rPr lang="en-US" altLang="ko-KR" sz="1400" dirty="0">
                <a:sym typeface="Wingdings" panose="05000000000000000000" pitchFamily="2" charset="2"/>
              </a:rPr>
              <a:t> 1 &lt;= (int) (</a:t>
            </a:r>
            <a:r>
              <a:rPr lang="en-US" altLang="ko-KR" sz="1400" dirty="0" err="1">
                <a:sym typeface="Wingdings" panose="05000000000000000000" pitchFamily="2" charset="2"/>
              </a:rPr>
              <a:t>Math.random</a:t>
            </a:r>
            <a:r>
              <a:rPr lang="en-US" altLang="ko-KR" sz="1400" dirty="0">
                <a:sym typeface="Wingdings" panose="05000000000000000000" pitchFamily="2" charset="2"/>
              </a:rPr>
              <a:t>() * 6) + 1 &lt; 7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468B462-609E-19AD-648A-2888C9D79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55868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7FF94D-8B9B-0245-F875-9CF97213E6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275CC53-026E-E700-B34B-5C1C0207EE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1400" dirty="0"/>
              <a:t>public class </a:t>
            </a:r>
            <a:r>
              <a:rPr lang="en-US" altLang="ko-KR" sz="1400" dirty="0" err="1"/>
              <a:t>IfDiceExample</a:t>
            </a:r>
            <a:r>
              <a:rPr lang="en-US" altLang="ko-KR" sz="1400" dirty="0"/>
              <a:t> {</a:t>
            </a:r>
          </a:p>
          <a:p>
            <a:pPr marL="0" indent="0">
              <a:buNone/>
            </a:pPr>
            <a:r>
              <a:rPr lang="en-US" altLang="ko-KR" sz="1400" dirty="0"/>
              <a:t>    public static void main(String[] </a:t>
            </a:r>
            <a:r>
              <a:rPr lang="en-US" altLang="ko-KR" sz="1400" dirty="0" err="1"/>
              <a:t>args</a:t>
            </a:r>
            <a:r>
              <a:rPr lang="en-US" altLang="ko-KR" sz="1400" dirty="0"/>
              <a:t>) {</a:t>
            </a:r>
          </a:p>
          <a:p>
            <a:pPr marL="0" indent="0">
              <a:buNone/>
            </a:pPr>
            <a:r>
              <a:rPr lang="en-US" altLang="ko-KR" sz="1400" dirty="0"/>
              <a:t>        int num = (int)(</a:t>
            </a:r>
            <a:r>
              <a:rPr lang="en-US" altLang="ko-KR" sz="1400" dirty="0" err="1"/>
              <a:t>Math.random</a:t>
            </a:r>
            <a:r>
              <a:rPr lang="en-US" altLang="ko-KR" sz="1400" dirty="0"/>
              <a:t>() * 6) + 1; // 1</a:t>
            </a:r>
            <a:r>
              <a:rPr lang="ko-KR" altLang="en-US" sz="1400" dirty="0"/>
              <a:t>부터 </a:t>
            </a:r>
            <a:r>
              <a:rPr lang="en-US" altLang="ko-KR" sz="1400" dirty="0"/>
              <a:t>6</a:t>
            </a:r>
            <a:r>
              <a:rPr lang="ko-KR" altLang="en-US" sz="1400" dirty="0"/>
              <a:t>까지의 난수 생성</a:t>
            </a:r>
          </a:p>
          <a:p>
            <a:pPr marL="0" indent="0">
              <a:buNone/>
            </a:pPr>
            <a:endParaRPr lang="ko-KR" altLang="en-US" sz="1400" dirty="0"/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// </a:t>
            </a:r>
            <a:r>
              <a:rPr lang="ko-KR" altLang="en-US" sz="1400" dirty="0"/>
              <a:t>주사위 숫자에 따라 출력 메시지 분기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if(num == 1) {</a:t>
            </a:r>
          </a:p>
          <a:p>
            <a:pPr marL="0" indent="0">
              <a:buNone/>
            </a:pPr>
            <a:r>
              <a:rPr lang="en-US" altLang="ko-KR" sz="1400" dirty="0"/>
              <a:t>    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("1</a:t>
            </a:r>
            <a:r>
              <a:rPr lang="ko-KR" altLang="en-US" sz="1400" dirty="0"/>
              <a:t>번이 나왔습니다</a:t>
            </a:r>
            <a:r>
              <a:rPr lang="en-US" altLang="ko-KR" sz="1400" dirty="0"/>
              <a:t>."); // num</a:t>
            </a:r>
            <a:r>
              <a:rPr lang="ko-KR" altLang="en-US" sz="1400" dirty="0"/>
              <a:t>이 </a:t>
            </a:r>
            <a:r>
              <a:rPr lang="en-US" altLang="ko-KR" sz="1400" dirty="0"/>
              <a:t>1</a:t>
            </a:r>
            <a:r>
              <a:rPr lang="ko-KR" altLang="en-US" sz="1400" dirty="0"/>
              <a:t>일 때 출력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	} else if(num == 2) {    </a:t>
            </a:r>
          </a:p>
          <a:p>
            <a:pPr marL="0" indent="0">
              <a:buNone/>
            </a:pPr>
            <a:r>
              <a:rPr lang="en-US" altLang="ko-KR" sz="1400" dirty="0"/>
              <a:t>            	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("2</a:t>
            </a:r>
            <a:r>
              <a:rPr lang="ko-KR" altLang="en-US" sz="1400" dirty="0"/>
              <a:t>번이 나왔습니다</a:t>
            </a:r>
            <a:r>
              <a:rPr lang="en-US" altLang="ko-KR" sz="1400" dirty="0"/>
              <a:t>."); // num</a:t>
            </a:r>
            <a:r>
              <a:rPr lang="ko-KR" altLang="en-US" sz="1400" dirty="0"/>
              <a:t>이 </a:t>
            </a:r>
            <a:r>
              <a:rPr lang="en-US" altLang="ko-KR" sz="1400" dirty="0"/>
              <a:t>2</a:t>
            </a:r>
            <a:r>
              <a:rPr lang="ko-KR" altLang="en-US" sz="1400" dirty="0"/>
              <a:t>일 때 출력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		} else if(num == 3) {</a:t>
            </a:r>
          </a:p>
          <a:p>
            <a:pPr marL="0" indent="0">
              <a:buNone/>
            </a:pPr>
            <a:r>
              <a:rPr lang="en-US" altLang="ko-KR" sz="1400" dirty="0"/>
              <a:t>           		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("3</a:t>
            </a:r>
            <a:r>
              <a:rPr lang="ko-KR" altLang="en-US" sz="1400" dirty="0"/>
              <a:t>번이 나왔습니다</a:t>
            </a:r>
            <a:r>
              <a:rPr lang="en-US" altLang="ko-KR" sz="1400" dirty="0"/>
              <a:t>."); // num</a:t>
            </a:r>
            <a:r>
              <a:rPr lang="ko-KR" altLang="en-US" sz="1400" dirty="0"/>
              <a:t>이 </a:t>
            </a:r>
            <a:r>
              <a:rPr lang="en-US" altLang="ko-KR" sz="1400" dirty="0"/>
              <a:t>3</a:t>
            </a:r>
            <a:r>
              <a:rPr lang="ko-KR" altLang="en-US" sz="1400" dirty="0"/>
              <a:t>일 때 출력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			} else if(num == 4) {</a:t>
            </a:r>
          </a:p>
          <a:p>
            <a:pPr marL="0" indent="0">
              <a:buNone/>
            </a:pPr>
            <a:r>
              <a:rPr lang="en-US" altLang="ko-KR" sz="1400" dirty="0"/>
              <a:t>           			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("4</a:t>
            </a:r>
            <a:r>
              <a:rPr lang="ko-KR" altLang="en-US" sz="1400" dirty="0"/>
              <a:t>번이 나왔습니다</a:t>
            </a:r>
            <a:r>
              <a:rPr lang="en-US" altLang="ko-KR" sz="1400" dirty="0"/>
              <a:t>."); // num</a:t>
            </a:r>
            <a:r>
              <a:rPr lang="ko-KR" altLang="en-US" sz="1400" dirty="0"/>
              <a:t>이 </a:t>
            </a:r>
            <a:r>
              <a:rPr lang="en-US" altLang="ko-KR" sz="1400" dirty="0"/>
              <a:t>4</a:t>
            </a:r>
            <a:r>
              <a:rPr lang="ko-KR" altLang="en-US" sz="1400" dirty="0"/>
              <a:t>일 때 출력</a:t>
            </a:r>
          </a:p>
          <a:p>
            <a:pPr marL="0" indent="0">
              <a:buNone/>
            </a:pPr>
            <a:r>
              <a:rPr lang="ko-KR" altLang="en-US" sz="1400" dirty="0"/>
              <a:t>      </a:t>
            </a:r>
            <a:r>
              <a:rPr lang="en-US" altLang="ko-KR" sz="1400" dirty="0"/>
              <a:t>				</a:t>
            </a:r>
            <a:r>
              <a:rPr lang="ko-KR" altLang="en-US" sz="1400" dirty="0"/>
              <a:t>  </a:t>
            </a:r>
            <a:r>
              <a:rPr lang="en-US" altLang="ko-KR" sz="1400" dirty="0"/>
              <a:t>} else if(num == 5) {</a:t>
            </a:r>
          </a:p>
          <a:p>
            <a:pPr marL="0" indent="0">
              <a:buNone/>
            </a:pPr>
            <a:r>
              <a:rPr lang="en-US" altLang="ko-KR" sz="1400" dirty="0"/>
              <a:t>         				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("5</a:t>
            </a:r>
            <a:r>
              <a:rPr lang="ko-KR" altLang="en-US" sz="1400" dirty="0"/>
              <a:t>번이 나왔습니다</a:t>
            </a:r>
            <a:r>
              <a:rPr lang="en-US" altLang="ko-KR" sz="1400" dirty="0"/>
              <a:t>."); // num</a:t>
            </a:r>
            <a:r>
              <a:rPr lang="ko-KR" altLang="en-US" sz="1400" dirty="0"/>
              <a:t>이 </a:t>
            </a:r>
            <a:r>
              <a:rPr lang="en-US" altLang="ko-KR" sz="1400" dirty="0"/>
              <a:t>5</a:t>
            </a:r>
            <a:r>
              <a:rPr lang="ko-KR" altLang="en-US" sz="1400" dirty="0"/>
              <a:t>일 때 출력</a:t>
            </a:r>
          </a:p>
          <a:p>
            <a:pPr marL="0" indent="0">
              <a:buNone/>
            </a:pPr>
            <a:r>
              <a:rPr lang="ko-KR" altLang="en-US" sz="1400" dirty="0"/>
              <a:t>     </a:t>
            </a:r>
            <a:r>
              <a:rPr lang="en-US" altLang="ko-KR" sz="1400" dirty="0"/>
              <a:t>				</a:t>
            </a:r>
            <a:r>
              <a:rPr lang="ko-KR" altLang="en-US" sz="1400" dirty="0"/>
              <a:t>   </a:t>
            </a:r>
            <a:r>
              <a:rPr lang="en-US" altLang="ko-KR" sz="1400" dirty="0"/>
              <a:t>} else {</a:t>
            </a:r>
          </a:p>
          <a:p>
            <a:pPr marL="0" indent="0">
              <a:buNone/>
            </a:pPr>
            <a:r>
              <a:rPr lang="en-US" altLang="ko-KR" sz="1400" dirty="0"/>
              <a:t>        					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("6</a:t>
            </a:r>
            <a:r>
              <a:rPr lang="ko-KR" altLang="en-US" sz="1400" dirty="0"/>
              <a:t>번이 나왔습니다</a:t>
            </a:r>
            <a:r>
              <a:rPr lang="en-US" altLang="ko-KR" sz="1400" dirty="0"/>
              <a:t>."); // num</a:t>
            </a:r>
            <a:r>
              <a:rPr lang="ko-KR" altLang="en-US" sz="1400" dirty="0"/>
              <a:t>이 </a:t>
            </a:r>
            <a:r>
              <a:rPr lang="en-US" altLang="ko-KR" sz="1400" dirty="0"/>
              <a:t>6</a:t>
            </a:r>
            <a:r>
              <a:rPr lang="ko-KR" altLang="en-US" sz="1400" dirty="0"/>
              <a:t>일 때 출력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}</a:t>
            </a:r>
          </a:p>
          <a:p>
            <a:pPr marL="0" indent="0">
              <a:buNone/>
            </a:pPr>
            <a:r>
              <a:rPr lang="en-US" altLang="ko-KR" sz="1400" dirty="0"/>
              <a:t>    }</a:t>
            </a:r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1B9AA10-927D-E559-BE2E-093CBDEAB1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2765" y="3082681"/>
            <a:ext cx="3224349" cy="692638"/>
          </a:xfrm>
          <a:prstGeom prst="rect">
            <a:avLst/>
          </a:prstGeom>
        </p:spPr>
      </p:pic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ACBA056D-45E0-6C64-AAE5-B84E4EEE8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29812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6D9710-246F-13FA-7E98-691ACEAD3B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776DDB5-DDE4-A144-0CA5-A73DCABAC3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altLang="ko-KR" sz="1400" b="1" dirty="0"/>
              <a:t>switch</a:t>
            </a:r>
            <a:r>
              <a:rPr lang="ko-KR" altLang="en-US" sz="1400" b="1" dirty="0"/>
              <a:t>문</a:t>
            </a:r>
            <a:endParaRPr lang="en-US" altLang="ko-KR" sz="1400" b="1" dirty="0"/>
          </a:p>
          <a:p>
            <a:pPr marL="0" indent="0">
              <a:buNone/>
            </a:pPr>
            <a:endParaRPr lang="en-US" altLang="ko-KR" sz="1400" b="1" dirty="0"/>
          </a:p>
          <a:p>
            <a:pPr marL="0" indent="0">
              <a:buNone/>
            </a:pPr>
            <a:r>
              <a:rPr lang="en-US" altLang="ko-KR" sz="1400" dirty="0"/>
              <a:t>switch</a:t>
            </a:r>
            <a:r>
              <a:rPr lang="ko-KR" altLang="en-US" sz="1400" dirty="0"/>
              <a:t>문은 </a:t>
            </a:r>
            <a:r>
              <a:rPr lang="en-US" altLang="ko-KR" sz="1400" dirty="0"/>
              <a:t>if</a:t>
            </a:r>
            <a:r>
              <a:rPr lang="ko-KR" altLang="en-US" sz="1400" dirty="0"/>
              <a:t>문과 마찬가지로 조건 제어문이다</a:t>
            </a:r>
            <a:r>
              <a:rPr lang="en-US" altLang="ko-KR" sz="1400" dirty="0"/>
              <a:t>. </a:t>
            </a:r>
          </a:p>
          <a:p>
            <a:pPr marL="0" indent="0">
              <a:buNone/>
            </a:pPr>
            <a:r>
              <a:rPr lang="en-US" altLang="ko-KR" sz="1400" dirty="0"/>
              <a:t>if</a:t>
            </a:r>
            <a:r>
              <a:rPr lang="ko-KR" altLang="en-US" sz="1400" dirty="0"/>
              <a:t>문이 조건식이</a:t>
            </a:r>
            <a:r>
              <a:rPr lang="en-US" altLang="ko-KR" sz="1400" dirty="0"/>
              <a:t> true</a:t>
            </a:r>
            <a:r>
              <a:rPr lang="ko-KR" altLang="en-US" sz="1400" dirty="0"/>
              <a:t>일 경우에 실행문을 실행시키는 반면에</a:t>
            </a: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switch</a:t>
            </a:r>
            <a:r>
              <a:rPr lang="ko-KR" altLang="en-US" sz="1400" dirty="0"/>
              <a:t>문은 변수가 어떤 값을 </a:t>
            </a:r>
            <a:r>
              <a:rPr lang="ko-KR" altLang="en-US" sz="1400" dirty="0" err="1"/>
              <a:t>갖냐에</a:t>
            </a:r>
            <a:r>
              <a:rPr lang="ko-KR" altLang="en-US" sz="1400" dirty="0"/>
              <a:t> 따라 실행문이 선택된다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switch</a:t>
            </a:r>
            <a:r>
              <a:rPr lang="ko-KR" altLang="en-US" sz="1400" dirty="0"/>
              <a:t>문의 형식과 실행흐름</a:t>
            </a: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b="1" dirty="0"/>
              <a:t>switch(</a:t>
            </a:r>
            <a:r>
              <a:rPr lang="ko-KR" altLang="en-US" sz="1400" b="1" dirty="0"/>
              <a:t>변수</a:t>
            </a:r>
            <a:r>
              <a:rPr lang="en-US" altLang="ko-KR" sz="1400" b="1" dirty="0"/>
              <a:t>){</a:t>
            </a:r>
          </a:p>
          <a:p>
            <a:pPr marL="0" indent="0">
              <a:buNone/>
            </a:pPr>
            <a:r>
              <a:rPr lang="en-US" altLang="ko-KR" sz="1400" b="1" dirty="0"/>
              <a:t>	case </a:t>
            </a:r>
            <a:r>
              <a:rPr lang="ko-KR" altLang="en-US" sz="1400" b="1" dirty="0"/>
              <a:t>값</a:t>
            </a:r>
            <a:r>
              <a:rPr lang="en-US" altLang="ko-KR" sz="1400" b="1" dirty="0"/>
              <a:t>1:</a:t>
            </a:r>
          </a:p>
          <a:p>
            <a:pPr marL="0" indent="0">
              <a:buNone/>
            </a:pPr>
            <a:r>
              <a:rPr lang="en-US" altLang="ko-KR" sz="1400" b="1" dirty="0"/>
              <a:t>	</a:t>
            </a:r>
            <a:r>
              <a:rPr lang="ko-KR" altLang="en-US" sz="1400" b="1" dirty="0" err="1"/>
              <a:t>실행문</a:t>
            </a:r>
            <a:r>
              <a:rPr lang="en-US" altLang="ko-KR" sz="1400" b="1" dirty="0"/>
              <a:t>1</a:t>
            </a:r>
          </a:p>
          <a:p>
            <a:pPr marL="0" indent="0">
              <a:buNone/>
            </a:pPr>
            <a:r>
              <a:rPr lang="en-US" altLang="ko-KR" sz="1400" b="1" dirty="0"/>
              <a:t>	break;</a:t>
            </a:r>
          </a:p>
          <a:p>
            <a:pPr marL="0" indent="0">
              <a:buNone/>
            </a:pPr>
            <a:endParaRPr lang="en-US" altLang="ko-KR" sz="1400" b="1" dirty="0"/>
          </a:p>
          <a:p>
            <a:pPr marL="0" indent="0">
              <a:buNone/>
            </a:pPr>
            <a:r>
              <a:rPr lang="en-US" altLang="ko-KR" sz="1400" b="1" dirty="0"/>
              <a:t>	case </a:t>
            </a:r>
            <a:r>
              <a:rPr lang="ko-KR" altLang="en-US" sz="1400" b="1" dirty="0"/>
              <a:t>값</a:t>
            </a:r>
            <a:r>
              <a:rPr lang="en-US" altLang="ko-KR" sz="1400" b="1" dirty="0"/>
              <a:t>2:</a:t>
            </a:r>
          </a:p>
          <a:p>
            <a:pPr marL="0" indent="0">
              <a:buNone/>
            </a:pPr>
            <a:r>
              <a:rPr lang="en-US" altLang="ko-KR" sz="1400" b="1" dirty="0"/>
              <a:t>	</a:t>
            </a:r>
            <a:r>
              <a:rPr lang="ko-KR" altLang="en-US" sz="1400" b="1" dirty="0" err="1"/>
              <a:t>실행문</a:t>
            </a:r>
            <a:r>
              <a:rPr lang="en-US" altLang="ko-KR" sz="1400" b="1" dirty="0"/>
              <a:t>2</a:t>
            </a:r>
          </a:p>
          <a:p>
            <a:pPr marL="0" indent="0">
              <a:buNone/>
            </a:pPr>
            <a:r>
              <a:rPr lang="en-US" altLang="ko-KR" sz="1400" b="1" dirty="0"/>
              <a:t>	break;</a:t>
            </a:r>
          </a:p>
          <a:p>
            <a:pPr marL="0" indent="0">
              <a:buNone/>
            </a:pPr>
            <a:endParaRPr lang="en-US" altLang="ko-KR" sz="1400" b="1" dirty="0"/>
          </a:p>
          <a:p>
            <a:pPr marL="0" indent="0">
              <a:buNone/>
            </a:pPr>
            <a:r>
              <a:rPr lang="en-US" altLang="ko-KR" sz="1400" b="1" dirty="0"/>
              <a:t>	case </a:t>
            </a:r>
            <a:r>
              <a:rPr lang="ko-KR" altLang="en-US" sz="1400" b="1" dirty="0"/>
              <a:t>값</a:t>
            </a:r>
            <a:r>
              <a:rPr lang="en-US" altLang="ko-KR" sz="1400" b="1" dirty="0"/>
              <a:t>3:</a:t>
            </a:r>
          </a:p>
          <a:p>
            <a:pPr marL="0" indent="0">
              <a:buNone/>
            </a:pPr>
            <a:r>
              <a:rPr lang="en-US" altLang="ko-KR" sz="1400" b="1" dirty="0"/>
              <a:t>	</a:t>
            </a:r>
            <a:r>
              <a:rPr lang="ko-KR" altLang="en-US" sz="1400" b="1" dirty="0" err="1"/>
              <a:t>실행문</a:t>
            </a:r>
            <a:r>
              <a:rPr lang="en-US" altLang="ko-KR" sz="1400" b="1" dirty="0"/>
              <a:t>3</a:t>
            </a:r>
          </a:p>
          <a:p>
            <a:pPr marL="0" indent="0">
              <a:buNone/>
            </a:pPr>
            <a:r>
              <a:rPr lang="en-US" altLang="ko-KR" sz="1400" b="1" dirty="0"/>
              <a:t>	break;</a:t>
            </a:r>
          </a:p>
          <a:p>
            <a:pPr marL="0" indent="0">
              <a:buNone/>
            </a:pPr>
            <a:endParaRPr lang="en-US" altLang="ko-KR" sz="1400" b="1" dirty="0"/>
          </a:p>
          <a:p>
            <a:pPr marL="0" indent="0">
              <a:buNone/>
            </a:pPr>
            <a:r>
              <a:rPr lang="en-US" altLang="ko-KR" sz="1400" b="1" dirty="0"/>
              <a:t>	default:</a:t>
            </a:r>
          </a:p>
          <a:p>
            <a:pPr marL="0" indent="0">
              <a:buNone/>
            </a:pPr>
            <a:r>
              <a:rPr lang="en-US" altLang="ko-KR" sz="1400" b="1" dirty="0"/>
              <a:t>	</a:t>
            </a:r>
            <a:r>
              <a:rPr lang="ko-KR" altLang="en-US" sz="1400" b="1" dirty="0" err="1"/>
              <a:t>실행문</a:t>
            </a:r>
            <a:r>
              <a:rPr lang="en-US" altLang="ko-KR" sz="1400" b="1" dirty="0"/>
              <a:t>4</a:t>
            </a:r>
          </a:p>
          <a:p>
            <a:pPr marL="0" indent="0">
              <a:buNone/>
            </a:pPr>
            <a:r>
              <a:rPr lang="en-US" altLang="ko-KR" sz="1400" b="1" dirty="0"/>
              <a:t>}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F6E5C71-760A-4FBD-CA6A-F4BD971704F8}"/>
              </a:ext>
            </a:extLst>
          </p:cNvPr>
          <p:cNvSpPr txBox="1"/>
          <p:nvPr/>
        </p:nvSpPr>
        <p:spPr>
          <a:xfrm>
            <a:off x="3482566" y="2903899"/>
            <a:ext cx="870943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/>
              <a:t>swtich</a:t>
            </a:r>
            <a:r>
              <a:rPr lang="ko-KR" altLang="en-US" dirty="0"/>
              <a:t>문은 괄호 안의 변수 값과 동일한 값을 갖는 </a:t>
            </a:r>
            <a:r>
              <a:rPr lang="en-US" altLang="ko-KR" dirty="0"/>
              <a:t>case</a:t>
            </a:r>
            <a:r>
              <a:rPr lang="ko-KR" altLang="en-US" dirty="0"/>
              <a:t>로 가서 실행문을 실행한다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만약 괄호안의 변수 값과 동일한 </a:t>
            </a:r>
            <a:r>
              <a:rPr lang="en-US" altLang="ko-KR" dirty="0"/>
              <a:t>case</a:t>
            </a:r>
            <a:r>
              <a:rPr lang="ko-KR" altLang="en-US" dirty="0"/>
              <a:t>가 없으면 </a:t>
            </a:r>
            <a:r>
              <a:rPr lang="en-US" altLang="ko-KR" dirty="0"/>
              <a:t>default </a:t>
            </a:r>
            <a:r>
              <a:rPr lang="ko-KR" altLang="en-US" dirty="0"/>
              <a:t>로 가서 실행문을 실행한다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default</a:t>
            </a:r>
            <a:r>
              <a:rPr lang="ko-KR" altLang="en-US" dirty="0"/>
              <a:t>는 생략이 가능하다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case</a:t>
            </a:r>
            <a:r>
              <a:rPr lang="ko-KR" altLang="en-US" dirty="0"/>
              <a:t> 끝에 </a:t>
            </a:r>
            <a:r>
              <a:rPr lang="en-US" altLang="ko-KR" dirty="0"/>
              <a:t>break</a:t>
            </a:r>
            <a:r>
              <a:rPr lang="ko-KR" altLang="en-US" dirty="0"/>
              <a:t>가 붙어 있는 이유는 다음 </a:t>
            </a:r>
            <a:r>
              <a:rPr lang="en-US" altLang="ko-KR" dirty="0"/>
              <a:t>case</a:t>
            </a:r>
            <a:r>
              <a:rPr lang="ko-KR" altLang="en-US" dirty="0"/>
              <a:t>를 실행하지 않고 </a:t>
            </a:r>
            <a:r>
              <a:rPr lang="en-US" altLang="ko-KR" dirty="0"/>
              <a:t>switch</a:t>
            </a:r>
            <a:r>
              <a:rPr lang="ko-KR" altLang="en-US" dirty="0"/>
              <a:t>문을 빠져나가기 위함이다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만약 </a:t>
            </a:r>
            <a:r>
              <a:rPr lang="en-US" altLang="ko-KR" dirty="0"/>
              <a:t>break</a:t>
            </a:r>
            <a:r>
              <a:rPr lang="ko-KR" altLang="en-US" dirty="0"/>
              <a:t>가 없다면 해당하는 </a:t>
            </a:r>
            <a:r>
              <a:rPr lang="en-US" altLang="ko-KR" dirty="0"/>
              <a:t>case</a:t>
            </a:r>
            <a:r>
              <a:rPr lang="ko-KR" altLang="en-US" dirty="0"/>
              <a:t>문 실행 후</a:t>
            </a:r>
            <a:endParaRPr lang="en-US" altLang="ko-KR" dirty="0"/>
          </a:p>
          <a:p>
            <a:r>
              <a:rPr lang="en-US" altLang="ko-KR" dirty="0"/>
              <a:t>case</a:t>
            </a:r>
            <a:r>
              <a:rPr lang="ko-KR" altLang="en-US" dirty="0"/>
              <a:t>가 연달아 실행되며 이때 </a:t>
            </a:r>
            <a:r>
              <a:rPr lang="en-US" altLang="ko-KR" dirty="0"/>
              <a:t>case</a:t>
            </a:r>
            <a:r>
              <a:rPr lang="ko-KR" altLang="en-US" dirty="0"/>
              <a:t>의 값은 상관없이 실행된다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8591369-77FE-3F1E-0D60-6D0A6F9BAD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00233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882AF2-3043-F90C-C3E9-BA4387741B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90A5361-93DA-643A-7C22-5FC51D0953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1400" b="1" dirty="0"/>
              <a:t>주사위 눈 출력 프로그램</a:t>
            </a:r>
            <a:endParaRPr lang="en-US" altLang="ko-KR" sz="1400" b="1" dirty="0"/>
          </a:p>
          <a:p>
            <a:pPr marL="0" indent="0">
              <a:buNone/>
            </a:pPr>
            <a:endParaRPr lang="en-US" altLang="ko-KR" sz="1400" b="1" dirty="0"/>
          </a:p>
          <a:p>
            <a:pPr marL="0" indent="0">
              <a:buNone/>
            </a:pPr>
            <a:r>
              <a:rPr lang="ko-KR" altLang="en-US" sz="1400" dirty="0"/>
              <a:t>주사위를 굴려서 나올 수의 </a:t>
            </a:r>
            <a:r>
              <a:rPr lang="en-US" altLang="ko-KR" sz="1400" dirty="0"/>
              <a:t>1,2,3,4,5,6</a:t>
            </a:r>
            <a:r>
              <a:rPr lang="ko-KR" altLang="en-US" sz="1400" dirty="0"/>
              <a:t>는 무작위 확률로 나오므로 </a:t>
            </a: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먼저</a:t>
            </a:r>
            <a:r>
              <a:rPr lang="en-US" altLang="ko-KR" sz="1400" dirty="0"/>
              <a:t>, 1~6</a:t>
            </a:r>
            <a:r>
              <a:rPr lang="ko-KR" altLang="en-US" sz="1400" dirty="0"/>
              <a:t>까지 임의의 난수를 뽑는 방법을 알아야 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자바의 </a:t>
            </a:r>
            <a:r>
              <a:rPr lang="en-US" altLang="ko-KR" sz="1400" dirty="0"/>
              <a:t>Math </a:t>
            </a:r>
            <a:r>
              <a:rPr lang="ko-KR" altLang="en-US" sz="1400" dirty="0"/>
              <a:t>클래스는 자바에서 제공하는 수학 연산을 처리하기 위한 라이브러리</a:t>
            </a:r>
            <a:r>
              <a:rPr lang="en-US" altLang="ko-KR" sz="1400" dirty="0"/>
              <a:t>(</a:t>
            </a:r>
            <a:r>
              <a:rPr lang="ko-KR" altLang="en-US" sz="1400" dirty="0"/>
              <a:t>프로그래밍에서 재사용 가능한 코드의 모음</a:t>
            </a:r>
            <a:r>
              <a:rPr lang="en-US" altLang="ko-KR" sz="1400" dirty="0"/>
              <a:t>)</a:t>
            </a:r>
            <a:r>
              <a:rPr lang="ko-KR" altLang="en-US" sz="1400" dirty="0"/>
              <a:t>이다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Math</a:t>
            </a:r>
            <a:r>
              <a:rPr lang="ko-KR" altLang="en-US" sz="1400" dirty="0"/>
              <a:t>클래스는 </a:t>
            </a:r>
            <a:r>
              <a:rPr lang="en-US" altLang="ko-KR" sz="1400" dirty="0" err="1"/>
              <a:t>ramdom</a:t>
            </a:r>
            <a:r>
              <a:rPr lang="en-US" altLang="ko-KR" sz="1400" dirty="0"/>
              <a:t>()</a:t>
            </a:r>
            <a:r>
              <a:rPr lang="ko-KR" altLang="en-US" sz="1400" dirty="0"/>
              <a:t>이라는 메소드가 있는데</a:t>
            </a:r>
            <a:r>
              <a:rPr lang="en-US" altLang="ko-KR" sz="1400" dirty="0"/>
              <a:t>, </a:t>
            </a:r>
            <a:r>
              <a:rPr lang="ko-KR" altLang="en-US" sz="1400" dirty="0"/>
              <a:t>이 메소드는 </a:t>
            </a:r>
            <a:r>
              <a:rPr lang="en-US" altLang="ko-KR" sz="1400" dirty="0"/>
              <a:t>0.0</a:t>
            </a:r>
            <a:r>
              <a:rPr lang="ko-KR" altLang="en-US" sz="1400" dirty="0"/>
              <a:t>과 </a:t>
            </a:r>
            <a:r>
              <a:rPr lang="en-US" altLang="ko-KR" sz="1400" dirty="0"/>
              <a:t>1.0</a:t>
            </a:r>
            <a:r>
              <a:rPr lang="ko-KR" altLang="en-US" sz="1400" dirty="0"/>
              <a:t>사이에 속하는</a:t>
            </a:r>
            <a:r>
              <a:rPr lang="en-US" altLang="ko-KR" sz="1400" dirty="0"/>
              <a:t>double</a:t>
            </a:r>
            <a:r>
              <a:rPr lang="ko-KR" altLang="en-US" sz="1400" dirty="0"/>
              <a:t>타입의 난수 하나를 </a:t>
            </a:r>
            <a:r>
              <a:rPr lang="ko-KR" altLang="en-US" sz="1400" dirty="0" err="1"/>
              <a:t>리턴한다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r>
              <a:rPr lang="ko-KR" altLang="en-US" sz="1400" dirty="0"/>
              <a:t>이때 </a:t>
            </a:r>
            <a:r>
              <a:rPr lang="en-US" altLang="ko-KR" sz="1400" dirty="0"/>
              <a:t>0.0</a:t>
            </a:r>
            <a:r>
              <a:rPr lang="ko-KR" altLang="en-US" sz="1400" dirty="0"/>
              <a:t>은 범위에 포함되고 </a:t>
            </a:r>
            <a:r>
              <a:rPr lang="en-US" altLang="ko-KR" sz="1400" dirty="0"/>
              <a:t>1.0</a:t>
            </a:r>
            <a:r>
              <a:rPr lang="ko-KR" altLang="en-US" sz="1400" dirty="0"/>
              <a:t>은 포함되지 않는다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0.0 &lt;= </a:t>
            </a:r>
            <a:r>
              <a:rPr lang="en-US" altLang="ko-KR" sz="1400" dirty="0" err="1"/>
              <a:t>Math.random</a:t>
            </a:r>
            <a:r>
              <a:rPr lang="en-US" altLang="ko-KR" sz="1400" dirty="0"/>
              <a:t>() &lt;1.0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이때  </a:t>
            </a:r>
            <a:r>
              <a:rPr lang="en-US" altLang="ko-KR" sz="1400" dirty="0"/>
              <a:t>0.0</a:t>
            </a:r>
            <a:r>
              <a:rPr lang="ko-KR" altLang="en-US" sz="1400" dirty="0"/>
              <a:t>부터 </a:t>
            </a:r>
            <a:r>
              <a:rPr lang="en-US" altLang="ko-KR" sz="1400" dirty="0"/>
              <a:t>1.0</a:t>
            </a:r>
            <a:r>
              <a:rPr lang="ko-KR" altLang="en-US" sz="1400" dirty="0"/>
              <a:t>사이의 정수를 얻기 위해 각 변에 </a:t>
            </a:r>
            <a:r>
              <a:rPr lang="en-US" altLang="ko-KR" sz="1400" dirty="0"/>
              <a:t>6</a:t>
            </a:r>
            <a:r>
              <a:rPr lang="ko-KR" altLang="en-US" sz="1400" dirty="0"/>
              <a:t>을 </a:t>
            </a:r>
            <a:r>
              <a:rPr lang="ko-KR" altLang="en-US" sz="1400" dirty="0" err="1"/>
              <a:t>곱한후</a:t>
            </a:r>
            <a:r>
              <a:rPr lang="ko-KR" altLang="en-US" sz="1400" dirty="0"/>
              <a:t> </a:t>
            </a:r>
            <a:r>
              <a:rPr lang="en-US" altLang="ko-KR" sz="1400" dirty="0"/>
              <a:t>1</a:t>
            </a:r>
            <a:r>
              <a:rPr lang="ko-KR" altLang="en-US" sz="1400" dirty="0"/>
              <a:t>을 더한다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0.0 * 6 + 1 &lt;= </a:t>
            </a:r>
            <a:r>
              <a:rPr lang="en-US" altLang="ko-KR" sz="1400" dirty="0" err="1"/>
              <a:t>Math.random</a:t>
            </a:r>
            <a:r>
              <a:rPr lang="en-US" altLang="ko-KR" sz="1400" dirty="0"/>
              <a:t>()*6 + 1 &lt; 1.0*6 + 1 </a:t>
            </a:r>
            <a:r>
              <a:rPr lang="en-US" altLang="ko-KR" sz="1400" dirty="0">
                <a:sym typeface="Wingdings" panose="05000000000000000000" pitchFamily="2" charset="2"/>
              </a:rPr>
              <a:t> 1.0 &lt;= </a:t>
            </a:r>
            <a:r>
              <a:rPr lang="en-US" altLang="ko-KR" sz="1400" dirty="0" err="1">
                <a:sym typeface="Wingdings" panose="05000000000000000000" pitchFamily="2" charset="2"/>
              </a:rPr>
              <a:t>Math.random</a:t>
            </a:r>
            <a:r>
              <a:rPr lang="en-US" altLang="ko-KR" sz="1400" dirty="0">
                <a:sym typeface="Wingdings" panose="05000000000000000000" pitchFamily="2" charset="2"/>
              </a:rPr>
              <a:t>()*6 + 1 &lt; 7.0</a:t>
            </a:r>
          </a:p>
          <a:p>
            <a:pPr marL="0" indent="0">
              <a:buNone/>
            </a:pPr>
            <a:endParaRPr lang="en-US" altLang="ko-KR" sz="14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ko-KR" altLang="en-US" sz="1400" dirty="0">
                <a:sym typeface="Wingdings" panose="05000000000000000000" pitchFamily="2" charset="2"/>
              </a:rPr>
              <a:t>주사위 눈 </a:t>
            </a:r>
            <a:r>
              <a:rPr lang="en-US" altLang="ko-KR" sz="1400" dirty="0">
                <a:sym typeface="Wingdings" panose="05000000000000000000" pitchFamily="2" charset="2"/>
              </a:rPr>
              <a:t>1~6</a:t>
            </a:r>
            <a:r>
              <a:rPr lang="ko-KR" altLang="en-US" sz="1400" dirty="0">
                <a:sym typeface="Wingdings" panose="05000000000000000000" pitchFamily="2" charset="2"/>
              </a:rPr>
              <a:t>사이의 값은 정수이므로 </a:t>
            </a:r>
            <a:r>
              <a:rPr lang="en-US" altLang="ko-KR" sz="1400" dirty="0">
                <a:sym typeface="Wingdings" panose="05000000000000000000" pitchFamily="2" charset="2"/>
              </a:rPr>
              <a:t>int</a:t>
            </a:r>
            <a:r>
              <a:rPr lang="ko-KR" altLang="en-US" sz="1400" dirty="0">
                <a:sym typeface="Wingdings" panose="05000000000000000000" pitchFamily="2" charset="2"/>
              </a:rPr>
              <a:t>타입으로 강제 타입변환을 한다</a:t>
            </a:r>
            <a:r>
              <a:rPr lang="en-US" altLang="ko-KR" sz="1400" dirty="0">
                <a:sym typeface="Wingdings" panose="05000000000000000000" pitchFamily="2" charset="2"/>
              </a:rPr>
              <a:t>.</a:t>
            </a:r>
          </a:p>
          <a:p>
            <a:pPr marL="0" indent="0">
              <a:buNone/>
            </a:pPr>
            <a:r>
              <a:rPr lang="ko-KR" altLang="en-US" sz="1400" dirty="0">
                <a:sym typeface="Wingdings" panose="05000000000000000000" pitchFamily="2" charset="2"/>
              </a:rPr>
              <a:t>따라서 주사위 번호 하나를 뽑기 위한 연산식은 다음과 같다</a:t>
            </a:r>
            <a:r>
              <a:rPr lang="en-US" altLang="ko-KR" sz="1400" dirty="0">
                <a:sym typeface="Wingdings" panose="05000000000000000000" pitchFamily="2" charset="2"/>
              </a:rPr>
              <a:t>.</a:t>
            </a:r>
          </a:p>
          <a:p>
            <a:pPr marL="0" indent="0">
              <a:buNone/>
            </a:pPr>
            <a:endParaRPr lang="en-US" altLang="ko-KR" sz="14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altLang="ko-KR" sz="1400" dirty="0">
                <a:sym typeface="Wingdings" panose="05000000000000000000" pitchFamily="2" charset="2"/>
              </a:rPr>
              <a:t>int num = (int) (</a:t>
            </a:r>
            <a:r>
              <a:rPr lang="en-US" altLang="ko-KR" sz="1400" dirty="0" err="1">
                <a:sym typeface="Wingdings" panose="05000000000000000000" pitchFamily="2" charset="2"/>
              </a:rPr>
              <a:t>Math.random</a:t>
            </a:r>
            <a:r>
              <a:rPr lang="en-US" altLang="ko-KR" sz="1400" dirty="0">
                <a:sym typeface="Wingdings" panose="05000000000000000000" pitchFamily="2" charset="2"/>
              </a:rPr>
              <a:t>() * 6) + 1</a:t>
            </a:r>
          </a:p>
          <a:p>
            <a:pPr marL="0" indent="0">
              <a:buNone/>
            </a:pPr>
            <a:r>
              <a:rPr lang="en-US" altLang="ko-KR" sz="1400" dirty="0">
                <a:sym typeface="Wingdings" panose="05000000000000000000" pitchFamily="2" charset="2"/>
              </a:rPr>
              <a:t> 1 &lt;= (int) (</a:t>
            </a:r>
            <a:r>
              <a:rPr lang="en-US" altLang="ko-KR" sz="1400" dirty="0" err="1">
                <a:sym typeface="Wingdings" panose="05000000000000000000" pitchFamily="2" charset="2"/>
              </a:rPr>
              <a:t>Math.random</a:t>
            </a:r>
            <a:r>
              <a:rPr lang="en-US" altLang="ko-KR" sz="1400" dirty="0">
                <a:sym typeface="Wingdings" panose="05000000000000000000" pitchFamily="2" charset="2"/>
              </a:rPr>
              <a:t>() * 6) + 1 &lt; 7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9E4A232-5AE3-7FD2-48D6-0E84B8E82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52433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9D6560-BD2C-AB56-8D63-D23497576F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FF386EF-5330-5388-5D25-AFBBB640E1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altLang="ko-KR" sz="1400" dirty="0"/>
              <a:t>public class </a:t>
            </a:r>
            <a:r>
              <a:rPr lang="en-US" altLang="ko-KR" sz="1400" dirty="0" err="1"/>
              <a:t>SwitchExample</a:t>
            </a:r>
            <a:r>
              <a:rPr lang="en-US" altLang="ko-KR" sz="1400" dirty="0"/>
              <a:t> {</a:t>
            </a:r>
          </a:p>
          <a:p>
            <a:pPr marL="0" indent="0">
              <a:buNone/>
            </a:pPr>
            <a:r>
              <a:rPr lang="en-US" altLang="ko-KR" sz="1400" dirty="0"/>
              <a:t>    public static void main(String[] </a:t>
            </a:r>
            <a:r>
              <a:rPr lang="en-US" altLang="ko-KR" sz="1400" dirty="0" err="1"/>
              <a:t>args</a:t>
            </a:r>
            <a:r>
              <a:rPr lang="en-US" altLang="ko-KR" sz="1400" dirty="0"/>
              <a:t>) {</a:t>
            </a:r>
          </a:p>
          <a:p>
            <a:pPr marL="0" indent="0">
              <a:buNone/>
            </a:pPr>
            <a:r>
              <a:rPr lang="en-US" altLang="ko-KR" sz="1400" dirty="0"/>
              <a:t>        int num = (int)(</a:t>
            </a:r>
            <a:r>
              <a:rPr lang="en-US" altLang="ko-KR" sz="1400" dirty="0" err="1"/>
              <a:t>Math.random</a:t>
            </a:r>
            <a:r>
              <a:rPr lang="en-US" altLang="ko-KR" sz="1400" dirty="0"/>
              <a:t>() * 6) + 1; // 1</a:t>
            </a:r>
            <a:r>
              <a:rPr lang="ko-KR" altLang="en-US" sz="1400" dirty="0"/>
              <a:t>부터 </a:t>
            </a:r>
            <a:r>
              <a:rPr lang="en-US" altLang="ko-KR" sz="1400" dirty="0"/>
              <a:t>6</a:t>
            </a:r>
            <a:r>
              <a:rPr lang="ko-KR" altLang="en-US" sz="1400" dirty="0"/>
              <a:t>까지의 난수 생성</a:t>
            </a:r>
          </a:p>
          <a:p>
            <a:pPr marL="0" indent="0">
              <a:buNone/>
            </a:pPr>
            <a:endParaRPr lang="ko-KR" altLang="en-US" sz="1400" dirty="0"/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// switch</a:t>
            </a:r>
            <a:r>
              <a:rPr lang="ko-KR" altLang="en-US" sz="1400" dirty="0"/>
              <a:t>문을 사용한 조건 분기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switch(num) {</a:t>
            </a:r>
          </a:p>
          <a:p>
            <a:pPr marL="0" indent="0">
              <a:buNone/>
            </a:pPr>
            <a:r>
              <a:rPr lang="en-US" altLang="ko-KR" sz="1400" dirty="0"/>
              <a:t>            case 1: // num</a:t>
            </a:r>
            <a:r>
              <a:rPr lang="ko-KR" altLang="en-US" sz="1400" dirty="0"/>
              <a:t>이 </a:t>
            </a:r>
            <a:r>
              <a:rPr lang="en-US" altLang="ko-KR" sz="1400" dirty="0"/>
              <a:t>1</a:t>
            </a:r>
            <a:r>
              <a:rPr lang="ko-KR" altLang="en-US" sz="1400" dirty="0"/>
              <a:t>일 경우</a:t>
            </a:r>
          </a:p>
          <a:p>
            <a:pPr marL="0" indent="0">
              <a:buNone/>
            </a:pPr>
            <a:r>
              <a:rPr lang="ko-KR" altLang="en-US" sz="1400" dirty="0"/>
              <a:t>        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("1</a:t>
            </a:r>
            <a:r>
              <a:rPr lang="ko-KR" altLang="en-US" sz="1400" dirty="0"/>
              <a:t>번이 나왔습니다</a:t>
            </a:r>
            <a:r>
              <a:rPr lang="en-US" altLang="ko-KR" sz="1400" dirty="0"/>
              <a:t>.");</a:t>
            </a:r>
          </a:p>
          <a:p>
            <a:pPr marL="0" indent="0">
              <a:buNone/>
            </a:pPr>
            <a:r>
              <a:rPr lang="en-US" altLang="ko-KR" sz="1400" dirty="0"/>
              <a:t>                break; // </a:t>
            </a:r>
            <a:r>
              <a:rPr lang="ko-KR" altLang="en-US" sz="1400" dirty="0"/>
              <a:t>실행 후 </a:t>
            </a:r>
            <a:r>
              <a:rPr lang="en-US" altLang="ko-KR" sz="1400" dirty="0"/>
              <a:t>switch</a:t>
            </a:r>
            <a:r>
              <a:rPr lang="ko-KR" altLang="en-US" sz="1400" dirty="0"/>
              <a:t>문 종료</a:t>
            </a:r>
          </a:p>
          <a:p>
            <a:pPr marL="0" indent="0">
              <a:buNone/>
            </a:pPr>
            <a:r>
              <a:rPr lang="ko-KR" altLang="en-US" sz="1400" dirty="0"/>
              <a:t>            </a:t>
            </a:r>
            <a:r>
              <a:rPr lang="en-US" altLang="ko-KR" sz="1400" dirty="0"/>
              <a:t>case 2: // num</a:t>
            </a:r>
            <a:r>
              <a:rPr lang="ko-KR" altLang="en-US" sz="1400" dirty="0"/>
              <a:t>이 </a:t>
            </a:r>
            <a:r>
              <a:rPr lang="en-US" altLang="ko-KR" sz="1400" dirty="0"/>
              <a:t>2</a:t>
            </a:r>
            <a:r>
              <a:rPr lang="ko-KR" altLang="en-US" sz="1400" dirty="0"/>
              <a:t>일 경우</a:t>
            </a:r>
          </a:p>
          <a:p>
            <a:pPr marL="0" indent="0">
              <a:buNone/>
            </a:pPr>
            <a:r>
              <a:rPr lang="ko-KR" altLang="en-US" sz="1400" dirty="0"/>
              <a:t>        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("2</a:t>
            </a:r>
            <a:r>
              <a:rPr lang="ko-KR" altLang="en-US" sz="1400" dirty="0"/>
              <a:t>번이 나왔습니다</a:t>
            </a:r>
            <a:r>
              <a:rPr lang="en-US" altLang="ko-KR" sz="1400" dirty="0"/>
              <a:t>.");</a:t>
            </a:r>
          </a:p>
          <a:p>
            <a:pPr marL="0" indent="0">
              <a:buNone/>
            </a:pPr>
            <a:r>
              <a:rPr lang="en-US" altLang="ko-KR" sz="1400" dirty="0"/>
              <a:t>                break;</a:t>
            </a:r>
          </a:p>
          <a:p>
            <a:pPr marL="0" indent="0">
              <a:buNone/>
            </a:pPr>
            <a:r>
              <a:rPr lang="en-US" altLang="ko-KR" sz="1400" dirty="0"/>
              <a:t>            case 3: // num</a:t>
            </a:r>
            <a:r>
              <a:rPr lang="ko-KR" altLang="en-US" sz="1400" dirty="0"/>
              <a:t>이 </a:t>
            </a:r>
            <a:r>
              <a:rPr lang="en-US" altLang="ko-KR" sz="1400" dirty="0"/>
              <a:t>3</a:t>
            </a:r>
            <a:r>
              <a:rPr lang="ko-KR" altLang="en-US" sz="1400" dirty="0"/>
              <a:t>일 경우</a:t>
            </a:r>
          </a:p>
          <a:p>
            <a:pPr marL="0" indent="0">
              <a:buNone/>
            </a:pPr>
            <a:r>
              <a:rPr lang="ko-KR" altLang="en-US" sz="1400" dirty="0"/>
              <a:t>        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("3</a:t>
            </a:r>
            <a:r>
              <a:rPr lang="ko-KR" altLang="en-US" sz="1400" dirty="0"/>
              <a:t>번이 나왔습니다</a:t>
            </a:r>
            <a:r>
              <a:rPr lang="en-US" altLang="ko-KR" sz="1400" dirty="0"/>
              <a:t>.");</a:t>
            </a:r>
          </a:p>
          <a:p>
            <a:pPr marL="0" indent="0">
              <a:buNone/>
            </a:pPr>
            <a:r>
              <a:rPr lang="en-US" altLang="ko-KR" sz="1400" dirty="0"/>
              <a:t>                break;</a:t>
            </a:r>
          </a:p>
          <a:p>
            <a:pPr marL="0" indent="0">
              <a:buNone/>
            </a:pPr>
            <a:r>
              <a:rPr lang="en-US" altLang="ko-KR" sz="1400" dirty="0"/>
              <a:t>            case 4: // num</a:t>
            </a:r>
            <a:r>
              <a:rPr lang="ko-KR" altLang="en-US" sz="1400" dirty="0"/>
              <a:t>이 </a:t>
            </a:r>
            <a:r>
              <a:rPr lang="en-US" altLang="ko-KR" sz="1400" dirty="0"/>
              <a:t>4</a:t>
            </a:r>
            <a:r>
              <a:rPr lang="ko-KR" altLang="en-US" sz="1400" dirty="0"/>
              <a:t>일 경우</a:t>
            </a:r>
          </a:p>
          <a:p>
            <a:pPr marL="0" indent="0">
              <a:buNone/>
            </a:pPr>
            <a:r>
              <a:rPr lang="ko-KR" altLang="en-US" sz="1400" dirty="0"/>
              <a:t>        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("4</a:t>
            </a:r>
            <a:r>
              <a:rPr lang="ko-KR" altLang="en-US" sz="1400" dirty="0"/>
              <a:t>번이 나왔습니다</a:t>
            </a:r>
            <a:r>
              <a:rPr lang="en-US" altLang="ko-KR" sz="1400" dirty="0"/>
              <a:t>.");</a:t>
            </a:r>
          </a:p>
          <a:p>
            <a:pPr marL="0" indent="0">
              <a:buNone/>
            </a:pPr>
            <a:r>
              <a:rPr lang="en-US" altLang="ko-KR" sz="1400" dirty="0"/>
              <a:t>                break;</a:t>
            </a:r>
          </a:p>
          <a:p>
            <a:pPr marL="0" indent="0">
              <a:buNone/>
            </a:pPr>
            <a:r>
              <a:rPr lang="en-US" altLang="ko-KR" sz="1400" dirty="0"/>
              <a:t>            case 5: // num</a:t>
            </a:r>
            <a:r>
              <a:rPr lang="ko-KR" altLang="en-US" sz="1400" dirty="0"/>
              <a:t>이 </a:t>
            </a:r>
            <a:r>
              <a:rPr lang="en-US" altLang="ko-KR" sz="1400" dirty="0"/>
              <a:t>5</a:t>
            </a:r>
            <a:r>
              <a:rPr lang="ko-KR" altLang="en-US" sz="1400" dirty="0"/>
              <a:t>일 경우</a:t>
            </a:r>
          </a:p>
          <a:p>
            <a:pPr marL="0" indent="0">
              <a:buNone/>
            </a:pPr>
            <a:r>
              <a:rPr lang="ko-KR" altLang="en-US" sz="1400" dirty="0"/>
              <a:t>        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("5</a:t>
            </a:r>
            <a:r>
              <a:rPr lang="ko-KR" altLang="en-US" sz="1400" dirty="0"/>
              <a:t>번이 나왔습니다</a:t>
            </a:r>
            <a:r>
              <a:rPr lang="en-US" altLang="ko-KR" sz="1400" dirty="0"/>
              <a:t>.");</a:t>
            </a:r>
          </a:p>
          <a:p>
            <a:pPr marL="0" indent="0">
              <a:buNone/>
            </a:pPr>
            <a:r>
              <a:rPr lang="en-US" altLang="ko-KR" sz="1400" dirty="0"/>
              <a:t>                break;</a:t>
            </a:r>
          </a:p>
          <a:p>
            <a:pPr marL="0" indent="0">
              <a:buNone/>
            </a:pPr>
            <a:r>
              <a:rPr lang="en-US" altLang="ko-KR" sz="1400" dirty="0"/>
              <a:t>            default: // num</a:t>
            </a:r>
            <a:r>
              <a:rPr lang="ko-KR" altLang="en-US" sz="1400" dirty="0"/>
              <a:t>이 </a:t>
            </a:r>
            <a:r>
              <a:rPr lang="en-US" altLang="ko-KR" sz="1400" dirty="0"/>
              <a:t>6</a:t>
            </a:r>
            <a:r>
              <a:rPr lang="ko-KR" altLang="en-US" sz="1400" dirty="0"/>
              <a:t>일 경우</a:t>
            </a:r>
          </a:p>
          <a:p>
            <a:pPr marL="0" indent="0">
              <a:buNone/>
            </a:pPr>
            <a:r>
              <a:rPr lang="ko-KR" altLang="en-US" sz="1400" dirty="0"/>
              <a:t>        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("6</a:t>
            </a:r>
            <a:r>
              <a:rPr lang="ko-KR" altLang="en-US" sz="1400" dirty="0"/>
              <a:t>번이 나왔습니다</a:t>
            </a:r>
            <a:r>
              <a:rPr lang="en-US" altLang="ko-KR" sz="1400" dirty="0"/>
              <a:t>.");</a:t>
            </a:r>
          </a:p>
          <a:p>
            <a:pPr marL="0" indent="0">
              <a:buNone/>
            </a:pPr>
            <a:r>
              <a:rPr lang="en-US" altLang="ko-KR" sz="1400" dirty="0"/>
              <a:t>                break;</a:t>
            </a:r>
          </a:p>
          <a:p>
            <a:pPr marL="0" indent="0">
              <a:buNone/>
            </a:pPr>
            <a:r>
              <a:rPr lang="en-US" altLang="ko-KR" sz="1400" dirty="0"/>
              <a:t>        }</a:t>
            </a:r>
          </a:p>
          <a:p>
            <a:pPr marL="0" indent="0">
              <a:buNone/>
            </a:pPr>
            <a:r>
              <a:rPr lang="en-US" altLang="ko-KR" sz="1400" dirty="0"/>
              <a:t>    }</a:t>
            </a:r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E808CBA-1DF4-1666-0296-513A686187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4871" y="2997599"/>
            <a:ext cx="4135501" cy="862802"/>
          </a:xfrm>
          <a:prstGeom prst="rect">
            <a:avLst/>
          </a:prstGeom>
        </p:spPr>
      </p:pic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81DECEC1-3469-485F-03BD-8AB6F8B3E0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11262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C72FC1-8A21-DDD6-F6C3-E8751922B2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C4E6D01-2322-24B8-18E6-F94FB93A3C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public class </a:t>
            </a:r>
            <a:r>
              <a:rPr lang="en-US" altLang="ko-KR" sz="1400" dirty="0" err="1"/>
              <a:t>SwitchNoBreakCaseExample</a:t>
            </a:r>
            <a:r>
              <a:rPr lang="en-US" altLang="ko-KR" sz="1400" dirty="0"/>
              <a:t> {</a:t>
            </a:r>
          </a:p>
          <a:p>
            <a:pPr marL="0" indent="0">
              <a:buNone/>
            </a:pPr>
            <a:r>
              <a:rPr lang="en-US" altLang="ko-KR" sz="1400" dirty="0"/>
              <a:t>    public static void main(String[] </a:t>
            </a:r>
            <a:r>
              <a:rPr lang="en-US" altLang="ko-KR" sz="1400" dirty="0" err="1"/>
              <a:t>args</a:t>
            </a:r>
            <a:r>
              <a:rPr lang="en-US" altLang="ko-KR" sz="1400" dirty="0"/>
              <a:t>) {</a:t>
            </a:r>
          </a:p>
          <a:p>
            <a:pPr marL="0" indent="0">
              <a:buNone/>
            </a:pPr>
            <a:r>
              <a:rPr lang="en-US" altLang="ko-KR" sz="1400" dirty="0"/>
              <a:t>        // 8</a:t>
            </a:r>
            <a:r>
              <a:rPr lang="ko-KR" altLang="en-US" sz="1400" dirty="0"/>
              <a:t>부터 </a:t>
            </a:r>
            <a:r>
              <a:rPr lang="en-US" altLang="ko-KR" sz="1400" dirty="0"/>
              <a:t>11</a:t>
            </a:r>
            <a:r>
              <a:rPr lang="ko-KR" altLang="en-US" sz="1400" dirty="0"/>
              <a:t>사이의 난수를 생성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int time = (int)(</a:t>
            </a:r>
            <a:r>
              <a:rPr lang="en-US" altLang="ko-KR" sz="1400" dirty="0" err="1"/>
              <a:t>Math.random</a:t>
            </a:r>
            <a:r>
              <a:rPr lang="en-US" altLang="ko-KR" sz="1400" dirty="0"/>
              <a:t>() * 4) + 8; </a:t>
            </a:r>
          </a:p>
          <a:p>
            <a:pPr marL="0" indent="0">
              <a:buNone/>
            </a:pPr>
            <a:r>
              <a:rPr lang="en-US" altLang="ko-KR" sz="1400" dirty="0"/>
              <a:t>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("[</a:t>
            </a:r>
            <a:r>
              <a:rPr lang="ko-KR" altLang="en-US" sz="1400" dirty="0"/>
              <a:t>현재시간</a:t>
            </a:r>
            <a:r>
              <a:rPr lang="en-US" altLang="ko-KR" sz="1400" dirty="0"/>
              <a:t>: " + time + " </a:t>
            </a:r>
            <a:r>
              <a:rPr lang="ko-KR" altLang="en-US" sz="1400" dirty="0"/>
              <a:t>시</a:t>
            </a:r>
            <a:r>
              <a:rPr lang="en-US" altLang="ko-KR" sz="1400" dirty="0"/>
              <a:t>]");</a:t>
            </a:r>
          </a:p>
          <a:p>
            <a:pPr marL="0" indent="0">
              <a:buNone/>
            </a:pPr>
            <a:r>
              <a:rPr lang="en-US" altLang="ko-KR" sz="1400" dirty="0"/>
              <a:t>        </a:t>
            </a:r>
          </a:p>
          <a:p>
            <a:pPr marL="0" indent="0">
              <a:buNone/>
            </a:pPr>
            <a:r>
              <a:rPr lang="en-US" altLang="ko-KR" sz="1400" dirty="0"/>
              <a:t>        // switch</a:t>
            </a:r>
            <a:r>
              <a:rPr lang="ko-KR" altLang="en-US" sz="1400" dirty="0"/>
              <a:t>문에서 </a:t>
            </a:r>
            <a:r>
              <a:rPr lang="en-US" altLang="ko-KR" sz="1400" dirty="0"/>
              <a:t>break </a:t>
            </a:r>
            <a:r>
              <a:rPr lang="ko-KR" altLang="en-US" sz="1400" dirty="0"/>
              <a:t>없는 케이스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switch(time) {</a:t>
            </a:r>
          </a:p>
          <a:p>
            <a:pPr marL="0" indent="0">
              <a:buNone/>
            </a:pPr>
            <a:r>
              <a:rPr lang="en-US" altLang="ko-KR" sz="1400" dirty="0"/>
              <a:t>            case 8:</a:t>
            </a:r>
          </a:p>
          <a:p>
            <a:pPr marL="0" indent="0">
              <a:buNone/>
            </a:pPr>
            <a:r>
              <a:rPr lang="en-US" altLang="ko-KR" sz="1400" dirty="0"/>
              <a:t>        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</a:t>
            </a:r>
            <a:r>
              <a:rPr lang="ko-KR" altLang="en-US" sz="1400" dirty="0"/>
              <a:t>출근합니다</a:t>
            </a:r>
            <a:r>
              <a:rPr lang="en-US" altLang="ko-KR" sz="1400" dirty="0"/>
              <a:t>.");</a:t>
            </a:r>
          </a:p>
          <a:p>
            <a:pPr marL="0" indent="0">
              <a:buNone/>
            </a:pPr>
            <a:r>
              <a:rPr lang="en-US" altLang="ko-KR" sz="1400" dirty="0"/>
              <a:t>            case 9:</a:t>
            </a:r>
          </a:p>
          <a:p>
            <a:pPr marL="0" indent="0">
              <a:buNone/>
            </a:pPr>
            <a:r>
              <a:rPr lang="en-US" altLang="ko-KR" sz="1400" dirty="0"/>
              <a:t>        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</a:t>
            </a:r>
            <a:r>
              <a:rPr lang="ko-KR" altLang="en-US" sz="1400" dirty="0"/>
              <a:t>회의를 합니다</a:t>
            </a:r>
            <a:r>
              <a:rPr lang="en-US" altLang="ko-KR" sz="1400" dirty="0"/>
              <a:t>.");</a:t>
            </a:r>
          </a:p>
          <a:p>
            <a:pPr marL="0" indent="0">
              <a:buNone/>
            </a:pPr>
            <a:r>
              <a:rPr lang="en-US" altLang="ko-KR" sz="1400" dirty="0"/>
              <a:t>            case 10:</a:t>
            </a:r>
          </a:p>
          <a:p>
            <a:pPr marL="0" indent="0">
              <a:buNone/>
            </a:pPr>
            <a:r>
              <a:rPr lang="en-US" altLang="ko-KR" sz="1400" dirty="0"/>
              <a:t>        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</a:t>
            </a:r>
            <a:r>
              <a:rPr lang="ko-KR" altLang="en-US" sz="1400" dirty="0"/>
              <a:t>업무를 봅니다</a:t>
            </a:r>
            <a:r>
              <a:rPr lang="en-US" altLang="ko-KR" sz="1400" dirty="0"/>
              <a:t>.");</a:t>
            </a:r>
          </a:p>
          <a:p>
            <a:pPr marL="0" indent="0">
              <a:buNone/>
            </a:pPr>
            <a:r>
              <a:rPr lang="en-US" altLang="ko-KR" sz="1400" dirty="0"/>
              <a:t>            default:</a:t>
            </a:r>
          </a:p>
          <a:p>
            <a:pPr marL="0" indent="0">
              <a:buNone/>
            </a:pPr>
            <a:r>
              <a:rPr lang="en-US" altLang="ko-KR" sz="1400" dirty="0"/>
              <a:t>        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</a:t>
            </a:r>
            <a:r>
              <a:rPr lang="ko-KR" altLang="en-US" sz="1400" dirty="0"/>
              <a:t>외근을 나갑니다</a:t>
            </a:r>
            <a:r>
              <a:rPr lang="en-US" altLang="ko-KR" sz="1400" dirty="0"/>
              <a:t>."); // case 11 </a:t>
            </a:r>
            <a:r>
              <a:rPr lang="ko-KR" altLang="en-US" sz="1400" dirty="0"/>
              <a:t>또는 다른 값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}</a:t>
            </a:r>
          </a:p>
          <a:p>
            <a:pPr marL="0" indent="0">
              <a:buNone/>
            </a:pPr>
            <a:r>
              <a:rPr lang="en-US" altLang="ko-KR" sz="1400" dirty="0"/>
              <a:t>    }</a:t>
            </a:r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158E6C8-5291-659E-F168-9C3B4E46AE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8807" y="1258384"/>
            <a:ext cx="2499104" cy="2055184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27756EE0-4C6A-26D1-57A8-7D2F50366C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8807" y="3735120"/>
            <a:ext cx="2500024" cy="1280500"/>
          </a:xfrm>
          <a:prstGeom prst="rect">
            <a:avLst/>
          </a:prstGeom>
        </p:spPr>
      </p:pic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E22947E4-13DF-D21E-4CC2-0B7AC844EC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39084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8058F2-9E95-46AE-97EC-D2C9B5899A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88C0EB9-2EEB-9A29-C635-022AF342BA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public class </a:t>
            </a:r>
            <a:r>
              <a:rPr lang="en-US" altLang="ko-KR" sz="1400" dirty="0" err="1"/>
              <a:t>SwitchCharExample</a:t>
            </a:r>
            <a:r>
              <a:rPr lang="en-US" altLang="ko-KR" sz="1400" dirty="0"/>
              <a:t> {</a:t>
            </a:r>
          </a:p>
          <a:p>
            <a:pPr marL="0" indent="0">
              <a:buNone/>
            </a:pPr>
            <a:r>
              <a:rPr lang="en-US" altLang="ko-KR" sz="1400" dirty="0"/>
              <a:t>    public static void main(String[] </a:t>
            </a:r>
            <a:r>
              <a:rPr lang="en-US" altLang="ko-KR" sz="1400" dirty="0" err="1"/>
              <a:t>args</a:t>
            </a:r>
            <a:r>
              <a:rPr lang="en-US" altLang="ko-KR" sz="1400" dirty="0"/>
              <a:t>) {</a:t>
            </a:r>
          </a:p>
          <a:p>
            <a:pPr marL="0" indent="0">
              <a:buNone/>
            </a:pPr>
            <a:r>
              <a:rPr lang="en-US" altLang="ko-KR" sz="1400" dirty="0"/>
              <a:t>        char grade = 'B'; // </a:t>
            </a:r>
            <a:r>
              <a:rPr lang="ko-KR" altLang="en-US" sz="1400" dirty="0"/>
              <a:t>회원 등급 설정</a:t>
            </a:r>
          </a:p>
          <a:p>
            <a:pPr marL="0" indent="0">
              <a:buNone/>
            </a:pPr>
            <a:endParaRPr lang="ko-KR" altLang="en-US" sz="1400" dirty="0"/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// switch</a:t>
            </a:r>
            <a:r>
              <a:rPr lang="ko-KR" altLang="en-US" sz="1400" dirty="0"/>
              <a:t>문을 사용하여 등급에 따른 메시지 출력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switch(grade) {</a:t>
            </a:r>
          </a:p>
          <a:p>
            <a:pPr marL="0" indent="0">
              <a:buNone/>
            </a:pPr>
            <a:r>
              <a:rPr lang="en-US" altLang="ko-KR" sz="1400" dirty="0"/>
              <a:t>            case 'A': // </a:t>
            </a:r>
            <a:r>
              <a:rPr lang="ko-KR" altLang="en-US" sz="1400" dirty="0"/>
              <a:t>등급이 대문자 </a:t>
            </a:r>
            <a:r>
              <a:rPr lang="en-US" altLang="ko-KR" sz="1400" dirty="0"/>
              <a:t>'A'</a:t>
            </a:r>
            <a:r>
              <a:rPr lang="ko-KR" altLang="en-US" sz="1400" dirty="0"/>
              <a:t>인 경우</a:t>
            </a:r>
          </a:p>
          <a:p>
            <a:pPr marL="0" indent="0">
              <a:buNone/>
            </a:pPr>
            <a:r>
              <a:rPr lang="ko-KR" altLang="en-US" sz="1400" dirty="0"/>
              <a:t>            </a:t>
            </a:r>
            <a:r>
              <a:rPr lang="en-US" altLang="ko-KR" sz="1400" dirty="0"/>
              <a:t>case 'a': // </a:t>
            </a:r>
            <a:r>
              <a:rPr lang="ko-KR" altLang="en-US" sz="1400" dirty="0"/>
              <a:t>등급이 소문자 </a:t>
            </a:r>
            <a:r>
              <a:rPr lang="en-US" altLang="ko-KR" sz="1400" dirty="0"/>
              <a:t>'a'</a:t>
            </a:r>
            <a:r>
              <a:rPr lang="ko-KR" altLang="en-US" sz="1400" dirty="0"/>
              <a:t>인 경우</a:t>
            </a:r>
          </a:p>
          <a:p>
            <a:pPr marL="0" indent="0">
              <a:buNone/>
            </a:pPr>
            <a:r>
              <a:rPr lang="ko-KR" altLang="en-US" sz="1400" dirty="0"/>
              <a:t>        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</a:t>
            </a:r>
            <a:r>
              <a:rPr lang="ko-KR" altLang="en-US" sz="1400" dirty="0"/>
              <a:t>우수 회원입니다</a:t>
            </a:r>
            <a:r>
              <a:rPr lang="en-US" altLang="ko-KR" sz="1400" dirty="0"/>
              <a:t>."); // </a:t>
            </a:r>
            <a:r>
              <a:rPr lang="ko-KR" altLang="en-US" sz="1400" dirty="0"/>
              <a:t>우수 회원 메시지 출력</a:t>
            </a:r>
          </a:p>
          <a:p>
            <a:pPr marL="0" indent="0">
              <a:buNone/>
            </a:pPr>
            <a:r>
              <a:rPr lang="ko-KR" altLang="en-US" sz="1400" dirty="0"/>
              <a:t>                </a:t>
            </a:r>
            <a:r>
              <a:rPr lang="en-US" altLang="ko-KR" sz="1400" dirty="0"/>
              <a:t>break; // switch</a:t>
            </a:r>
            <a:r>
              <a:rPr lang="ko-KR" altLang="en-US" sz="1400" dirty="0"/>
              <a:t>문 종료</a:t>
            </a:r>
          </a:p>
          <a:p>
            <a:pPr marL="0" indent="0">
              <a:buNone/>
            </a:pPr>
            <a:r>
              <a:rPr lang="ko-KR" altLang="en-US" sz="1400" dirty="0"/>
              <a:t>            </a:t>
            </a:r>
            <a:r>
              <a:rPr lang="en-US" altLang="ko-KR" sz="1400" dirty="0"/>
              <a:t>case 'B': // </a:t>
            </a:r>
            <a:r>
              <a:rPr lang="ko-KR" altLang="en-US" sz="1400" dirty="0"/>
              <a:t>등급이 대문자 </a:t>
            </a:r>
            <a:r>
              <a:rPr lang="en-US" altLang="ko-KR" sz="1400" dirty="0"/>
              <a:t>'B'</a:t>
            </a:r>
            <a:r>
              <a:rPr lang="ko-KR" altLang="en-US" sz="1400" dirty="0"/>
              <a:t>인 경우</a:t>
            </a:r>
          </a:p>
          <a:p>
            <a:pPr marL="0" indent="0">
              <a:buNone/>
            </a:pPr>
            <a:r>
              <a:rPr lang="ko-KR" altLang="en-US" sz="1400" dirty="0"/>
              <a:t>            </a:t>
            </a:r>
            <a:r>
              <a:rPr lang="en-US" altLang="ko-KR" sz="1400" dirty="0"/>
              <a:t>case 'b': // </a:t>
            </a:r>
            <a:r>
              <a:rPr lang="ko-KR" altLang="en-US" sz="1400" dirty="0"/>
              <a:t>등급이 소문자 </a:t>
            </a:r>
            <a:r>
              <a:rPr lang="en-US" altLang="ko-KR" sz="1400" dirty="0"/>
              <a:t>'b'</a:t>
            </a:r>
            <a:r>
              <a:rPr lang="ko-KR" altLang="en-US" sz="1400" dirty="0"/>
              <a:t>인 경우</a:t>
            </a:r>
          </a:p>
          <a:p>
            <a:pPr marL="0" indent="0">
              <a:buNone/>
            </a:pPr>
            <a:r>
              <a:rPr lang="ko-KR" altLang="en-US" sz="1400" dirty="0"/>
              <a:t>        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</a:t>
            </a:r>
            <a:r>
              <a:rPr lang="ko-KR" altLang="en-US" sz="1400" dirty="0"/>
              <a:t>일반 회원입니다</a:t>
            </a:r>
            <a:r>
              <a:rPr lang="en-US" altLang="ko-KR" sz="1400" dirty="0"/>
              <a:t>."); // </a:t>
            </a:r>
            <a:r>
              <a:rPr lang="ko-KR" altLang="en-US" sz="1400" dirty="0"/>
              <a:t>일반 회원 메시지 출력</a:t>
            </a:r>
          </a:p>
          <a:p>
            <a:pPr marL="0" indent="0">
              <a:buNone/>
            </a:pPr>
            <a:r>
              <a:rPr lang="ko-KR" altLang="en-US" sz="1400" dirty="0"/>
              <a:t>                </a:t>
            </a:r>
            <a:r>
              <a:rPr lang="en-US" altLang="ko-KR" sz="1400" dirty="0"/>
              <a:t>break; // switch</a:t>
            </a:r>
            <a:r>
              <a:rPr lang="ko-KR" altLang="en-US" sz="1400" dirty="0"/>
              <a:t>문 종료</a:t>
            </a:r>
          </a:p>
          <a:p>
            <a:pPr marL="0" indent="0">
              <a:buNone/>
            </a:pPr>
            <a:r>
              <a:rPr lang="ko-KR" altLang="en-US" sz="1400" dirty="0"/>
              <a:t>            </a:t>
            </a:r>
            <a:r>
              <a:rPr lang="en-US" altLang="ko-KR" sz="1400" dirty="0"/>
              <a:t>default: // </a:t>
            </a:r>
            <a:r>
              <a:rPr lang="ko-KR" altLang="en-US" sz="1400" dirty="0"/>
              <a:t>위 조건에 해당하지 않는 경우</a:t>
            </a:r>
          </a:p>
          <a:p>
            <a:pPr marL="0" indent="0">
              <a:buNone/>
            </a:pPr>
            <a:r>
              <a:rPr lang="ko-KR" altLang="en-US" sz="1400" dirty="0"/>
              <a:t>        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</a:t>
            </a:r>
            <a:r>
              <a:rPr lang="ko-KR" altLang="en-US" sz="1400" dirty="0"/>
              <a:t>손님입니다</a:t>
            </a:r>
            <a:r>
              <a:rPr lang="en-US" altLang="ko-KR" sz="1400" dirty="0"/>
              <a:t>."); // </a:t>
            </a:r>
            <a:r>
              <a:rPr lang="ko-KR" altLang="en-US" sz="1400" dirty="0"/>
              <a:t>손님 메시지 출력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}</a:t>
            </a:r>
          </a:p>
          <a:p>
            <a:pPr marL="0" indent="0">
              <a:buNone/>
            </a:pPr>
            <a:r>
              <a:rPr lang="en-US" altLang="ko-KR" sz="1400" dirty="0"/>
              <a:t>    }</a:t>
            </a:r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12AB24B-0DBC-3AFA-F31D-019C94E2F9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81444" y="2997640"/>
            <a:ext cx="3062656" cy="862720"/>
          </a:xfrm>
          <a:prstGeom prst="rect">
            <a:avLst/>
          </a:prstGeom>
        </p:spPr>
      </p:pic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CE1A5D05-FBC3-99A8-D6A9-2758A4034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87253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FB7E06-55F6-BB31-B7FB-73BBBA4B0A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0D98A60-0233-03C6-5F02-903E2E15C0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public class </a:t>
            </a:r>
            <a:r>
              <a:rPr lang="en-US" altLang="ko-KR" sz="1400" dirty="0" err="1"/>
              <a:t>SwitchStringExample</a:t>
            </a:r>
            <a:r>
              <a:rPr lang="en-US" altLang="ko-KR" sz="1400" dirty="0"/>
              <a:t> {</a:t>
            </a:r>
          </a:p>
          <a:p>
            <a:pPr marL="0" indent="0">
              <a:buNone/>
            </a:pPr>
            <a:r>
              <a:rPr lang="en-US" altLang="ko-KR" sz="1400" dirty="0"/>
              <a:t>    public static void main(String[] </a:t>
            </a:r>
            <a:r>
              <a:rPr lang="en-US" altLang="ko-KR" sz="1400" dirty="0" err="1"/>
              <a:t>args</a:t>
            </a:r>
            <a:r>
              <a:rPr lang="en-US" altLang="ko-KR" sz="1400" dirty="0"/>
              <a:t>) {</a:t>
            </a:r>
          </a:p>
          <a:p>
            <a:pPr marL="0" indent="0">
              <a:buNone/>
            </a:pPr>
            <a:r>
              <a:rPr lang="en-US" altLang="ko-KR" sz="1400" dirty="0"/>
              <a:t>        String position = "</a:t>
            </a:r>
            <a:r>
              <a:rPr lang="ko-KR" altLang="en-US" sz="1400" dirty="0"/>
              <a:t>과장</a:t>
            </a:r>
            <a:r>
              <a:rPr lang="en-US" altLang="ko-KR" sz="1400" dirty="0"/>
              <a:t>"; // </a:t>
            </a:r>
            <a:r>
              <a:rPr lang="ko-KR" altLang="en-US" sz="1400" dirty="0"/>
              <a:t>직급 설정</a:t>
            </a:r>
          </a:p>
          <a:p>
            <a:pPr marL="0" indent="0">
              <a:buNone/>
            </a:pPr>
            <a:endParaRPr lang="ko-KR" altLang="en-US" sz="1400" dirty="0"/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// switch</a:t>
            </a:r>
            <a:r>
              <a:rPr lang="ko-KR" altLang="en-US" sz="1400" dirty="0"/>
              <a:t>문을 사용하여 직급에 따른 급여 출력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switch(position) {</a:t>
            </a:r>
          </a:p>
          <a:p>
            <a:pPr marL="0" indent="0">
              <a:buNone/>
            </a:pPr>
            <a:r>
              <a:rPr lang="en-US" altLang="ko-KR" sz="1400" dirty="0"/>
              <a:t>            case "</a:t>
            </a:r>
            <a:r>
              <a:rPr lang="ko-KR" altLang="en-US" sz="1400" dirty="0"/>
              <a:t>부장</a:t>
            </a:r>
            <a:r>
              <a:rPr lang="en-US" altLang="ko-KR" sz="1400" dirty="0"/>
              <a:t>": // position</a:t>
            </a:r>
            <a:r>
              <a:rPr lang="ko-KR" altLang="en-US" sz="1400" dirty="0"/>
              <a:t>이 </a:t>
            </a:r>
            <a:r>
              <a:rPr lang="en-US" altLang="ko-KR" sz="1400" dirty="0"/>
              <a:t>"</a:t>
            </a:r>
            <a:r>
              <a:rPr lang="ko-KR" altLang="en-US" sz="1400" dirty="0"/>
              <a:t>부장</a:t>
            </a:r>
            <a:r>
              <a:rPr lang="en-US" altLang="ko-KR" sz="1400" dirty="0"/>
              <a:t>"</a:t>
            </a:r>
            <a:r>
              <a:rPr lang="ko-KR" altLang="en-US" sz="1400" dirty="0"/>
              <a:t>인 경우</a:t>
            </a:r>
          </a:p>
          <a:p>
            <a:pPr marL="0" indent="0">
              <a:buNone/>
            </a:pPr>
            <a:r>
              <a:rPr lang="ko-KR" altLang="en-US" sz="1400" dirty="0"/>
              <a:t>        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("700</a:t>
            </a:r>
            <a:r>
              <a:rPr lang="ko-KR" altLang="en-US" sz="1400" dirty="0"/>
              <a:t>만원</a:t>
            </a:r>
            <a:r>
              <a:rPr lang="en-US" altLang="ko-KR" sz="1400" dirty="0"/>
              <a:t>"); // </a:t>
            </a:r>
            <a:r>
              <a:rPr lang="ko-KR" altLang="en-US" sz="1400" dirty="0"/>
              <a:t>급여 출력</a:t>
            </a:r>
          </a:p>
          <a:p>
            <a:pPr marL="0" indent="0">
              <a:buNone/>
            </a:pPr>
            <a:r>
              <a:rPr lang="ko-KR" altLang="en-US" sz="1400" dirty="0"/>
              <a:t>                </a:t>
            </a:r>
            <a:r>
              <a:rPr lang="en-US" altLang="ko-KR" sz="1400" dirty="0"/>
              <a:t>break; // switch</a:t>
            </a:r>
            <a:r>
              <a:rPr lang="ko-KR" altLang="en-US" sz="1400" dirty="0"/>
              <a:t>문 종료</a:t>
            </a:r>
          </a:p>
          <a:p>
            <a:pPr marL="0" indent="0">
              <a:buNone/>
            </a:pPr>
            <a:r>
              <a:rPr lang="ko-KR" altLang="en-US" sz="1400" dirty="0"/>
              <a:t>            </a:t>
            </a:r>
            <a:r>
              <a:rPr lang="en-US" altLang="ko-KR" sz="1400" dirty="0"/>
              <a:t>case "</a:t>
            </a:r>
            <a:r>
              <a:rPr lang="ko-KR" altLang="en-US" sz="1400" dirty="0"/>
              <a:t>과장</a:t>
            </a:r>
            <a:r>
              <a:rPr lang="en-US" altLang="ko-KR" sz="1400" dirty="0"/>
              <a:t>": // position</a:t>
            </a:r>
            <a:r>
              <a:rPr lang="ko-KR" altLang="en-US" sz="1400" dirty="0"/>
              <a:t>이 </a:t>
            </a:r>
            <a:r>
              <a:rPr lang="en-US" altLang="ko-KR" sz="1400" dirty="0"/>
              <a:t>"</a:t>
            </a:r>
            <a:r>
              <a:rPr lang="ko-KR" altLang="en-US" sz="1400" dirty="0"/>
              <a:t>과장</a:t>
            </a:r>
            <a:r>
              <a:rPr lang="en-US" altLang="ko-KR" sz="1400" dirty="0"/>
              <a:t>"</a:t>
            </a:r>
            <a:r>
              <a:rPr lang="ko-KR" altLang="en-US" sz="1400" dirty="0"/>
              <a:t>인 경우</a:t>
            </a:r>
          </a:p>
          <a:p>
            <a:pPr marL="0" indent="0">
              <a:buNone/>
            </a:pPr>
            <a:r>
              <a:rPr lang="ko-KR" altLang="en-US" sz="1400" dirty="0"/>
              <a:t>        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("500</a:t>
            </a:r>
            <a:r>
              <a:rPr lang="ko-KR" altLang="en-US" sz="1400" dirty="0"/>
              <a:t>만원</a:t>
            </a:r>
            <a:r>
              <a:rPr lang="en-US" altLang="ko-KR" sz="1400" dirty="0"/>
              <a:t>"); // </a:t>
            </a:r>
            <a:r>
              <a:rPr lang="ko-KR" altLang="en-US" sz="1400" dirty="0"/>
              <a:t>급여 출력</a:t>
            </a:r>
          </a:p>
          <a:p>
            <a:pPr marL="0" indent="0">
              <a:buNone/>
            </a:pPr>
            <a:r>
              <a:rPr lang="ko-KR" altLang="en-US" sz="1400" dirty="0"/>
              <a:t>                </a:t>
            </a:r>
            <a:r>
              <a:rPr lang="en-US" altLang="ko-KR" sz="1400" dirty="0"/>
              <a:t>break; // switch</a:t>
            </a:r>
            <a:r>
              <a:rPr lang="ko-KR" altLang="en-US" sz="1400" dirty="0"/>
              <a:t>문 종료</a:t>
            </a:r>
          </a:p>
          <a:p>
            <a:pPr marL="0" indent="0">
              <a:buNone/>
            </a:pPr>
            <a:r>
              <a:rPr lang="ko-KR" altLang="en-US" sz="1400" dirty="0"/>
              <a:t>            </a:t>
            </a:r>
            <a:r>
              <a:rPr lang="en-US" altLang="ko-KR" sz="1400" dirty="0"/>
              <a:t>default: // </a:t>
            </a:r>
            <a:r>
              <a:rPr lang="ko-KR" altLang="en-US" sz="1400" dirty="0"/>
              <a:t>위 조건에 해당하지 않는 경우</a:t>
            </a:r>
          </a:p>
          <a:p>
            <a:pPr marL="0" indent="0">
              <a:buNone/>
            </a:pPr>
            <a:r>
              <a:rPr lang="ko-KR" altLang="en-US" sz="1400" dirty="0"/>
              <a:t>        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("300</a:t>
            </a:r>
            <a:r>
              <a:rPr lang="ko-KR" altLang="en-US" sz="1400" dirty="0"/>
              <a:t>만원</a:t>
            </a:r>
            <a:r>
              <a:rPr lang="en-US" altLang="ko-KR" sz="1400" dirty="0"/>
              <a:t>"); // </a:t>
            </a:r>
            <a:r>
              <a:rPr lang="ko-KR" altLang="en-US" sz="1400" dirty="0"/>
              <a:t>기본 급여 출력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}</a:t>
            </a:r>
          </a:p>
          <a:p>
            <a:pPr marL="0" indent="0">
              <a:buNone/>
            </a:pPr>
            <a:r>
              <a:rPr lang="en-US" altLang="ko-KR" sz="1400" dirty="0"/>
              <a:t>    }</a:t>
            </a:r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BB5BEBA-D66B-5CD9-B1F8-E022696B6B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04469" y="2263240"/>
            <a:ext cx="2006191" cy="1165760"/>
          </a:xfrm>
          <a:prstGeom prst="rect">
            <a:avLst/>
          </a:prstGeom>
        </p:spPr>
      </p:pic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F5E709A-A465-AE08-7BEA-75E6F5B32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18816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2118AF-82CA-7916-B371-941A20D54C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CE90CF7-626E-8381-F411-7125498662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1400" b="1" dirty="0"/>
              <a:t>if</a:t>
            </a:r>
            <a:r>
              <a:rPr lang="ko-KR" altLang="en-US" sz="1400" b="1" dirty="0"/>
              <a:t>문 </a:t>
            </a:r>
            <a:r>
              <a:rPr lang="en-US" altLang="ko-KR" sz="1400" b="1" dirty="0"/>
              <a:t>vs switch</a:t>
            </a:r>
            <a:r>
              <a:rPr lang="ko-KR" altLang="en-US" sz="1400" b="1" dirty="0"/>
              <a:t>문</a:t>
            </a:r>
            <a:endParaRPr lang="en-US" altLang="ko-KR" sz="1400" b="1" dirty="0"/>
          </a:p>
          <a:p>
            <a:pPr marL="0" indent="0">
              <a:buNone/>
            </a:pPr>
            <a:endParaRPr lang="en-US" altLang="ko-KR" sz="1400" b="1" dirty="0"/>
          </a:p>
          <a:p>
            <a:pPr marL="0" indent="0">
              <a:buNone/>
            </a:pPr>
            <a:r>
              <a:rPr lang="ko-KR" altLang="en-US" sz="1400" b="1" dirty="0"/>
              <a:t>구조</a:t>
            </a:r>
            <a:endParaRPr lang="en-US" altLang="ko-KR" sz="1400" b="1" dirty="0"/>
          </a:p>
          <a:p>
            <a:pPr marL="0" indent="0">
              <a:buNone/>
            </a:pPr>
            <a:r>
              <a:rPr lang="en-US" altLang="ko-KR" sz="1400" dirty="0"/>
              <a:t>if</a:t>
            </a:r>
            <a:r>
              <a:rPr lang="ko-KR" altLang="en-US" sz="1400" dirty="0"/>
              <a:t>문</a:t>
            </a: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여러 개의 조건을 비교하고</a:t>
            </a:r>
            <a:r>
              <a:rPr lang="en-US" altLang="ko-KR" sz="1400" dirty="0"/>
              <a:t>, </a:t>
            </a:r>
            <a:r>
              <a:rPr lang="ko-KR" altLang="en-US" sz="1400" dirty="0"/>
              <a:t>조건에 맞는 경우 특정 코드를 실행</a:t>
            </a: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if, else if, else</a:t>
            </a:r>
            <a:r>
              <a:rPr lang="ko-KR" altLang="en-US" sz="1400" dirty="0"/>
              <a:t>로 구분되며</a:t>
            </a:r>
            <a:r>
              <a:rPr lang="en-US" altLang="ko-KR" sz="1400" dirty="0"/>
              <a:t>, </a:t>
            </a:r>
            <a:r>
              <a:rPr lang="ko-KR" altLang="en-US" sz="1400" dirty="0"/>
              <a:t>조건식은 자유롭게 설정할 수 있으므로 복잡한 조건을 처리할 때 사용한다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 err="1"/>
              <a:t>swich</a:t>
            </a:r>
            <a:r>
              <a:rPr lang="ko-KR" altLang="en-US" sz="1400" dirty="0"/>
              <a:t>문</a:t>
            </a: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특정 변수나 표현식의 값을 여러 값과 비교하여 그에 맞는 경우를 실행</a:t>
            </a: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조건문이 </a:t>
            </a:r>
            <a:r>
              <a:rPr lang="en-US" altLang="ko-KR" sz="1400" dirty="0"/>
              <a:t>case</a:t>
            </a:r>
            <a:r>
              <a:rPr lang="ko-KR" altLang="en-US" sz="1400" dirty="0"/>
              <a:t>로 나뉘며</a:t>
            </a:r>
            <a:r>
              <a:rPr lang="en-US" altLang="ko-KR" sz="1400" dirty="0"/>
              <a:t>, </a:t>
            </a:r>
            <a:r>
              <a:rPr lang="ko-KR" altLang="en-US" sz="1400" dirty="0"/>
              <a:t>값이 일치하는 </a:t>
            </a:r>
            <a:r>
              <a:rPr lang="en-US" altLang="ko-KR" sz="1400" dirty="0"/>
              <a:t>case</a:t>
            </a:r>
            <a:r>
              <a:rPr lang="ko-KR" altLang="en-US" sz="1400" dirty="0"/>
              <a:t>가 실행되고</a:t>
            </a:r>
            <a:r>
              <a:rPr lang="en-US" altLang="ko-KR" sz="1400" dirty="0"/>
              <a:t>, break</a:t>
            </a:r>
            <a:r>
              <a:rPr lang="ko-KR" altLang="en-US" sz="1400" dirty="0"/>
              <a:t>로 종료</a:t>
            </a: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여러 개의 값에 대해 분기 처리를 해야 할 때 사용한다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b="1" dirty="0"/>
              <a:t>조건 처리 방식</a:t>
            </a:r>
            <a:endParaRPr lang="en-US" altLang="ko-KR" sz="1400" b="1" dirty="0"/>
          </a:p>
          <a:p>
            <a:pPr marL="0" indent="0">
              <a:buNone/>
            </a:pPr>
            <a:r>
              <a:rPr lang="en-US" altLang="ko-KR" sz="1400" dirty="0"/>
              <a:t>if</a:t>
            </a:r>
            <a:r>
              <a:rPr lang="ko-KR" altLang="en-US" sz="1400" dirty="0"/>
              <a:t>문</a:t>
            </a:r>
          </a:p>
          <a:p>
            <a:pPr marL="0" indent="0">
              <a:buNone/>
            </a:pPr>
            <a:r>
              <a:rPr lang="ko-KR" altLang="en-US" sz="1400" dirty="0"/>
              <a:t>조건식이 복잡해질 수 있으며</a:t>
            </a:r>
            <a:r>
              <a:rPr lang="en-US" altLang="ko-KR" sz="1400" dirty="0"/>
              <a:t>, </a:t>
            </a:r>
            <a:r>
              <a:rPr lang="ko-KR" altLang="en-US" sz="1400" dirty="0"/>
              <a:t>범위나 비교 연산자 등을 자유롭게 사용할 수 있다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r>
              <a:rPr lang="ko-KR" altLang="en-US" sz="1400" dirty="0"/>
              <a:t>예를 들어</a:t>
            </a:r>
            <a:r>
              <a:rPr lang="en-US" altLang="ko-KR" sz="1400" dirty="0"/>
              <a:t>, if (x &gt; 10 &amp;&amp; x &lt; 20)</a:t>
            </a:r>
            <a:r>
              <a:rPr lang="ko-KR" altLang="en-US" sz="1400" dirty="0"/>
              <a:t>처럼 복합적인 조건을 처리할 수 있다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switch</a:t>
            </a:r>
            <a:r>
              <a:rPr lang="ko-KR" altLang="en-US" sz="1400" dirty="0"/>
              <a:t>문</a:t>
            </a: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주로 상수 값이나 문자열 등과 비교합니다</a:t>
            </a:r>
            <a:r>
              <a:rPr lang="en-US" altLang="ko-KR" sz="1400" dirty="0"/>
              <a:t>. </a:t>
            </a:r>
            <a:r>
              <a:rPr lang="ko-KR" altLang="en-US" sz="1400" dirty="0"/>
              <a:t>범위 비교나 복합 조건 처리에는 제한이 있다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r>
              <a:rPr lang="ko-KR" altLang="en-US" sz="1400" dirty="0"/>
              <a:t>예를 들어</a:t>
            </a:r>
            <a:r>
              <a:rPr lang="en-US" altLang="ko-KR" sz="1400" dirty="0"/>
              <a:t>, switch(x)</a:t>
            </a:r>
            <a:r>
              <a:rPr lang="ko-KR" altLang="en-US" sz="1400" dirty="0"/>
              <a:t>는 </a:t>
            </a:r>
            <a:r>
              <a:rPr lang="en-US" altLang="ko-KR" sz="1400" dirty="0"/>
              <a:t>x</a:t>
            </a:r>
            <a:r>
              <a:rPr lang="ko-KR" altLang="en-US" sz="1400" dirty="0"/>
              <a:t>가 </a:t>
            </a:r>
            <a:r>
              <a:rPr lang="en-US" altLang="ko-KR" sz="1400" dirty="0"/>
              <a:t>1, 2, 3 </a:t>
            </a:r>
            <a:r>
              <a:rPr lang="ko-KR" altLang="en-US" sz="1400" dirty="0"/>
              <a:t>등의 특정 값 중 하나일 때만 사용 가능하다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EE085E3-8AE7-D964-2213-B294E481D5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97643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7CCED5-4BB0-5E7C-C437-483E67211D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41CF3D1-06E6-0493-7E3C-68851BBE9D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1400" b="1" dirty="0"/>
              <a:t>if</a:t>
            </a:r>
            <a:r>
              <a:rPr lang="ko-KR" altLang="en-US" sz="1400" b="1" dirty="0"/>
              <a:t>문 </a:t>
            </a:r>
            <a:r>
              <a:rPr lang="en-US" altLang="ko-KR" sz="1400" b="1" dirty="0"/>
              <a:t>vs switch</a:t>
            </a:r>
            <a:r>
              <a:rPr lang="ko-KR" altLang="en-US" sz="1400" b="1" dirty="0"/>
              <a:t>문</a:t>
            </a:r>
            <a:endParaRPr lang="en-US" altLang="ko-KR" sz="1400" b="1" dirty="0"/>
          </a:p>
          <a:p>
            <a:pPr marL="0" indent="0">
              <a:buNone/>
            </a:pPr>
            <a:endParaRPr lang="en-US" altLang="ko-KR" sz="1400" b="1" dirty="0"/>
          </a:p>
          <a:p>
            <a:pPr marL="0" indent="0">
              <a:buNone/>
            </a:pPr>
            <a:r>
              <a:rPr lang="ko-KR" altLang="en-US" sz="1400" b="1" dirty="0"/>
              <a:t>속도</a:t>
            </a:r>
            <a:endParaRPr lang="en-US" altLang="ko-KR" sz="1400" b="1" dirty="0"/>
          </a:p>
          <a:p>
            <a:pPr marL="0" indent="0">
              <a:buNone/>
            </a:pPr>
            <a:r>
              <a:rPr lang="en-US" altLang="ko-KR" sz="1400" dirty="0"/>
              <a:t>if</a:t>
            </a:r>
            <a:r>
              <a:rPr lang="ko-KR" altLang="en-US" sz="1400" dirty="0"/>
              <a:t>문</a:t>
            </a: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if</a:t>
            </a:r>
            <a:r>
              <a:rPr lang="ko-KR" altLang="en-US" sz="1400" dirty="0"/>
              <a:t>문은 조건이 여러 개인 경우</a:t>
            </a:r>
            <a:r>
              <a:rPr lang="en-US" altLang="ko-KR" sz="1400" dirty="0"/>
              <a:t>, </a:t>
            </a:r>
            <a:r>
              <a:rPr lang="ko-KR" altLang="en-US" sz="1400" dirty="0"/>
              <a:t>각 조건을 순차적으로 평가한다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r>
              <a:rPr lang="ko-KR" altLang="en-US" sz="1400" dirty="0"/>
              <a:t>조건이 많으면 많을수록</a:t>
            </a:r>
            <a:r>
              <a:rPr lang="en-US" altLang="ko-KR" sz="1400" dirty="0"/>
              <a:t>, </a:t>
            </a:r>
            <a:r>
              <a:rPr lang="ko-KR" altLang="en-US" sz="1400" dirty="0"/>
              <a:t>조건을 하나씩 비교하는 시간이 늘어난다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 err="1"/>
              <a:t>swich</a:t>
            </a:r>
            <a:r>
              <a:rPr lang="ko-KR" altLang="en-US" sz="1400" dirty="0"/>
              <a:t>문</a:t>
            </a: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switch</a:t>
            </a:r>
            <a:r>
              <a:rPr lang="ko-KR" altLang="en-US" sz="1400" dirty="0"/>
              <a:t>문은 조건을 하나씩 비교하는 것이 아니라</a:t>
            </a:r>
            <a:r>
              <a:rPr lang="en-US" altLang="ko-KR" sz="1400" dirty="0"/>
              <a:t>, </a:t>
            </a:r>
            <a:r>
              <a:rPr lang="ko-KR" altLang="en-US" sz="1400" dirty="0"/>
              <a:t>바로 해당 조건에 맞는 분기로 점프하도록 하는 점프 테이블</a:t>
            </a:r>
            <a:r>
              <a:rPr lang="en-US" altLang="ko-KR" sz="1400" dirty="0"/>
              <a:t>(jump table) </a:t>
            </a:r>
            <a:r>
              <a:rPr lang="ko-KR" altLang="en-US" sz="1400" dirty="0"/>
              <a:t>방식을 사용해서</a:t>
            </a: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조건식이 아주 많을 때 </a:t>
            </a:r>
            <a:r>
              <a:rPr lang="en-US" altLang="ko-KR" sz="1400" dirty="0"/>
              <a:t>if</a:t>
            </a:r>
            <a:r>
              <a:rPr lang="ko-KR" altLang="en-US" sz="1400" dirty="0"/>
              <a:t>문보다 빠를 수 있다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b="1" dirty="0"/>
          </a:p>
          <a:p>
            <a:pPr marL="0" indent="0">
              <a:buNone/>
            </a:pPr>
            <a:r>
              <a:rPr lang="ko-KR" altLang="en-US" sz="1400" dirty="0"/>
              <a:t>하지만 복잡한 조건 비교가 필요하거나 </a:t>
            </a:r>
            <a:r>
              <a:rPr lang="en-US" altLang="ko-KR" sz="1400" dirty="0"/>
              <a:t>Python</a:t>
            </a:r>
            <a:r>
              <a:rPr lang="ko-KR" altLang="en-US" sz="1400" dirty="0"/>
              <a:t>처럼 </a:t>
            </a:r>
            <a:r>
              <a:rPr lang="en-US" altLang="ko-KR" sz="1400" dirty="0"/>
              <a:t>switch</a:t>
            </a:r>
            <a:r>
              <a:rPr lang="ko-KR" altLang="en-US" sz="1400" dirty="0"/>
              <a:t>문이 지원되지 않는 언어도 있기에 이럴 땐 </a:t>
            </a:r>
            <a:r>
              <a:rPr lang="en-US" altLang="ko-KR" sz="1400" dirty="0"/>
              <a:t>if</a:t>
            </a:r>
            <a:r>
              <a:rPr lang="ko-KR" altLang="en-US" sz="1400" dirty="0"/>
              <a:t>문 사용이 더 적합하다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050" dirty="0"/>
          </a:p>
          <a:p>
            <a:pPr marL="0" indent="0">
              <a:buNone/>
            </a:pPr>
            <a:r>
              <a:rPr lang="ko-KR" altLang="en-US" sz="1400" b="1" dirty="0"/>
              <a:t>가독성</a:t>
            </a:r>
            <a:endParaRPr lang="en-US" altLang="ko-KR" sz="1400" b="1" dirty="0"/>
          </a:p>
          <a:p>
            <a:pPr marL="0" indent="0">
              <a:buNone/>
            </a:pPr>
            <a:r>
              <a:rPr lang="en-US" altLang="ko-KR" sz="1400" dirty="0"/>
              <a:t>if</a:t>
            </a:r>
            <a:r>
              <a:rPr lang="ko-KR" altLang="en-US" sz="1400" dirty="0"/>
              <a:t>문</a:t>
            </a:r>
          </a:p>
          <a:p>
            <a:pPr marL="0" indent="0">
              <a:buNone/>
            </a:pPr>
            <a:r>
              <a:rPr lang="ko-KR" altLang="en-US" sz="1400" dirty="0"/>
              <a:t>계단식 구조로 각 조건문이 서로 구분되어 보이기 때문에</a:t>
            </a:r>
            <a:r>
              <a:rPr lang="en-US" altLang="ko-KR" sz="1400" dirty="0"/>
              <a:t>, </a:t>
            </a:r>
            <a:r>
              <a:rPr lang="ko-KR" altLang="en-US" sz="1400" dirty="0"/>
              <a:t>어떤 조건이 먼저 평가되고 어떤 조건이 나중에 평가되는지 명확히 알 수 있다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switch</a:t>
            </a:r>
            <a:r>
              <a:rPr lang="ko-KR" altLang="en-US" sz="1400" dirty="0"/>
              <a:t>문</a:t>
            </a: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case</a:t>
            </a:r>
            <a:r>
              <a:rPr lang="ko-KR" altLang="en-US" sz="1400" dirty="0"/>
              <a:t>가 많을 수록  한 눈에 전체 흐름을 파악하기 어렵고</a:t>
            </a:r>
            <a:r>
              <a:rPr lang="en-US" altLang="ko-KR" sz="1400" dirty="0"/>
              <a:t>, </a:t>
            </a:r>
            <a:r>
              <a:rPr lang="ko-KR" altLang="en-US" sz="1400" dirty="0"/>
              <a:t>이동하는 흐름을 한 번에 파악하는 것이 어려워진다</a:t>
            </a:r>
            <a:r>
              <a:rPr lang="en-US" altLang="ko-KR" sz="1400" dirty="0"/>
              <a:t>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26D1E6C-3B29-2842-755F-6119A0377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08468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694D0C-939D-A65D-527A-3495737188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7F7998C-EB4B-09F9-1BD7-7D688729EC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1400" b="1" dirty="0" err="1"/>
              <a:t>반복문</a:t>
            </a:r>
            <a:endParaRPr lang="en-US" altLang="ko-KR" sz="1400" b="1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반복문은 어떤 작업이 반복적으로 실행되도록 할 때 사용되며</a:t>
            </a: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for</a:t>
            </a:r>
            <a:r>
              <a:rPr lang="ko-KR" altLang="en-US" sz="1400" dirty="0"/>
              <a:t>문</a:t>
            </a:r>
            <a:r>
              <a:rPr lang="en-US" altLang="ko-KR" sz="1400" dirty="0"/>
              <a:t>, while</a:t>
            </a:r>
            <a:r>
              <a:rPr lang="ko-KR" altLang="en-US" sz="1400" dirty="0"/>
              <a:t>문</a:t>
            </a:r>
            <a:r>
              <a:rPr lang="en-US" altLang="ko-KR" sz="1400" dirty="0"/>
              <a:t>, do-while</a:t>
            </a:r>
            <a:r>
              <a:rPr lang="ko-KR" altLang="en-US" sz="1400" dirty="0"/>
              <a:t>문이 있다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for</a:t>
            </a:r>
            <a:r>
              <a:rPr lang="ko-KR" altLang="en-US" sz="1400" dirty="0"/>
              <a:t>문</a:t>
            </a: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for</a:t>
            </a:r>
            <a:r>
              <a:rPr lang="ko-KR" altLang="en-US" sz="1400" dirty="0"/>
              <a:t>문은 주어진 횟수만큼 실행문을 반복 실행할 때 적합한 반복 제어문이다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for</a:t>
            </a:r>
            <a:r>
              <a:rPr lang="ko-KR" altLang="en-US" sz="1400" dirty="0"/>
              <a:t>문의 형식과 실행흐름</a:t>
            </a: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b="1" dirty="0"/>
              <a:t>for(</a:t>
            </a:r>
            <a:r>
              <a:rPr lang="ko-KR" altLang="en-US" sz="1400" b="1" dirty="0"/>
              <a:t>초기화식</a:t>
            </a:r>
            <a:r>
              <a:rPr lang="en-US" altLang="ko-KR" sz="1400" b="1" dirty="0"/>
              <a:t>; </a:t>
            </a:r>
            <a:r>
              <a:rPr lang="ko-KR" altLang="en-US" sz="1400" b="1" dirty="0"/>
              <a:t>조건식</a:t>
            </a:r>
            <a:r>
              <a:rPr lang="en-US" altLang="ko-KR" sz="1400" b="1" dirty="0"/>
              <a:t>; </a:t>
            </a:r>
            <a:r>
              <a:rPr lang="ko-KR" altLang="en-US" sz="1400" b="1" dirty="0" err="1"/>
              <a:t>증감식</a:t>
            </a:r>
            <a:r>
              <a:rPr lang="en-US" altLang="ko-KR" sz="1400" b="1" dirty="0"/>
              <a:t>;){</a:t>
            </a:r>
          </a:p>
          <a:p>
            <a:pPr marL="0" indent="0">
              <a:buNone/>
            </a:pPr>
            <a:r>
              <a:rPr lang="en-US" altLang="ko-KR" sz="1400" b="1" dirty="0"/>
              <a:t>	</a:t>
            </a:r>
            <a:r>
              <a:rPr lang="ko-KR" altLang="en-US" sz="1400" b="1" dirty="0" err="1"/>
              <a:t>실행문</a:t>
            </a:r>
            <a:endParaRPr lang="en-US" altLang="ko-KR" sz="1400" b="1" dirty="0"/>
          </a:p>
          <a:p>
            <a:pPr marL="0" indent="0">
              <a:buNone/>
            </a:pPr>
            <a:r>
              <a:rPr lang="en-US" altLang="ko-KR" sz="1400" b="1" dirty="0"/>
              <a:t>	   ...</a:t>
            </a:r>
          </a:p>
          <a:p>
            <a:pPr marL="0" indent="0">
              <a:buNone/>
            </a:pPr>
            <a:r>
              <a:rPr lang="en-US" altLang="ko-KR" sz="1400" b="1" dirty="0"/>
              <a:t>}</a:t>
            </a:r>
          </a:p>
          <a:p>
            <a:pPr marL="0" indent="0">
              <a:buNone/>
            </a:pPr>
            <a:endParaRPr lang="en-US" altLang="ko-KR" sz="1400" b="1" dirty="0"/>
          </a:p>
          <a:p>
            <a:pPr marL="0" indent="0">
              <a:buNone/>
            </a:pPr>
            <a:r>
              <a:rPr lang="en-US" altLang="ko-KR" sz="1400" dirty="0"/>
              <a:t>for</a:t>
            </a:r>
            <a:r>
              <a:rPr lang="ko-KR" altLang="en-US" sz="1400" dirty="0"/>
              <a:t>문이 실행될 때 초기화식이 먼저 실행된다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그 후 초기화식에 대한 조건식을 평가해서 </a:t>
            </a:r>
            <a:r>
              <a:rPr lang="en-US" altLang="ko-KR" sz="1400" dirty="0"/>
              <a:t>true</a:t>
            </a:r>
            <a:r>
              <a:rPr lang="ko-KR" altLang="en-US" sz="1400" dirty="0"/>
              <a:t>면  </a:t>
            </a:r>
            <a:r>
              <a:rPr lang="en-US" altLang="ko-KR" sz="1400" dirty="0"/>
              <a:t>for</a:t>
            </a:r>
            <a:r>
              <a:rPr lang="ko-KR" altLang="en-US" sz="1400" dirty="0"/>
              <a:t>문의 실행문을 실행시키고 </a:t>
            </a:r>
            <a:r>
              <a:rPr lang="en-US" altLang="ko-KR" sz="1400" dirty="0"/>
              <a:t>false</a:t>
            </a:r>
            <a:r>
              <a:rPr lang="ko-KR" altLang="en-US" sz="1400" dirty="0"/>
              <a:t>면 실행문을 실행시키지 않는다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실행문이 실행되면 다시 </a:t>
            </a:r>
            <a:r>
              <a:rPr lang="en-US" altLang="ko-KR" sz="1400" dirty="0"/>
              <a:t>for</a:t>
            </a:r>
            <a:r>
              <a:rPr lang="ko-KR" altLang="en-US" sz="1400" dirty="0"/>
              <a:t>문으로 돌아와 증감식을 실행시키고</a:t>
            </a:r>
            <a:r>
              <a:rPr lang="en-US" altLang="ko-KR" sz="1400" dirty="0"/>
              <a:t>,</a:t>
            </a:r>
            <a:r>
              <a:rPr lang="ko-KR" altLang="en-US" sz="1400" dirty="0"/>
              <a:t> 위의 과정을 반복한다</a:t>
            </a:r>
            <a:r>
              <a:rPr lang="en-US" altLang="ko-KR" sz="1400" dirty="0"/>
              <a:t>.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CD4CCD44-1FEC-C502-71B2-3A6AC3BD4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22496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FB6FA0-AE99-D086-E360-01470419BB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4CAC574-C79F-E6B0-74CF-9C7C540C06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1400" b="1" dirty="0"/>
              <a:t>for</a:t>
            </a:r>
            <a:r>
              <a:rPr lang="ko-KR" altLang="en-US" sz="1400" b="1" dirty="0"/>
              <a:t>문</a:t>
            </a:r>
            <a:endParaRPr lang="en-US" altLang="ko-KR" sz="1400" b="1" dirty="0"/>
          </a:p>
          <a:p>
            <a:pPr marL="0" indent="0">
              <a:buNone/>
            </a:pPr>
            <a:endParaRPr lang="en-US" altLang="ko-KR" sz="1400" b="1" dirty="0"/>
          </a:p>
          <a:p>
            <a:pPr marL="0" indent="0">
              <a:buNone/>
            </a:pPr>
            <a:r>
              <a:rPr lang="en-US" altLang="ko-KR" sz="1400" dirty="0"/>
              <a:t>1</a:t>
            </a:r>
            <a:r>
              <a:rPr lang="ko-KR" altLang="en-US" sz="1400" dirty="0"/>
              <a:t>부터</a:t>
            </a:r>
            <a:r>
              <a:rPr lang="en-US" altLang="ko-KR" sz="1400" dirty="0"/>
              <a:t> 100</a:t>
            </a:r>
            <a:r>
              <a:rPr lang="ko-KR" altLang="en-US" sz="1400" dirty="0"/>
              <a:t>까지의 합을 하는 프로그램</a:t>
            </a: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int sum = 0</a:t>
            </a:r>
          </a:p>
          <a:p>
            <a:pPr marL="0" indent="0">
              <a:buNone/>
            </a:pPr>
            <a:r>
              <a:rPr lang="en-US" altLang="ko-KR" sz="1400" dirty="0"/>
              <a:t>sum = sum + 1;</a:t>
            </a:r>
          </a:p>
          <a:p>
            <a:pPr marL="0" indent="0">
              <a:buNone/>
            </a:pPr>
            <a:r>
              <a:rPr lang="en-US" altLang="ko-KR" sz="1400" dirty="0"/>
              <a:t>sum = sum + 2;</a:t>
            </a:r>
          </a:p>
          <a:p>
            <a:pPr marL="0" indent="0">
              <a:buNone/>
            </a:pPr>
            <a:r>
              <a:rPr lang="en-US" altLang="ko-KR" sz="1400" dirty="0"/>
              <a:t>          ...			vs</a:t>
            </a:r>
          </a:p>
          <a:p>
            <a:pPr marL="0" indent="0">
              <a:buNone/>
            </a:pPr>
            <a:r>
              <a:rPr lang="en-US" altLang="ko-KR" sz="1400" dirty="0"/>
              <a:t>sum = sum + 99;</a:t>
            </a:r>
          </a:p>
          <a:p>
            <a:pPr marL="0" indent="0">
              <a:buNone/>
            </a:pPr>
            <a:r>
              <a:rPr lang="en-US" altLang="ko-KR" sz="1400" dirty="0"/>
              <a:t>sum = sum + 100;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만약 </a:t>
            </a:r>
            <a:r>
              <a:rPr lang="en-US" altLang="ko-KR" sz="1400" dirty="0"/>
              <a:t>for</a:t>
            </a:r>
            <a:r>
              <a:rPr lang="ko-KR" altLang="en-US" sz="1400" dirty="0"/>
              <a:t>문을 사용하지 않는다면 일일이 </a:t>
            </a:r>
            <a:r>
              <a:rPr lang="en-US" altLang="ko-KR" sz="1400" dirty="0"/>
              <a:t>100</a:t>
            </a:r>
            <a:r>
              <a:rPr lang="ko-KR" altLang="en-US" sz="1400" dirty="0"/>
              <a:t>개의 실행문을 적어야 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하지만 </a:t>
            </a:r>
            <a:r>
              <a:rPr lang="en-US" altLang="ko-KR" sz="1400" dirty="0"/>
              <a:t>for</a:t>
            </a:r>
            <a:r>
              <a:rPr lang="ko-KR" altLang="en-US" sz="1400" dirty="0"/>
              <a:t>문을 사용하면 </a:t>
            </a:r>
            <a:r>
              <a:rPr lang="en-US" altLang="ko-KR" sz="1400" dirty="0"/>
              <a:t>100</a:t>
            </a:r>
            <a:r>
              <a:rPr lang="ko-KR" altLang="en-US" sz="1400" dirty="0"/>
              <a:t>개의 실행문을 </a:t>
            </a:r>
            <a:r>
              <a:rPr lang="en-US" altLang="ko-KR" sz="1400" dirty="0"/>
              <a:t>3</a:t>
            </a:r>
            <a:r>
              <a:rPr lang="ko-KR" altLang="en-US" sz="1400" dirty="0"/>
              <a:t>줄로 줄일 수 있다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이러한 반복문은 한 번 작성된 실행문을 여러 번 반복 실행시키므로 코드를 간결하게 작성할 수 있다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87F3E6B-1334-1EDC-A0CE-5B8F10E3E037}"/>
              </a:ext>
            </a:extLst>
          </p:cNvPr>
          <p:cNvSpPr txBox="1"/>
          <p:nvPr/>
        </p:nvSpPr>
        <p:spPr>
          <a:xfrm>
            <a:off x="5676523" y="1326333"/>
            <a:ext cx="331356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int</a:t>
            </a:r>
            <a:r>
              <a:rPr lang="ko-KR" altLang="en-US" dirty="0"/>
              <a:t> </a:t>
            </a:r>
            <a:r>
              <a:rPr lang="en-US" altLang="ko-KR" dirty="0"/>
              <a:t>sum</a:t>
            </a:r>
            <a:r>
              <a:rPr lang="ko-KR" altLang="en-US" dirty="0"/>
              <a:t> </a:t>
            </a:r>
            <a:r>
              <a:rPr lang="en-US" altLang="ko-KR" dirty="0"/>
              <a:t>=</a:t>
            </a:r>
            <a:r>
              <a:rPr lang="ko-KR" altLang="en-US" dirty="0"/>
              <a:t> </a:t>
            </a:r>
            <a:r>
              <a:rPr lang="en-US" altLang="ko-KR" dirty="0"/>
              <a:t>0</a:t>
            </a:r>
          </a:p>
          <a:p>
            <a:endParaRPr lang="en-US" altLang="ko-KR" dirty="0"/>
          </a:p>
          <a:p>
            <a:r>
              <a:rPr lang="en-US" altLang="ko-KR" dirty="0"/>
              <a:t>for(int </a:t>
            </a:r>
            <a:r>
              <a:rPr lang="en-US" altLang="ko-KR" dirty="0" err="1"/>
              <a:t>i</a:t>
            </a:r>
            <a:r>
              <a:rPr lang="en-US" altLang="ko-KR" dirty="0"/>
              <a:t>=0; </a:t>
            </a:r>
            <a:r>
              <a:rPr lang="en-US" altLang="ko-KR" dirty="0" err="1"/>
              <a:t>i</a:t>
            </a:r>
            <a:r>
              <a:rPr lang="en-US" altLang="ko-KR" dirty="0"/>
              <a:t>&lt;=100; </a:t>
            </a:r>
            <a:r>
              <a:rPr lang="en-US" altLang="ko-KR" dirty="0" err="1"/>
              <a:t>i</a:t>
            </a:r>
            <a:r>
              <a:rPr lang="en-US" altLang="ko-KR" dirty="0"/>
              <a:t>++){</a:t>
            </a:r>
          </a:p>
          <a:p>
            <a:r>
              <a:rPr lang="en-US" altLang="ko-KR" dirty="0"/>
              <a:t>	sum = sum + </a:t>
            </a:r>
            <a:r>
              <a:rPr lang="en-US" altLang="ko-KR" dirty="0" err="1"/>
              <a:t>i</a:t>
            </a:r>
            <a:r>
              <a:rPr lang="en-US" altLang="ko-KR" dirty="0"/>
              <a:t>;</a:t>
            </a:r>
          </a:p>
          <a:p>
            <a:r>
              <a:rPr lang="en-US" altLang="ko-KR" dirty="0"/>
              <a:t>}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C441EA3-DAD9-D9FE-F16A-E120D23FFF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98641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EF8DC6-EFA4-38F9-AD46-E4544C2B08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4BE2585-11D6-10E0-4AAD-9EA52879B9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1400" b="1" dirty="0"/>
              <a:t>for</a:t>
            </a:r>
            <a:r>
              <a:rPr lang="ko-KR" altLang="en-US" sz="1400" b="1" dirty="0"/>
              <a:t>문</a:t>
            </a:r>
            <a:endParaRPr lang="en-US" altLang="ko-KR" sz="1400" b="1" dirty="0"/>
          </a:p>
          <a:p>
            <a:pPr marL="0" indent="0">
              <a:buNone/>
            </a:pPr>
            <a:endParaRPr lang="en-US" altLang="ko-KR" sz="1400" b="1" dirty="0"/>
          </a:p>
          <a:p>
            <a:pPr marL="0" indent="0">
              <a:buNone/>
            </a:pPr>
            <a:r>
              <a:rPr lang="en-US" altLang="ko-KR" sz="1400" dirty="0"/>
              <a:t>1</a:t>
            </a:r>
            <a:r>
              <a:rPr lang="ko-KR" altLang="en-US" sz="1400" dirty="0"/>
              <a:t>부터</a:t>
            </a:r>
            <a:r>
              <a:rPr lang="en-US" altLang="ko-KR" sz="1400" dirty="0"/>
              <a:t> 100</a:t>
            </a:r>
            <a:r>
              <a:rPr lang="ko-KR" altLang="en-US" sz="1400" dirty="0"/>
              <a:t>까지의 합을 하는 프로그램</a:t>
            </a: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for</a:t>
            </a:r>
            <a:r>
              <a:rPr lang="ko-KR" altLang="en-US" sz="1400" dirty="0"/>
              <a:t>문은 단순 반복으로도 쓰이지만 배열의 값 초기화에서도 많이 사용된다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r>
              <a:rPr lang="en-US" altLang="ko-KR" sz="1400" dirty="0"/>
              <a:t>for</a:t>
            </a:r>
            <a:r>
              <a:rPr lang="ko-KR" altLang="en-US" sz="1400" dirty="0"/>
              <a:t>문의 초기값을 </a:t>
            </a:r>
            <a:r>
              <a:rPr lang="en-US" altLang="ko-KR" sz="1400" dirty="0" err="1"/>
              <a:t>i</a:t>
            </a:r>
            <a:r>
              <a:rPr lang="en-US" altLang="ko-KR" sz="1400" dirty="0"/>
              <a:t> = 0</a:t>
            </a:r>
            <a:r>
              <a:rPr lang="ko-KR" altLang="en-US" sz="1400" dirty="0"/>
              <a:t>으로 시작하는 이유는 주로 프로그래밍에서 배열 처리의 설계와 관련이 있다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만약 위 코드에서 </a:t>
            </a:r>
            <a:r>
              <a:rPr lang="en-US" altLang="ko-KR" sz="1400" dirty="0" err="1"/>
              <a:t>i</a:t>
            </a:r>
            <a:r>
              <a:rPr lang="en-US" altLang="ko-KR" sz="1400" dirty="0"/>
              <a:t> = 0</a:t>
            </a:r>
            <a:r>
              <a:rPr lang="ko-KR" altLang="en-US" sz="1400" dirty="0"/>
              <a:t>부터 시작하면 배열의 첫 번째 요소</a:t>
            </a:r>
            <a:r>
              <a:rPr lang="en-US" altLang="ko-KR" sz="1400" dirty="0"/>
              <a:t>(</a:t>
            </a:r>
            <a:r>
              <a:rPr lang="en-US" altLang="ko-KR" sz="1400" dirty="0" err="1"/>
              <a:t>arr</a:t>
            </a:r>
            <a:r>
              <a:rPr lang="en-US" altLang="ko-KR" sz="1400" dirty="0"/>
              <a:t>[0])</a:t>
            </a:r>
            <a:r>
              <a:rPr lang="ko-KR" altLang="en-US" sz="1400" dirty="0"/>
              <a:t>부터 마지막 요소까지  접근할 수 있지만</a:t>
            </a: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 err="1"/>
              <a:t>i</a:t>
            </a:r>
            <a:r>
              <a:rPr lang="en-US" altLang="ko-KR" sz="1400" dirty="0"/>
              <a:t> = 1</a:t>
            </a:r>
            <a:r>
              <a:rPr lang="ko-KR" altLang="en-US" sz="1400" dirty="0"/>
              <a:t>로 시작하면</a:t>
            </a:r>
            <a:r>
              <a:rPr lang="en-US" altLang="ko-KR" sz="1400" dirty="0"/>
              <a:t>, </a:t>
            </a:r>
            <a:r>
              <a:rPr lang="ko-KR" altLang="en-US" sz="1400" dirty="0"/>
              <a:t>첫 번째 요소</a:t>
            </a:r>
            <a:r>
              <a:rPr lang="en-US" altLang="ko-KR" sz="1400" dirty="0"/>
              <a:t>(</a:t>
            </a:r>
            <a:r>
              <a:rPr lang="en-US" altLang="ko-KR" sz="1400" dirty="0" err="1"/>
              <a:t>arr</a:t>
            </a:r>
            <a:r>
              <a:rPr lang="en-US" altLang="ko-KR" sz="1400" dirty="0"/>
              <a:t>[0])</a:t>
            </a:r>
            <a:r>
              <a:rPr lang="ko-KR" altLang="en-US" sz="1400" dirty="0"/>
              <a:t>를 건너뛰고 두 번째 요소부터 처리하게 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물론</a:t>
            </a:r>
            <a:r>
              <a:rPr lang="en-US" altLang="ko-KR" sz="1400" dirty="0"/>
              <a:t>, </a:t>
            </a:r>
            <a:r>
              <a:rPr lang="ko-KR" altLang="en-US" sz="1400" dirty="0"/>
              <a:t>모든 반복문이 반드시 </a:t>
            </a:r>
            <a:r>
              <a:rPr lang="en-US" altLang="ko-KR" sz="1400" dirty="0" err="1"/>
              <a:t>i</a:t>
            </a:r>
            <a:r>
              <a:rPr lang="en-US" altLang="ko-KR" sz="1400" dirty="0"/>
              <a:t> = 0</a:t>
            </a:r>
            <a:r>
              <a:rPr lang="ko-KR" altLang="en-US" sz="1400" dirty="0"/>
              <a:t>으로 시작해야 하는 것은 아니다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A464E89-6371-A2F3-BC38-916E7F4490AC}"/>
              </a:ext>
            </a:extLst>
          </p:cNvPr>
          <p:cNvSpPr txBox="1"/>
          <p:nvPr/>
        </p:nvSpPr>
        <p:spPr>
          <a:xfrm>
            <a:off x="0" y="1118104"/>
            <a:ext cx="749627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 public static void main(String[] </a:t>
            </a:r>
            <a:r>
              <a:rPr lang="en-US" altLang="ko-KR" sz="1400" dirty="0" err="1"/>
              <a:t>args</a:t>
            </a:r>
            <a:r>
              <a:rPr lang="en-US" altLang="ko-KR" sz="1400" dirty="0"/>
              <a:t>) {</a:t>
            </a:r>
          </a:p>
          <a:p>
            <a:r>
              <a:rPr lang="en-US" altLang="ko-KR" sz="1400" dirty="0"/>
              <a:t>        int[] </a:t>
            </a:r>
            <a:r>
              <a:rPr lang="en-US" altLang="ko-KR" sz="1400" dirty="0" err="1"/>
              <a:t>arr</a:t>
            </a:r>
            <a:r>
              <a:rPr lang="en-US" altLang="ko-KR" sz="1400" dirty="0"/>
              <a:t> = new int[100];  // </a:t>
            </a:r>
            <a:r>
              <a:rPr lang="ko-KR" altLang="en-US" sz="1400" dirty="0"/>
              <a:t>배열 크기를 </a:t>
            </a:r>
            <a:r>
              <a:rPr lang="en-US" altLang="ko-KR" sz="1400" dirty="0"/>
              <a:t>100</a:t>
            </a:r>
            <a:r>
              <a:rPr lang="ko-KR" altLang="en-US" sz="1400" dirty="0"/>
              <a:t>으로 설정</a:t>
            </a:r>
          </a:p>
          <a:p>
            <a:r>
              <a:rPr lang="ko-KR" altLang="en-US" sz="1400" dirty="0"/>
              <a:t>        </a:t>
            </a:r>
            <a:r>
              <a:rPr lang="en-US" altLang="ko-KR" sz="1400" dirty="0"/>
              <a:t>int sum = 0;</a:t>
            </a:r>
          </a:p>
          <a:p>
            <a:endParaRPr lang="en-US" altLang="ko-KR" sz="1400" dirty="0"/>
          </a:p>
          <a:p>
            <a:r>
              <a:rPr lang="en-US" altLang="ko-KR" sz="1400" dirty="0"/>
              <a:t>        for (int </a:t>
            </a:r>
            <a:r>
              <a:rPr lang="en-US" altLang="ko-KR" sz="1400" dirty="0" err="1"/>
              <a:t>i</a:t>
            </a:r>
            <a:r>
              <a:rPr lang="en-US" altLang="ko-KR" sz="1400" dirty="0"/>
              <a:t> = 0; </a:t>
            </a:r>
            <a:r>
              <a:rPr lang="en-US" altLang="ko-KR" sz="1400" dirty="0" err="1"/>
              <a:t>i</a:t>
            </a:r>
            <a:r>
              <a:rPr lang="en-US" altLang="ko-KR" sz="1400" dirty="0"/>
              <a:t> &lt; 100; </a:t>
            </a:r>
            <a:r>
              <a:rPr lang="en-US" altLang="ko-KR" sz="1400" dirty="0" err="1"/>
              <a:t>i</a:t>
            </a:r>
            <a:r>
              <a:rPr lang="en-US" altLang="ko-KR" sz="1400" dirty="0"/>
              <a:t>++) {  // 0</a:t>
            </a:r>
            <a:r>
              <a:rPr lang="ko-KR" altLang="en-US" sz="1400" dirty="0"/>
              <a:t>부터 </a:t>
            </a:r>
            <a:r>
              <a:rPr lang="en-US" altLang="ko-KR" sz="1400" dirty="0"/>
              <a:t>99</a:t>
            </a:r>
            <a:r>
              <a:rPr lang="ko-KR" altLang="en-US" sz="1400" dirty="0"/>
              <a:t>까지 반복</a:t>
            </a:r>
          </a:p>
          <a:p>
            <a:r>
              <a:rPr lang="ko-KR" altLang="en-US" sz="1400" dirty="0"/>
              <a:t>            </a:t>
            </a:r>
            <a:r>
              <a:rPr lang="en-US" altLang="ko-KR" sz="1400" dirty="0" err="1"/>
              <a:t>arr</a:t>
            </a:r>
            <a:r>
              <a:rPr lang="en-US" altLang="ko-KR" sz="1400" dirty="0"/>
              <a:t>[</a:t>
            </a:r>
            <a:r>
              <a:rPr lang="en-US" altLang="ko-KR" sz="1400" dirty="0" err="1"/>
              <a:t>i</a:t>
            </a:r>
            <a:r>
              <a:rPr lang="en-US" altLang="ko-KR" sz="1400" dirty="0"/>
              <a:t>] = </a:t>
            </a:r>
            <a:r>
              <a:rPr lang="en-US" altLang="ko-KR" sz="1400" dirty="0" err="1"/>
              <a:t>i</a:t>
            </a:r>
            <a:r>
              <a:rPr lang="en-US" altLang="ko-KR" sz="1400" dirty="0"/>
              <a:t> + 1;              // </a:t>
            </a:r>
            <a:r>
              <a:rPr lang="ko-KR" altLang="en-US" sz="1400" dirty="0"/>
              <a:t>배열에 값 저장</a:t>
            </a:r>
          </a:p>
          <a:p>
            <a:r>
              <a:rPr lang="ko-KR" altLang="en-US" sz="1400" dirty="0"/>
              <a:t>            </a:t>
            </a:r>
            <a:r>
              <a:rPr lang="en-US" altLang="ko-KR" sz="1400" dirty="0"/>
              <a:t>sum = sum + </a:t>
            </a:r>
            <a:r>
              <a:rPr lang="en-US" altLang="ko-KR" sz="1400" dirty="0" err="1"/>
              <a:t>arr</a:t>
            </a:r>
            <a:r>
              <a:rPr lang="en-US" altLang="ko-KR" sz="1400" dirty="0"/>
              <a:t>[</a:t>
            </a:r>
            <a:r>
              <a:rPr lang="en-US" altLang="ko-KR" sz="1400" dirty="0" err="1"/>
              <a:t>i</a:t>
            </a:r>
            <a:r>
              <a:rPr lang="en-US" altLang="ko-KR" sz="1400" dirty="0"/>
              <a:t>];          // </a:t>
            </a:r>
            <a:r>
              <a:rPr lang="ko-KR" altLang="en-US" sz="1400" dirty="0"/>
              <a:t>배열 값 누적</a:t>
            </a:r>
          </a:p>
          <a:p>
            <a:r>
              <a:rPr lang="ko-KR" altLang="en-US" sz="1400" dirty="0"/>
              <a:t>        </a:t>
            </a:r>
            <a:r>
              <a:rPr lang="en-US" altLang="ko-KR" sz="1400" dirty="0"/>
              <a:t>}</a:t>
            </a:r>
          </a:p>
          <a:p>
            <a:endParaRPr lang="en-US" altLang="ko-KR" sz="1400" dirty="0"/>
          </a:p>
          <a:p>
            <a:r>
              <a:rPr lang="en-US" altLang="ko-KR" sz="1400" dirty="0"/>
              <a:t>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(sum);  // </a:t>
            </a:r>
            <a:r>
              <a:rPr lang="ko-KR" altLang="en-US" sz="1400" dirty="0"/>
              <a:t>합계 출력</a:t>
            </a:r>
          </a:p>
          <a:p>
            <a:r>
              <a:rPr lang="ko-KR" altLang="en-US" sz="1400" dirty="0"/>
              <a:t>    </a:t>
            </a:r>
            <a:r>
              <a:rPr lang="en-US" altLang="ko-KR" sz="1400" dirty="0"/>
              <a:t>}</a:t>
            </a:r>
          </a:p>
          <a:p>
            <a:r>
              <a:rPr lang="en-US" altLang="ko-KR" sz="1400" dirty="0"/>
              <a:t>    </a:t>
            </a:r>
          </a:p>
          <a:p>
            <a:r>
              <a:rPr lang="en-US" altLang="ko-KR" sz="1400" dirty="0"/>
              <a:t> </a:t>
            </a:r>
          </a:p>
          <a:p>
            <a:endParaRPr lang="en-US" altLang="ko-KR" sz="1400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055AFF6-E21B-2F50-CA91-4271522BF9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21</a:t>
            </a:fld>
            <a:endParaRPr lang="ko-KR" altLang="en-US"/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FDC73501-A8D4-602E-B99C-33A4754CB1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8258013"/>
              </p:ext>
            </p:extLst>
          </p:nvPr>
        </p:nvGraphicFramePr>
        <p:xfrm>
          <a:off x="4236017" y="747264"/>
          <a:ext cx="785035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2262">
                  <a:extLst>
                    <a:ext uri="{9D8B030D-6E8A-4147-A177-3AD203B41FA5}">
                      <a16:colId xmlns:a16="http://schemas.microsoft.com/office/drawing/2014/main" val="3162184015"/>
                    </a:ext>
                  </a:extLst>
                </a:gridCol>
                <a:gridCol w="872262">
                  <a:extLst>
                    <a:ext uri="{9D8B030D-6E8A-4147-A177-3AD203B41FA5}">
                      <a16:colId xmlns:a16="http://schemas.microsoft.com/office/drawing/2014/main" val="139060721"/>
                    </a:ext>
                  </a:extLst>
                </a:gridCol>
                <a:gridCol w="872262">
                  <a:extLst>
                    <a:ext uri="{9D8B030D-6E8A-4147-A177-3AD203B41FA5}">
                      <a16:colId xmlns:a16="http://schemas.microsoft.com/office/drawing/2014/main" val="1835439200"/>
                    </a:ext>
                  </a:extLst>
                </a:gridCol>
                <a:gridCol w="872262">
                  <a:extLst>
                    <a:ext uri="{9D8B030D-6E8A-4147-A177-3AD203B41FA5}">
                      <a16:colId xmlns:a16="http://schemas.microsoft.com/office/drawing/2014/main" val="2850150271"/>
                    </a:ext>
                  </a:extLst>
                </a:gridCol>
                <a:gridCol w="872262">
                  <a:extLst>
                    <a:ext uri="{9D8B030D-6E8A-4147-A177-3AD203B41FA5}">
                      <a16:colId xmlns:a16="http://schemas.microsoft.com/office/drawing/2014/main" val="3907210399"/>
                    </a:ext>
                  </a:extLst>
                </a:gridCol>
                <a:gridCol w="872262">
                  <a:extLst>
                    <a:ext uri="{9D8B030D-6E8A-4147-A177-3AD203B41FA5}">
                      <a16:colId xmlns:a16="http://schemas.microsoft.com/office/drawing/2014/main" val="342100442"/>
                    </a:ext>
                  </a:extLst>
                </a:gridCol>
                <a:gridCol w="872262">
                  <a:extLst>
                    <a:ext uri="{9D8B030D-6E8A-4147-A177-3AD203B41FA5}">
                      <a16:colId xmlns:a16="http://schemas.microsoft.com/office/drawing/2014/main" val="730024215"/>
                    </a:ext>
                  </a:extLst>
                </a:gridCol>
                <a:gridCol w="872262">
                  <a:extLst>
                    <a:ext uri="{9D8B030D-6E8A-4147-A177-3AD203B41FA5}">
                      <a16:colId xmlns:a16="http://schemas.microsoft.com/office/drawing/2014/main" val="3116515949"/>
                    </a:ext>
                  </a:extLst>
                </a:gridCol>
                <a:gridCol w="872262">
                  <a:extLst>
                    <a:ext uri="{9D8B030D-6E8A-4147-A177-3AD203B41FA5}">
                      <a16:colId xmlns:a16="http://schemas.microsoft.com/office/drawing/2014/main" val="248320954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049600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CEC8A0EA-E23D-F1BE-9C2D-D77333299ECF}"/>
              </a:ext>
            </a:extLst>
          </p:cNvPr>
          <p:cNvSpPr txBox="1"/>
          <p:nvPr/>
        </p:nvSpPr>
        <p:spPr>
          <a:xfrm>
            <a:off x="4236017" y="484721"/>
            <a:ext cx="78503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err="1"/>
              <a:t>arr</a:t>
            </a:r>
            <a:r>
              <a:rPr lang="en-US" altLang="ko-KR" sz="1400" dirty="0"/>
              <a:t>[0]        </a:t>
            </a:r>
            <a:r>
              <a:rPr lang="en-US" altLang="ko-KR" sz="1400" dirty="0" err="1"/>
              <a:t>arr</a:t>
            </a:r>
            <a:r>
              <a:rPr lang="en-US" altLang="ko-KR" sz="1400" dirty="0"/>
              <a:t>[1]        </a:t>
            </a:r>
            <a:r>
              <a:rPr lang="en-US" altLang="ko-KR" sz="1400" dirty="0" err="1"/>
              <a:t>arr</a:t>
            </a:r>
            <a:r>
              <a:rPr lang="en-US" altLang="ko-KR" sz="1400" dirty="0"/>
              <a:t>[2]        </a:t>
            </a:r>
            <a:r>
              <a:rPr lang="en-US" altLang="ko-KR" sz="1400" dirty="0" err="1"/>
              <a:t>arr</a:t>
            </a:r>
            <a:r>
              <a:rPr lang="en-US" altLang="ko-KR" sz="1400" dirty="0"/>
              <a:t>[3]		... 		           </a:t>
            </a:r>
            <a:r>
              <a:rPr lang="en-US" altLang="ko-KR" sz="1400" dirty="0" err="1"/>
              <a:t>arr</a:t>
            </a:r>
            <a:r>
              <a:rPr lang="en-US" altLang="ko-KR" sz="1400" dirty="0"/>
              <a:t>[99]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20530434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8EDA60-80F8-B62A-7F65-CEFBC2E9E3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AD84079-12DC-5C6C-A640-EA071A0FFD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public class ForPrintFrom1To10Example {</a:t>
            </a:r>
          </a:p>
          <a:p>
            <a:pPr marL="0" indent="0">
              <a:buNone/>
            </a:pPr>
            <a:r>
              <a:rPr lang="en-US" altLang="ko-KR" sz="1400" dirty="0"/>
              <a:t>    public static void main(String[] </a:t>
            </a:r>
            <a:r>
              <a:rPr lang="en-US" altLang="ko-KR" sz="1400" dirty="0" err="1"/>
              <a:t>args</a:t>
            </a:r>
            <a:r>
              <a:rPr lang="en-US" altLang="ko-KR" sz="1400" dirty="0"/>
              <a:t>) {</a:t>
            </a:r>
          </a:p>
          <a:p>
            <a:pPr marL="0" indent="0">
              <a:buNone/>
            </a:pPr>
            <a:r>
              <a:rPr lang="en-US" altLang="ko-KR" sz="1400" dirty="0"/>
              <a:t>        // for</a:t>
            </a:r>
            <a:r>
              <a:rPr lang="ko-KR" altLang="en-US" sz="1400" dirty="0"/>
              <a:t>문 시작</a:t>
            </a:r>
            <a:r>
              <a:rPr lang="en-US" altLang="ko-KR" sz="1400" dirty="0"/>
              <a:t>: 1</a:t>
            </a:r>
            <a:r>
              <a:rPr lang="ko-KR" altLang="en-US" sz="1400" dirty="0"/>
              <a:t>부터 </a:t>
            </a:r>
            <a:r>
              <a:rPr lang="en-US" altLang="ko-KR" sz="1400" dirty="0"/>
              <a:t>10</a:t>
            </a:r>
            <a:r>
              <a:rPr lang="ko-KR" altLang="en-US" sz="1400" dirty="0"/>
              <a:t>까지 반복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for(int </a:t>
            </a:r>
            <a:r>
              <a:rPr lang="en-US" altLang="ko-KR" sz="1400" dirty="0" err="1"/>
              <a:t>i</a:t>
            </a:r>
            <a:r>
              <a:rPr lang="en-US" altLang="ko-KR" sz="1400" dirty="0"/>
              <a:t> = 1; </a:t>
            </a:r>
            <a:r>
              <a:rPr lang="en-US" altLang="ko-KR" sz="1400" dirty="0" err="1"/>
              <a:t>i</a:t>
            </a:r>
            <a:r>
              <a:rPr lang="en-US" altLang="ko-KR" sz="1400" dirty="0"/>
              <a:t> &lt;= 10; </a:t>
            </a:r>
            <a:r>
              <a:rPr lang="en-US" altLang="ko-KR" sz="1400" dirty="0" err="1"/>
              <a:t>i</a:t>
            </a:r>
            <a:r>
              <a:rPr lang="en-US" altLang="ko-KR" sz="1400" dirty="0"/>
              <a:t>++) { // </a:t>
            </a:r>
            <a:r>
              <a:rPr lang="ko-KR" altLang="en-US" sz="1400" dirty="0"/>
              <a:t>초기값</a:t>
            </a:r>
            <a:r>
              <a:rPr lang="en-US" altLang="ko-KR" sz="1400" dirty="0"/>
              <a:t>: </a:t>
            </a:r>
            <a:r>
              <a:rPr lang="en-US" altLang="ko-KR" sz="1400" dirty="0" err="1"/>
              <a:t>i</a:t>
            </a:r>
            <a:r>
              <a:rPr lang="en-US" altLang="ko-KR" sz="1400" dirty="0"/>
              <a:t>=1, </a:t>
            </a:r>
            <a:r>
              <a:rPr lang="ko-KR" altLang="en-US" sz="1400" dirty="0"/>
              <a:t>조건</a:t>
            </a:r>
            <a:r>
              <a:rPr lang="en-US" altLang="ko-KR" sz="1400" dirty="0"/>
              <a:t>: </a:t>
            </a:r>
            <a:r>
              <a:rPr lang="en-US" altLang="ko-KR" sz="1400" dirty="0" err="1"/>
              <a:t>i</a:t>
            </a:r>
            <a:r>
              <a:rPr lang="en-US" altLang="ko-KR" sz="1400" dirty="0"/>
              <a:t>&lt;=10, </a:t>
            </a:r>
            <a:r>
              <a:rPr lang="ko-KR" altLang="en-US" sz="1400" dirty="0"/>
              <a:t>매 반복마다 </a:t>
            </a:r>
            <a:r>
              <a:rPr lang="en-US" altLang="ko-KR" sz="1400" dirty="0" err="1"/>
              <a:t>i</a:t>
            </a:r>
            <a:r>
              <a:rPr lang="en-US" altLang="ko-KR" sz="1400" dirty="0"/>
              <a:t> </a:t>
            </a:r>
            <a:r>
              <a:rPr lang="ko-KR" altLang="en-US" sz="1400" dirty="0"/>
              <a:t>증가</a:t>
            </a:r>
          </a:p>
          <a:p>
            <a:pPr marL="0" indent="0">
              <a:buNone/>
            </a:pPr>
            <a:r>
              <a:rPr lang="ko-KR" altLang="en-US" sz="1400" dirty="0"/>
              <a:t>            </a:t>
            </a:r>
            <a:r>
              <a:rPr lang="en-US" altLang="ko-KR" sz="1400" dirty="0"/>
              <a:t>// </a:t>
            </a:r>
            <a:r>
              <a:rPr lang="ko-KR" altLang="en-US" sz="1400" dirty="0"/>
              <a:t>현재 </a:t>
            </a:r>
            <a:r>
              <a:rPr lang="en-US" altLang="ko-KR" sz="1400" dirty="0" err="1"/>
              <a:t>i</a:t>
            </a:r>
            <a:r>
              <a:rPr lang="en-US" altLang="ko-KR" sz="1400" dirty="0"/>
              <a:t> </a:t>
            </a:r>
            <a:r>
              <a:rPr lang="ko-KR" altLang="en-US" sz="1400" dirty="0"/>
              <a:t>값 출력</a:t>
            </a:r>
          </a:p>
          <a:p>
            <a:pPr marL="0" indent="0">
              <a:buNone/>
            </a:pPr>
            <a:r>
              <a:rPr lang="ko-KR" altLang="en-US" sz="1400" dirty="0"/>
              <a:t>    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</a:t>
            </a:r>
            <a:r>
              <a:rPr lang="en-US" altLang="ko-KR" sz="1400" dirty="0" err="1"/>
              <a:t>i</a:t>
            </a:r>
            <a:r>
              <a:rPr lang="en-US" altLang="ko-KR" sz="1400" dirty="0"/>
              <a:t>); // </a:t>
            </a:r>
            <a:r>
              <a:rPr lang="en-US" altLang="ko-KR" sz="1400" dirty="0" err="1"/>
              <a:t>i</a:t>
            </a:r>
            <a:r>
              <a:rPr lang="en-US" altLang="ko-KR" sz="1400" dirty="0"/>
              <a:t> </a:t>
            </a:r>
            <a:r>
              <a:rPr lang="ko-KR" altLang="en-US" sz="1400" dirty="0"/>
              <a:t>값을 콘솔에 출력</a:t>
            </a:r>
          </a:p>
          <a:p>
            <a:pPr marL="0" indent="0">
              <a:buNone/>
            </a:pPr>
            <a:r>
              <a:rPr lang="ko-KR" altLang="en-US" sz="1400" dirty="0"/>
              <a:t>            </a:t>
            </a:r>
            <a:r>
              <a:rPr lang="en-US" altLang="ko-KR" sz="1400" dirty="0"/>
              <a:t>// </a:t>
            </a:r>
            <a:r>
              <a:rPr lang="en-US" altLang="ko-KR" sz="1400" dirty="0" err="1"/>
              <a:t>i</a:t>
            </a:r>
            <a:r>
              <a:rPr lang="en-US" altLang="ko-KR" sz="1400" dirty="0"/>
              <a:t> </a:t>
            </a:r>
            <a:r>
              <a:rPr lang="ko-KR" altLang="en-US" sz="1400" dirty="0"/>
              <a:t>값이 증가됨 </a:t>
            </a:r>
            <a:r>
              <a:rPr lang="en-US" altLang="ko-KR" sz="1400" dirty="0"/>
              <a:t>(for</a:t>
            </a:r>
            <a:r>
              <a:rPr lang="ko-KR" altLang="en-US" sz="1400" dirty="0"/>
              <a:t>문 종료 시 </a:t>
            </a:r>
            <a:r>
              <a:rPr lang="en-US" altLang="ko-KR" sz="1400" dirty="0" err="1"/>
              <a:t>i</a:t>
            </a:r>
            <a:r>
              <a:rPr lang="en-US" altLang="ko-KR" sz="1400" dirty="0"/>
              <a:t>++)</a:t>
            </a:r>
          </a:p>
          <a:p>
            <a:pPr marL="0" indent="0">
              <a:buNone/>
            </a:pPr>
            <a:r>
              <a:rPr lang="en-US" altLang="ko-KR" sz="1400" dirty="0"/>
              <a:t>        }</a:t>
            </a:r>
          </a:p>
          <a:p>
            <a:pPr marL="0" indent="0">
              <a:buNone/>
            </a:pPr>
            <a:r>
              <a:rPr lang="en-US" altLang="ko-KR" sz="1400" dirty="0"/>
              <a:t>    }</a:t>
            </a:r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BD16C4-D578-8D94-4230-D5AA76CDA174}"/>
              </a:ext>
            </a:extLst>
          </p:cNvPr>
          <p:cNvSpPr txBox="1"/>
          <p:nvPr/>
        </p:nvSpPr>
        <p:spPr>
          <a:xfrm>
            <a:off x="6980221" y="946087"/>
            <a:ext cx="5211779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초기화</a:t>
            </a:r>
            <a:r>
              <a:rPr lang="en-US" altLang="ko-KR"/>
              <a:t>: i = 1</a:t>
            </a:r>
          </a:p>
          <a:p>
            <a:r>
              <a:rPr lang="ko-KR" altLang="en-US"/>
              <a:t>조건 확인</a:t>
            </a:r>
            <a:r>
              <a:rPr lang="en-US" altLang="ko-KR"/>
              <a:t>: 1 &lt;= 10 → </a:t>
            </a:r>
            <a:r>
              <a:rPr lang="ko-KR" altLang="en-US"/>
              <a:t>참</a:t>
            </a:r>
          </a:p>
          <a:p>
            <a:r>
              <a:rPr lang="ko-KR" altLang="en-US"/>
              <a:t>코드 실행</a:t>
            </a:r>
            <a:r>
              <a:rPr lang="en-US" altLang="ko-KR"/>
              <a:t>: System.out.println(1) → </a:t>
            </a:r>
            <a:r>
              <a:rPr lang="ko-KR" altLang="en-US"/>
              <a:t>출력</a:t>
            </a:r>
            <a:r>
              <a:rPr lang="en-US" altLang="ko-KR"/>
              <a:t>: 1</a:t>
            </a:r>
          </a:p>
          <a:p>
            <a:r>
              <a:rPr lang="ko-KR" altLang="en-US"/>
              <a:t>증감식 실행</a:t>
            </a:r>
            <a:r>
              <a:rPr lang="en-US" altLang="ko-KR"/>
              <a:t>: i++ → i = 2</a:t>
            </a:r>
          </a:p>
          <a:p>
            <a:endParaRPr lang="en-US" altLang="ko-KR"/>
          </a:p>
          <a:p>
            <a:r>
              <a:rPr lang="ko-KR" altLang="en-US"/>
              <a:t>조건 확인</a:t>
            </a:r>
            <a:r>
              <a:rPr lang="en-US" altLang="ko-KR"/>
              <a:t>: 2 &lt;= 10 → </a:t>
            </a:r>
            <a:r>
              <a:rPr lang="ko-KR" altLang="en-US"/>
              <a:t>참</a:t>
            </a:r>
          </a:p>
          <a:p>
            <a:r>
              <a:rPr lang="ko-KR" altLang="en-US"/>
              <a:t>코드 실행</a:t>
            </a:r>
            <a:r>
              <a:rPr lang="en-US" altLang="ko-KR"/>
              <a:t>: System.out.println(2) → </a:t>
            </a:r>
            <a:r>
              <a:rPr lang="ko-KR" altLang="en-US"/>
              <a:t>출력</a:t>
            </a:r>
            <a:r>
              <a:rPr lang="en-US" altLang="ko-KR"/>
              <a:t>: 2</a:t>
            </a:r>
          </a:p>
          <a:p>
            <a:r>
              <a:rPr lang="ko-KR" altLang="en-US"/>
              <a:t>증감식 실행</a:t>
            </a:r>
            <a:r>
              <a:rPr lang="en-US" altLang="ko-KR"/>
              <a:t>: i++ → i = 3</a:t>
            </a:r>
          </a:p>
          <a:p>
            <a:endParaRPr lang="en-US" altLang="ko-KR"/>
          </a:p>
          <a:p>
            <a:r>
              <a:rPr lang="ko-KR" altLang="en-US"/>
              <a:t>조건 확인</a:t>
            </a:r>
            <a:r>
              <a:rPr lang="en-US" altLang="ko-KR"/>
              <a:t>: 10 &lt;= 10 → </a:t>
            </a:r>
            <a:r>
              <a:rPr lang="ko-KR" altLang="en-US"/>
              <a:t>참</a:t>
            </a:r>
          </a:p>
          <a:p>
            <a:r>
              <a:rPr lang="ko-KR" altLang="en-US"/>
              <a:t>코드 실행</a:t>
            </a:r>
            <a:r>
              <a:rPr lang="en-US" altLang="ko-KR"/>
              <a:t>: System.out.println(10) → </a:t>
            </a:r>
            <a:r>
              <a:rPr lang="ko-KR" altLang="en-US"/>
              <a:t>출력</a:t>
            </a:r>
            <a:r>
              <a:rPr lang="en-US" altLang="ko-KR"/>
              <a:t>: 10</a:t>
            </a:r>
          </a:p>
          <a:p>
            <a:r>
              <a:rPr lang="ko-KR" altLang="en-US"/>
              <a:t>증감식 실행</a:t>
            </a:r>
            <a:r>
              <a:rPr lang="en-US" altLang="ko-KR"/>
              <a:t>: i++ → i = 11</a:t>
            </a:r>
          </a:p>
          <a:p>
            <a:endParaRPr lang="en-US" altLang="ko-KR"/>
          </a:p>
          <a:p>
            <a:r>
              <a:rPr lang="ko-KR" altLang="en-US"/>
              <a:t>루프 종료</a:t>
            </a:r>
            <a:r>
              <a:rPr lang="en-US" altLang="ko-KR"/>
              <a:t>:</a:t>
            </a:r>
          </a:p>
          <a:p>
            <a:r>
              <a:rPr lang="ko-KR" altLang="en-US"/>
              <a:t>조건 확인</a:t>
            </a:r>
            <a:r>
              <a:rPr lang="en-US" altLang="ko-KR"/>
              <a:t>: 11 &lt;= 10 → </a:t>
            </a:r>
            <a:r>
              <a:rPr lang="ko-KR" altLang="en-US"/>
              <a:t>거짓</a:t>
            </a:r>
          </a:p>
          <a:p>
            <a:r>
              <a:rPr lang="ko-KR" altLang="en-US"/>
              <a:t>반복문 종료</a:t>
            </a:r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254E7C28-DB1B-437B-C209-A4EC0AF83E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691" y="2716229"/>
            <a:ext cx="1203309" cy="3951164"/>
          </a:xfrm>
          <a:prstGeom prst="rect">
            <a:avLst/>
          </a:prstGeom>
        </p:spPr>
      </p:pic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C22FD92-3F0E-BCD1-CC7D-8F5B5D80FF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159122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81A5EC-9C1F-88A9-5858-A20C0E8AB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CFD73D5-C436-B803-2BD8-BA91CD42D7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1400" b="1"/>
              <a:t>중첩 </a:t>
            </a:r>
            <a:r>
              <a:rPr lang="en-US" altLang="ko-KR" sz="1400" b="1"/>
              <a:t>for</a:t>
            </a:r>
            <a:r>
              <a:rPr lang="ko-KR" altLang="en-US" sz="1400" b="1"/>
              <a:t>문</a:t>
            </a:r>
            <a:endParaRPr lang="en-US" altLang="ko-KR" sz="1400"/>
          </a:p>
          <a:p>
            <a:pPr marL="0" indent="0">
              <a:buNone/>
            </a:pPr>
            <a:endParaRPr lang="en-US" altLang="ko-KR" sz="1400" b="1"/>
          </a:p>
          <a:p>
            <a:pPr marL="0" indent="0">
              <a:buNone/>
            </a:pPr>
            <a:r>
              <a:rPr lang="en-US" altLang="ko-KR" sz="1400"/>
              <a:t>for</a:t>
            </a:r>
            <a:r>
              <a:rPr lang="ko-KR" altLang="en-US" sz="1400"/>
              <a:t>문은 또 다른 </a:t>
            </a:r>
            <a:r>
              <a:rPr lang="en-US" altLang="ko-KR" sz="1400"/>
              <a:t>for</a:t>
            </a:r>
            <a:r>
              <a:rPr lang="ko-KR" altLang="en-US" sz="1400"/>
              <a:t>문을 내포할 수 있다</a:t>
            </a:r>
            <a:r>
              <a:rPr lang="en-US" altLang="ko-KR" sz="1400"/>
              <a:t>. </a:t>
            </a:r>
            <a:r>
              <a:rPr lang="ko-KR" altLang="en-US" sz="1400"/>
              <a:t>이것을 중첩 </a:t>
            </a:r>
            <a:r>
              <a:rPr lang="en-US" altLang="ko-KR" sz="1400"/>
              <a:t>for</a:t>
            </a:r>
            <a:r>
              <a:rPr lang="ko-KR" altLang="en-US" sz="1400"/>
              <a:t>문이라고 한다</a:t>
            </a:r>
            <a:r>
              <a:rPr lang="en-US" altLang="ko-KR" sz="1400"/>
              <a:t>.</a:t>
            </a:r>
          </a:p>
          <a:p>
            <a:pPr marL="0" indent="0">
              <a:buNone/>
            </a:pPr>
            <a:r>
              <a:rPr lang="ko-KR" altLang="en-US" sz="1400"/>
              <a:t>이 경우 바깥 </a:t>
            </a:r>
            <a:r>
              <a:rPr lang="en-US" altLang="ko-KR" sz="1400"/>
              <a:t>for</a:t>
            </a:r>
            <a:r>
              <a:rPr lang="ko-KR" altLang="en-US" sz="1400"/>
              <a:t>문이 한 번 순회할 때 마다 중첩된 </a:t>
            </a:r>
            <a:r>
              <a:rPr lang="en-US" altLang="ko-KR" sz="1400"/>
              <a:t>for</a:t>
            </a:r>
            <a:r>
              <a:rPr lang="ko-KR" altLang="en-US" sz="1400"/>
              <a:t>문은 지정된 횟수만큼 순회하고 다시 바깥 </a:t>
            </a:r>
            <a:r>
              <a:rPr lang="en-US" altLang="ko-KR" sz="1400"/>
              <a:t>for</a:t>
            </a:r>
            <a:r>
              <a:rPr lang="ko-KR" altLang="en-US" sz="1400"/>
              <a:t>문으로 돌아간다</a:t>
            </a:r>
            <a:r>
              <a:rPr lang="en-US" altLang="ko-KR" sz="1400"/>
              <a:t>.</a:t>
            </a:r>
          </a:p>
          <a:p>
            <a:pPr marL="0" indent="0">
              <a:buNone/>
            </a:pPr>
            <a:endParaRPr lang="en-US" altLang="ko-KR" sz="1400"/>
          </a:p>
          <a:p>
            <a:pPr marL="0" indent="0">
              <a:buNone/>
            </a:pPr>
            <a:endParaRPr lang="en-US" altLang="ko-KR" sz="1400"/>
          </a:p>
          <a:p>
            <a:pPr marL="0" indent="0">
              <a:buNone/>
            </a:pPr>
            <a:r>
              <a:rPr lang="en-US" altLang="ko-KR" sz="1400"/>
              <a:t>public class ForMultiplicationTableExample {</a:t>
            </a:r>
          </a:p>
          <a:p>
            <a:pPr marL="0" indent="0">
              <a:buNone/>
            </a:pPr>
            <a:r>
              <a:rPr lang="en-US" altLang="ko-KR" sz="1400"/>
              <a:t>    public static void main(String[] args) {</a:t>
            </a:r>
          </a:p>
          <a:p>
            <a:pPr marL="0" indent="0">
              <a:buNone/>
            </a:pPr>
            <a:r>
              <a:rPr lang="en-US" altLang="ko-KR" sz="1400"/>
              <a:t>        // </a:t>
            </a:r>
            <a:r>
              <a:rPr lang="ko-KR" altLang="en-US" sz="1400"/>
              <a:t>외부 </a:t>
            </a:r>
            <a:r>
              <a:rPr lang="en-US" altLang="ko-KR" sz="1400"/>
              <a:t>for</a:t>
            </a:r>
            <a:r>
              <a:rPr lang="ko-KR" altLang="en-US" sz="1400"/>
              <a:t>문</a:t>
            </a:r>
            <a:r>
              <a:rPr lang="en-US" altLang="ko-KR" sz="1400"/>
              <a:t>: </a:t>
            </a:r>
            <a:r>
              <a:rPr lang="ko-KR" altLang="en-US" sz="1400"/>
              <a:t>구구단의 단</a:t>
            </a:r>
            <a:r>
              <a:rPr lang="en-US" altLang="ko-KR" sz="1400"/>
              <a:t>(m)</a:t>
            </a:r>
            <a:r>
              <a:rPr lang="ko-KR" altLang="en-US" sz="1400"/>
              <a:t>을 반복 </a:t>
            </a:r>
            <a:r>
              <a:rPr lang="en-US" altLang="ko-KR" sz="1400"/>
              <a:t>(2</a:t>
            </a:r>
            <a:r>
              <a:rPr lang="ko-KR" altLang="en-US" sz="1400"/>
              <a:t>단부터 </a:t>
            </a:r>
            <a:r>
              <a:rPr lang="en-US" altLang="ko-KR" sz="1400"/>
              <a:t>9</a:t>
            </a:r>
            <a:r>
              <a:rPr lang="ko-KR" altLang="en-US" sz="1400"/>
              <a:t>단까지</a:t>
            </a:r>
            <a:r>
              <a:rPr lang="en-US" altLang="ko-KR" sz="1400"/>
              <a:t>)</a:t>
            </a:r>
          </a:p>
          <a:p>
            <a:pPr marL="0" indent="0">
              <a:buNone/>
            </a:pPr>
            <a:r>
              <a:rPr lang="en-US" altLang="ko-KR" sz="1400"/>
              <a:t>        for (int m = 2; m &lt;= 9; m++) { </a:t>
            </a:r>
          </a:p>
          <a:p>
            <a:pPr marL="0" indent="0">
              <a:buNone/>
            </a:pPr>
            <a:r>
              <a:rPr lang="en-US" altLang="ko-KR" sz="1400"/>
              <a:t>            System.out.println("*** " + m + "</a:t>
            </a:r>
            <a:r>
              <a:rPr lang="ko-KR" altLang="en-US" sz="1400"/>
              <a:t>단 ***</a:t>
            </a:r>
            <a:r>
              <a:rPr lang="en-US" altLang="ko-KR" sz="1400"/>
              <a:t>"); // </a:t>
            </a:r>
            <a:r>
              <a:rPr lang="ko-KR" altLang="en-US" sz="1400"/>
              <a:t>현재 단 표시</a:t>
            </a:r>
          </a:p>
          <a:p>
            <a:pPr marL="0" indent="0">
              <a:buNone/>
            </a:pPr>
            <a:endParaRPr lang="ko-KR" altLang="en-US" sz="1400"/>
          </a:p>
          <a:p>
            <a:pPr marL="0" indent="0">
              <a:buNone/>
            </a:pPr>
            <a:r>
              <a:rPr lang="ko-KR" altLang="en-US" sz="1400"/>
              <a:t>            </a:t>
            </a:r>
            <a:r>
              <a:rPr lang="en-US" altLang="ko-KR" sz="1400"/>
              <a:t>// </a:t>
            </a:r>
            <a:r>
              <a:rPr lang="ko-KR" altLang="en-US" sz="1400"/>
              <a:t>내부 </a:t>
            </a:r>
            <a:r>
              <a:rPr lang="en-US" altLang="ko-KR" sz="1400"/>
              <a:t>for</a:t>
            </a:r>
            <a:r>
              <a:rPr lang="ko-KR" altLang="en-US" sz="1400"/>
              <a:t>문</a:t>
            </a:r>
            <a:r>
              <a:rPr lang="en-US" altLang="ko-KR" sz="1400"/>
              <a:t>: </a:t>
            </a:r>
            <a:r>
              <a:rPr lang="ko-KR" altLang="en-US" sz="1400"/>
              <a:t>각 단의 곱</a:t>
            </a:r>
            <a:r>
              <a:rPr lang="en-US" altLang="ko-KR" sz="1400"/>
              <a:t>(n)</a:t>
            </a:r>
            <a:r>
              <a:rPr lang="ko-KR" altLang="en-US" sz="1400"/>
              <a:t>을 반복 </a:t>
            </a:r>
            <a:r>
              <a:rPr lang="en-US" altLang="ko-KR" sz="1400"/>
              <a:t>(1</a:t>
            </a:r>
            <a:r>
              <a:rPr lang="ko-KR" altLang="en-US" sz="1400"/>
              <a:t>부터 </a:t>
            </a:r>
            <a:r>
              <a:rPr lang="en-US" altLang="ko-KR" sz="1400"/>
              <a:t>9</a:t>
            </a:r>
            <a:r>
              <a:rPr lang="ko-KR" altLang="en-US" sz="1400"/>
              <a:t>까지</a:t>
            </a:r>
            <a:r>
              <a:rPr lang="en-US" altLang="ko-KR" sz="1400"/>
              <a:t>)</a:t>
            </a:r>
          </a:p>
          <a:p>
            <a:pPr marL="0" indent="0">
              <a:buNone/>
            </a:pPr>
            <a:r>
              <a:rPr lang="en-US" altLang="ko-KR" sz="1400"/>
              <a:t>            for (int n = 1; n &lt;= 9; n++) { </a:t>
            </a:r>
          </a:p>
          <a:p>
            <a:pPr marL="0" indent="0">
              <a:buNone/>
            </a:pPr>
            <a:r>
              <a:rPr lang="en-US" altLang="ko-KR" sz="1400"/>
              <a:t>                // m</a:t>
            </a:r>
            <a:r>
              <a:rPr lang="ko-KR" altLang="en-US" sz="1400"/>
              <a:t>과 </a:t>
            </a:r>
            <a:r>
              <a:rPr lang="en-US" altLang="ko-KR" sz="1400"/>
              <a:t>n</a:t>
            </a:r>
            <a:r>
              <a:rPr lang="ko-KR" altLang="en-US" sz="1400"/>
              <a:t>의 곱을 출력</a:t>
            </a:r>
          </a:p>
          <a:p>
            <a:pPr marL="0" indent="0">
              <a:buNone/>
            </a:pPr>
            <a:r>
              <a:rPr lang="ko-KR" altLang="en-US" sz="1400"/>
              <a:t>                </a:t>
            </a:r>
            <a:r>
              <a:rPr lang="en-US" altLang="ko-KR" sz="1400"/>
              <a:t>System.out.println(m + " x " + n + " = " + (m * n));</a:t>
            </a:r>
          </a:p>
          <a:p>
            <a:pPr marL="0" indent="0">
              <a:buNone/>
            </a:pPr>
            <a:r>
              <a:rPr lang="en-US" altLang="ko-KR" sz="1400"/>
              <a:t>            }</a:t>
            </a:r>
          </a:p>
          <a:p>
            <a:pPr marL="0" indent="0">
              <a:buNone/>
            </a:pPr>
            <a:r>
              <a:rPr lang="en-US" altLang="ko-KR" sz="1400"/>
              <a:t>        }</a:t>
            </a:r>
          </a:p>
          <a:p>
            <a:pPr marL="0" indent="0">
              <a:buNone/>
            </a:pPr>
            <a:r>
              <a:rPr lang="en-US" altLang="ko-KR" sz="1400"/>
              <a:t>    }</a:t>
            </a:r>
          </a:p>
          <a:p>
            <a:pPr marL="0" indent="0">
              <a:buNone/>
            </a:pPr>
            <a:r>
              <a:rPr lang="en-US" altLang="ko-KR" sz="1400"/>
              <a:t>}</a:t>
            </a:r>
          </a:p>
          <a:p>
            <a:pPr marL="0" indent="0">
              <a:buNone/>
            </a:pPr>
            <a:endParaRPr lang="en-US" altLang="ko-KR" sz="1400"/>
          </a:p>
          <a:p>
            <a:pPr marL="0" indent="0">
              <a:buNone/>
            </a:pPr>
            <a:endParaRPr lang="en-US" altLang="ko-KR" sz="1400"/>
          </a:p>
          <a:p>
            <a:pPr marL="0" indent="0">
              <a:buNone/>
            </a:pPr>
            <a:endParaRPr lang="en-US" altLang="ko-KR" sz="14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3906A08-EFD1-0F27-CFFD-0189DAD2C1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04862" y="1672675"/>
            <a:ext cx="971550" cy="2009775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54420247-3BA6-A0A5-8ACA-BE2F3FC58B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474" y="4194725"/>
            <a:ext cx="1076325" cy="1981200"/>
          </a:xfrm>
          <a:prstGeom prst="rect">
            <a:avLst/>
          </a:prstGeom>
        </p:spPr>
      </p:pic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4078F86-3E43-C5C5-4EA0-7AFF291617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405389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0EA93C-4C53-57CA-85C8-28596FA633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9886EFB-A269-773C-FC19-1044871A54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1400" b="1" dirty="0"/>
              <a:t>while</a:t>
            </a:r>
            <a:r>
              <a:rPr lang="ko-KR" altLang="en-US" sz="1400" b="1" dirty="0"/>
              <a:t>문</a:t>
            </a:r>
            <a:endParaRPr lang="en-US" altLang="ko-KR" sz="1400" b="1" dirty="0"/>
          </a:p>
          <a:p>
            <a:pPr marL="0" indent="0">
              <a:buNone/>
            </a:pPr>
            <a:endParaRPr lang="en-US" altLang="ko-KR" sz="1400" b="1" dirty="0"/>
          </a:p>
          <a:p>
            <a:pPr marL="0" indent="0">
              <a:buNone/>
            </a:pPr>
            <a:r>
              <a:rPr lang="en-US" altLang="ko-KR" sz="1400" dirty="0"/>
              <a:t>for</a:t>
            </a:r>
            <a:r>
              <a:rPr lang="ko-KR" altLang="en-US" sz="1400" dirty="0"/>
              <a:t>문이 정해진 횟수만큼 반복했다면 </a:t>
            </a:r>
            <a:r>
              <a:rPr lang="en-US" altLang="ko-KR" sz="1400" dirty="0"/>
              <a:t>while</a:t>
            </a:r>
            <a:r>
              <a:rPr lang="ko-KR" altLang="en-US" sz="1400" dirty="0"/>
              <a:t>문은 조건식이 </a:t>
            </a:r>
            <a:r>
              <a:rPr lang="en-US" altLang="ko-KR" sz="1400" dirty="0"/>
              <a:t>true</a:t>
            </a:r>
            <a:r>
              <a:rPr lang="ko-KR" altLang="en-US" sz="1400" dirty="0"/>
              <a:t>일 경우에 무한으로 반복한다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r>
              <a:rPr lang="ko-KR" altLang="en-US" sz="1400" dirty="0"/>
              <a:t>조건식에는 비교</a:t>
            </a:r>
            <a:r>
              <a:rPr lang="en-US" altLang="ko-KR" sz="1400" dirty="0"/>
              <a:t>, </a:t>
            </a:r>
            <a:r>
              <a:rPr lang="ko-KR" altLang="en-US" sz="1400" dirty="0"/>
              <a:t>논리 연산식이 주로 오며</a:t>
            </a:r>
            <a:r>
              <a:rPr lang="en-US" altLang="ko-KR" sz="1400" dirty="0"/>
              <a:t>, </a:t>
            </a:r>
            <a:r>
              <a:rPr lang="ko-KR" altLang="en-US" sz="1400" dirty="0"/>
              <a:t>조건식이 </a:t>
            </a:r>
            <a:r>
              <a:rPr lang="en-US" altLang="ko-KR" sz="1400" dirty="0"/>
              <a:t>false</a:t>
            </a:r>
            <a:r>
              <a:rPr lang="ko-KR" altLang="en-US" sz="1400" dirty="0"/>
              <a:t>가 되면 반복을 멈추고 </a:t>
            </a:r>
            <a:r>
              <a:rPr lang="en-US" altLang="ko-KR" sz="1400" dirty="0"/>
              <a:t>while</a:t>
            </a:r>
            <a:r>
              <a:rPr lang="ko-KR" altLang="en-US" sz="1400" dirty="0"/>
              <a:t>문을 종료한다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while</a:t>
            </a:r>
            <a:r>
              <a:rPr lang="ko-KR" altLang="en-US" sz="1400" dirty="0"/>
              <a:t>문의 형식과 실행 흐름</a:t>
            </a:r>
            <a:endParaRPr lang="en-US" altLang="ko-KR" sz="1400" dirty="0"/>
          </a:p>
          <a:p>
            <a:pPr marL="0" indent="0">
              <a:buNone/>
            </a:pPr>
            <a:r>
              <a:rPr lang="en-US" altLang="ko-KR" sz="1400" b="1" dirty="0"/>
              <a:t>while(</a:t>
            </a:r>
            <a:r>
              <a:rPr lang="ko-KR" altLang="en-US" sz="1400" b="1" dirty="0"/>
              <a:t>조건식</a:t>
            </a:r>
            <a:r>
              <a:rPr lang="en-US" altLang="ko-KR" sz="1400" b="1" dirty="0"/>
              <a:t>){</a:t>
            </a:r>
          </a:p>
          <a:p>
            <a:pPr marL="0" indent="0">
              <a:buNone/>
            </a:pPr>
            <a:r>
              <a:rPr lang="en-US" altLang="ko-KR" sz="1400" b="1" dirty="0"/>
              <a:t>	</a:t>
            </a:r>
            <a:r>
              <a:rPr lang="ko-KR" altLang="en-US" sz="1400" b="1" dirty="0" err="1"/>
              <a:t>실행문</a:t>
            </a:r>
            <a:r>
              <a:rPr lang="en-US" altLang="ko-KR" sz="1400" b="1" dirty="0"/>
              <a:t>1</a:t>
            </a:r>
          </a:p>
          <a:p>
            <a:pPr marL="0" indent="0">
              <a:buNone/>
            </a:pPr>
            <a:r>
              <a:rPr lang="en-US" altLang="ko-KR" sz="1400" b="1" dirty="0"/>
              <a:t>	</a:t>
            </a:r>
            <a:r>
              <a:rPr lang="ko-KR" altLang="en-US" sz="1400" b="1" dirty="0" err="1"/>
              <a:t>실행문</a:t>
            </a:r>
            <a:r>
              <a:rPr lang="en-US" altLang="ko-KR" sz="1400" b="1" dirty="0"/>
              <a:t>2</a:t>
            </a:r>
          </a:p>
          <a:p>
            <a:pPr marL="0" indent="0">
              <a:buNone/>
            </a:pPr>
            <a:r>
              <a:rPr lang="en-US" altLang="ko-KR" sz="1400" b="1" dirty="0"/>
              <a:t>	  ...</a:t>
            </a:r>
          </a:p>
          <a:p>
            <a:pPr marL="0" indent="0">
              <a:buNone/>
            </a:pPr>
            <a:r>
              <a:rPr lang="en-US" altLang="ko-KR" sz="1400" b="1" dirty="0"/>
              <a:t>}</a:t>
            </a:r>
          </a:p>
          <a:p>
            <a:pPr marL="0" indent="0">
              <a:buNone/>
            </a:pPr>
            <a:endParaRPr lang="en-US" altLang="ko-KR" sz="1400" b="1" dirty="0"/>
          </a:p>
          <a:p>
            <a:pPr marL="0" indent="0">
              <a:buNone/>
            </a:pPr>
            <a:r>
              <a:rPr lang="en-US" altLang="ko-KR" sz="1400" dirty="0"/>
              <a:t>while</a:t>
            </a:r>
            <a:r>
              <a:rPr lang="ko-KR" altLang="en-US" sz="1400" dirty="0"/>
              <a:t>문이 처음 실행될 때 조건식을 평가한다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평가 결과가 </a:t>
            </a:r>
            <a:r>
              <a:rPr lang="en-US" altLang="ko-KR" sz="1400" dirty="0"/>
              <a:t>true</a:t>
            </a:r>
            <a:r>
              <a:rPr lang="ko-KR" altLang="en-US" sz="1400" dirty="0"/>
              <a:t>라면  실행문을 실행시킨다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실행문이 모두 실행되면 다시 조건식을 평가한다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조건식이 </a:t>
            </a:r>
            <a:r>
              <a:rPr lang="en-US" altLang="ko-KR" sz="1400" dirty="0"/>
              <a:t>true</a:t>
            </a:r>
            <a:r>
              <a:rPr lang="ko-KR" altLang="en-US" sz="1400" dirty="0"/>
              <a:t>면 위의 과정을 반복하고</a:t>
            </a: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조건식이 </a:t>
            </a:r>
            <a:r>
              <a:rPr lang="en-US" altLang="ko-KR" sz="1400" dirty="0"/>
              <a:t>false</a:t>
            </a:r>
            <a:r>
              <a:rPr lang="ko-KR" altLang="en-US" sz="1400" dirty="0"/>
              <a:t>면 </a:t>
            </a:r>
            <a:r>
              <a:rPr lang="en-US" altLang="ko-KR" sz="1400" dirty="0"/>
              <a:t>while</a:t>
            </a:r>
            <a:r>
              <a:rPr lang="ko-KR" altLang="en-US" sz="1400" dirty="0"/>
              <a:t>문을 종료한다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b="1" dirty="0"/>
          </a:p>
          <a:p>
            <a:pPr marL="0" indent="0">
              <a:buNone/>
            </a:pPr>
            <a:endParaRPr lang="en-US" altLang="ko-KR" sz="1400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00029B06-253F-5210-16ED-7357ABE67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732800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5A0A61-FDFA-C2C8-9087-913A782E22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8D64B0A-0F5A-DC9A-740A-C0BEFBD46D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public class WhilePrintFrom1To10Example {</a:t>
            </a:r>
          </a:p>
          <a:p>
            <a:pPr marL="0" indent="0">
              <a:buNone/>
            </a:pPr>
            <a:r>
              <a:rPr lang="en-US" altLang="ko-KR" sz="1400" dirty="0"/>
              <a:t>    public static void main(String[] </a:t>
            </a:r>
            <a:r>
              <a:rPr lang="en-US" altLang="ko-KR" sz="1400" dirty="0" err="1"/>
              <a:t>args</a:t>
            </a:r>
            <a:r>
              <a:rPr lang="en-US" altLang="ko-KR" sz="1400" dirty="0"/>
              <a:t>) {</a:t>
            </a:r>
          </a:p>
          <a:p>
            <a:pPr marL="0" indent="0">
              <a:buNone/>
            </a:pPr>
            <a:r>
              <a:rPr lang="en-US" altLang="ko-KR" sz="1400" dirty="0"/>
              <a:t>        int </a:t>
            </a:r>
            <a:r>
              <a:rPr lang="en-US" altLang="ko-KR" sz="1400" dirty="0" err="1"/>
              <a:t>i</a:t>
            </a:r>
            <a:r>
              <a:rPr lang="en-US" altLang="ko-KR" sz="1400" dirty="0"/>
              <a:t> = 1; // </a:t>
            </a:r>
            <a:r>
              <a:rPr lang="ko-KR" altLang="en-US" sz="1400" dirty="0"/>
              <a:t>초기값 설정 </a:t>
            </a:r>
            <a:r>
              <a:rPr lang="en-US" altLang="ko-KR" sz="1400" dirty="0"/>
              <a:t>(</a:t>
            </a:r>
            <a:r>
              <a:rPr lang="en-US" altLang="ko-KR" sz="1400" dirty="0" err="1"/>
              <a:t>i</a:t>
            </a:r>
            <a:r>
              <a:rPr lang="en-US" altLang="ko-KR" sz="1400" dirty="0"/>
              <a:t> = 1)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        // while</a:t>
            </a:r>
            <a:r>
              <a:rPr lang="ko-KR" altLang="en-US" sz="1400" dirty="0"/>
              <a:t>문</a:t>
            </a:r>
            <a:r>
              <a:rPr lang="en-US" altLang="ko-KR" sz="1400" dirty="0"/>
              <a:t>: </a:t>
            </a:r>
            <a:r>
              <a:rPr lang="ko-KR" altLang="en-US" sz="1400" dirty="0"/>
              <a:t>조건이 </a:t>
            </a:r>
            <a:r>
              <a:rPr lang="en-US" altLang="ko-KR" sz="1400" dirty="0"/>
              <a:t>true</a:t>
            </a:r>
            <a:r>
              <a:rPr lang="ko-KR" altLang="en-US" sz="1400" dirty="0"/>
              <a:t>일 동안 반복 실행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while (</a:t>
            </a:r>
            <a:r>
              <a:rPr lang="en-US" altLang="ko-KR" sz="1400" dirty="0" err="1"/>
              <a:t>i</a:t>
            </a:r>
            <a:r>
              <a:rPr lang="en-US" altLang="ko-KR" sz="1400" dirty="0"/>
              <a:t> &lt;= 10) { // </a:t>
            </a:r>
            <a:r>
              <a:rPr lang="ko-KR" altLang="en-US" sz="1400" dirty="0"/>
              <a:t>조건</a:t>
            </a:r>
            <a:r>
              <a:rPr lang="en-US" altLang="ko-KR" sz="1400" dirty="0"/>
              <a:t>: </a:t>
            </a:r>
            <a:r>
              <a:rPr lang="en-US" altLang="ko-KR" sz="1400" dirty="0" err="1"/>
              <a:t>i</a:t>
            </a:r>
            <a:r>
              <a:rPr lang="ko-KR" altLang="en-US" sz="1400" dirty="0"/>
              <a:t>가 </a:t>
            </a:r>
            <a:r>
              <a:rPr lang="en-US" altLang="ko-KR" sz="1400" dirty="0"/>
              <a:t>10 </a:t>
            </a:r>
            <a:r>
              <a:rPr lang="ko-KR" altLang="en-US" sz="1400" dirty="0"/>
              <a:t>이하인 동안 실행</a:t>
            </a:r>
          </a:p>
          <a:p>
            <a:pPr marL="0" indent="0">
              <a:buNone/>
            </a:pPr>
            <a:r>
              <a:rPr lang="ko-KR" altLang="en-US" sz="1400" dirty="0"/>
              <a:t>    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</a:t>
            </a:r>
            <a:r>
              <a:rPr lang="en-US" altLang="ko-KR" sz="1400" dirty="0" err="1"/>
              <a:t>i</a:t>
            </a:r>
            <a:r>
              <a:rPr lang="en-US" altLang="ko-KR" sz="1400" dirty="0"/>
              <a:t>); // </a:t>
            </a:r>
            <a:r>
              <a:rPr lang="ko-KR" altLang="en-US" sz="1400" dirty="0"/>
              <a:t>현재 </a:t>
            </a:r>
            <a:r>
              <a:rPr lang="en-US" altLang="ko-KR" sz="1400" dirty="0" err="1"/>
              <a:t>i</a:t>
            </a:r>
            <a:r>
              <a:rPr lang="en-US" altLang="ko-KR" sz="1400" dirty="0"/>
              <a:t> </a:t>
            </a:r>
            <a:r>
              <a:rPr lang="ko-KR" altLang="en-US" sz="1400" dirty="0"/>
              <a:t>값 출력</a:t>
            </a:r>
          </a:p>
          <a:p>
            <a:pPr marL="0" indent="0">
              <a:buNone/>
            </a:pPr>
            <a:r>
              <a:rPr lang="ko-KR" altLang="en-US" sz="1400" dirty="0"/>
              <a:t>            </a:t>
            </a:r>
            <a:r>
              <a:rPr lang="en-US" altLang="ko-KR" sz="1400" dirty="0" err="1"/>
              <a:t>i</a:t>
            </a:r>
            <a:r>
              <a:rPr lang="en-US" altLang="ko-KR" sz="1400" dirty="0"/>
              <a:t>++; // </a:t>
            </a:r>
            <a:r>
              <a:rPr lang="en-US" altLang="ko-KR" sz="1400" dirty="0" err="1"/>
              <a:t>i</a:t>
            </a:r>
            <a:r>
              <a:rPr lang="en-US" altLang="ko-KR" sz="1400" dirty="0"/>
              <a:t> </a:t>
            </a:r>
            <a:r>
              <a:rPr lang="ko-KR" altLang="en-US" sz="1400" dirty="0"/>
              <a:t>값 </a:t>
            </a:r>
            <a:r>
              <a:rPr lang="en-US" altLang="ko-KR" sz="1400" dirty="0"/>
              <a:t>1 </a:t>
            </a:r>
            <a:r>
              <a:rPr lang="ko-KR" altLang="en-US" sz="1400" dirty="0"/>
              <a:t>증가 </a:t>
            </a:r>
            <a:r>
              <a:rPr lang="en-US" altLang="ko-KR" sz="1400" dirty="0"/>
              <a:t>(</a:t>
            </a:r>
            <a:r>
              <a:rPr lang="ko-KR" altLang="en-US" sz="1400" dirty="0" err="1"/>
              <a:t>증감식</a:t>
            </a:r>
            <a:r>
              <a:rPr lang="en-US" altLang="ko-KR" sz="1400" dirty="0"/>
              <a:t>)</a:t>
            </a:r>
          </a:p>
          <a:p>
            <a:pPr marL="0" indent="0">
              <a:buNone/>
            </a:pPr>
            <a:r>
              <a:rPr lang="en-US" altLang="ko-KR" sz="1400" dirty="0"/>
              <a:t>        }</a:t>
            </a:r>
          </a:p>
          <a:p>
            <a:pPr marL="0" indent="0">
              <a:buNone/>
            </a:pPr>
            <a:r>
              <a:rPr lang="en-US" altLang="ko-KR" sz="1400" dirty="0"/>
              <a:t>    }</a:t>
            </a:r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  <a:p>
            <a:pPr marL="0" indent="0">
              <a:buNone/>
            </a:pPr>
            <a:endParaRPr lang="en-US" altLang="ko-KR" sz="14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46EE1BD-9B6A-40B4-E99F-9D6A66330B5D}"/>
              </a:ext>
            </a:extLst>
          </p:cNvPr>
          <p:cNvSpPr txBox="1"/>
          <p:nvPr/>
        </p:nvSpPr>
        <p:spPr>
          <a:xfrm>
            <a:off x="6035642" y="12680"/>
            <a:ext cx="615635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ko-KR" altLang="en-US" dirty="0"/>
              <a:t>초기화</a:t>
            </a:r>
            <a:r>
              <a:rPr lang="en-US" altLang="ko-KR" dirty="0"/>
              <a:t>: </a:t>
            </a:r>
            <a:r>
              <a:rPr lang="en-US" altLang="ko-KR" dirty="0" err="1"/>
              <a:t>i</a:t>
            </a:r>
            <a:r>
              <a:rPr lang="en-US" altLang="ko-KR" dirty="0"/>
              <a:t> = 1.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첫 번째 반복</a:t>
            </a:r>
            <a:r>
              <a:rPr lang="en-US" altLang="ko-KR" dirty="0"/>
              <a:t>: </a:t>
            </a:r>
            <a:r>
              <a:rPr lang="en-US" altLang="ko-KR" dirty="0" err="1"/>
              <a:t>i</a:t>
            </a:r>
            <a:r>
              <a:rPr lang="en-US" altLang="ko-KR" dirty="0"/>
              <a:t> = 1, </a:t>
            </a:r>
            <a:r>
              <a:rPr lang="ko-KR" altLang="en-US" dirty="0"/>
              <a:t>출력</a:t>
            </a:r>
            <a:r>
              <a:rPr lang="en-US" altLang="ko-KR" dirty="0"/>
              <a:t>: 1, </a:t>
            </a:r>
            <a:r>
              <a:rPr lang="ko-KR" altLang="en-US" dirty="0"/>
              <a:t>이후 </a:t>
            </a:r>
            <a:r>
              <a:rPr lang="en-US" altLang="ko-KR" dirty="0" err="1"/>
              <a:t>i</a:t>
            </a:r>
            <a:r>
              <a:rPr lang="en-US" altLang="ko-KR" dirty="0"/>
              <a:t>++</a:t>
            </a:r>
            <a:r>
              <a:rPr lang="ko-KR" altLang="en-US" dirty="0"/>
              <a:t>로 </a:t>
            </a:r>
            <a:r>
              <a:rPr lang="en-US" altLang="ko-KR" dirty="0" err="1"/>
              <a:t>i</a:t>
            </a:r>
            <a:r>
              <a:rPr lang="en-US" altLang="ko-KR" dirty="0"/>
              <a:t> = 2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두 번째 반복</a:t>
            </a:r>
            <a:r>
              <a:rPr lang="en-US" altLang="ko-KR" dirty="0"/>
              <a:t>: </a:t>
            </a:r>
            <a:r>
              <a:rPr lang="en-US" altLang="ko-KR" dirty="0" err="1"/>
              <a:t>i</a:t>
            </a:r>
            <a:r>
              <a:rPr lang="en-US" altLang="ko-KR" dirty="0"/>
              <a:t> = 2, </a:t>
            </a:r>
            <a:r>
              <a:rPr lang="ko-KR" altLang="en-US" dirty="0"/>
              <a:t>출력</a:t>
            </a:r>
            <a:r>
              <a:rPr lang="en-US" altLang="ko-KR" dirty="0"/>
              <a:t>: 2, </a:t>
            </a:r>
            <a:r>
              <a:rPr lang="ko-KR" altLang="en-US" dirty="0"/>
              <a:t>이후 </a:t>
            </a:r>
            <a:r>
              <a:rPr lang="en-US" altLang="ko-KR" dirty="0" err="1"/>
              <a:t>i</a:t>
            </a:r>
            <a:r>
              <a:rPr lang="en-US" altLang="ko-KR" dirty="0"/>
              <a:t>++</a:t>
            </a:r>
            <a:r>
              <a:rPr lang="ko-KR" altLang="en-US" dirty="0"/>
              <a:t>로 </a:t>
            </a:r>
            <a:r>
              <a:rPr lang="en-US" altLang="ko-KR" dirty="0" err="1"/>
              <a:t>i</a:t>
            </a:r>
            <a:r>
              <a:rPr lang="en-US" altLang="ko-KR" dirty="0"/>
              <a:t> = 3</a:t>
            </a:r>
          </a:p>
          <a:p>
            <a:pPr marL="0" indent="0">
              <a:buNone/>
            </a:pPr>
            <a:r>
              <a:rPr lang="en-US" altLang="ko-KR" dirty="0"/>
              <a:t>...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열 번째 반복</a:t>
            </a:r>
            <a:r>
              <a:rPr lang="en-US" altLang="ko-KR" dirty="0"/>
              <a:t>: </a:t>
            </a:r>
            <a:r>
              <a:rPr lang="en-US" altLang="ko-KR" dirty="0" err="1"/>
              <a:t>i</a:t>
            </a:r>
            <a:r>
              <a:rPr lang="en-US" altLang="ko-KR" dirty="0"/>
              <a:t> = 10, </a:t>
            </a:r>
            <a:r>
              <a:rPr lang="ko-KR" altLang="en-US" dirty="0"/>
              <a:t>출력</a:t>
            </a:r>
            <a:r>
              <a:rPr lang="en-US" altLang="ko-KR" dirty="0"/>
              <a:t>: 10, </a:t>
            </a:r>
            <a:r>
              <a:rPr lang="ko-KR" altLang="en-US" dirty="0"/>
              <a:t>이후 </a:t>
            </a:r>
            <a:r>
              <a:rPr lang="en-US" altLang="ko-KR" dirty="0" err="1"/>
              <a:t>i</a:t>
            </a:r>
            <a:r>
              <a:rPr lang="en-US" altLang="ko-KR" dirty="0"/>
              <a:t>++</a:t>
            </a:r>
            <a:r>
              <a:rPr lang="ko-KR" altLang="en-US" dirty="0"/>
              <a:t>로 </a:t>
            </a:r>
            <a:r>
              <a:rPr lang="en-US" altLang="ko-KR" dirty="0" err="1"/>
              <a:t>i</a:t>
            </a:r>
            <a:r>
              <a:rPr lang="en-US" altLang="ko-KR" dirty="0"/>
              <a:t> = 11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종료</a:t>
            </a:r>
            <a:r>
              <a:rPr lang="en-US" altLang="ko-KR" dirty="0"/>
              <a:t>:</a:t>
            </a:r>
          </a:p>
          <a:p>
            <a:pPr marL="0" indent="0">
              <a:buNone/>
            </a:pPr>
            <a:r>
              <a:rPr lang="en-US" altLang="ko-KR" dirty="0" err="1"/>
              <a:t>i</a:t>
            </a:r>
            <a:r>
              <a:rPr lang="en-US" altLang="ko-KR" dirty="0"/>
              <a:t> = 11</a:t>
            </a:r>
            <a:r>
              <a:rPr lang="ko-KR" altLang="en-US" dirty="0"/>
              <a:t>이 되면서 조건 </a:t>
            </a:r>
            <a:r>
              <a:rPr lang="en-US" altLang="ko-KR" dirty="0" err="1"/>
              <a:t>i</a:t>
            </a:r>
            <a:r>
              <a:rPr lang="en-US" altLang="ko-KR" dirty="0"/>
              <a:t> &lt;= 10</a:t>
            </a:r>
            <a:r>
              <a:rPr lang="ko-KR" altLang="en-US" dirty="0"/>
              <a:t>이 </a:t>
            </a:r>
            <a:r>
              <a:rPr lang="en-US" altLang="ko-KR" dirty="0"/>
              <a:t>false</a:t>
            </a:r>
            <a:r>
              <a:rPr lang="ko-KR" altLang="en-US" dirty="0"/>
              <a:t>가 되어 </a:t>
            </a:r>
            <a:r>
              <a:rPr lang="ko-KR" altLang="en-US" dirty="0" err="1"/>
              <a:t>반복문</a:t>
            </a:r>
            <a:r>
              <a:rPr lang="ko-KR" altLang="en-US" dirty="0"/>
              <a:t> 종료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1B999C7B-4EB6-96D5-7607-6F5CE00272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0874" y="3183333"/>
            <a:ext cx="685894" cy="3592778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7883EA7-784F-60EE-6E3C-478DE8892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9251244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D95C62-AF18-6C18-7F1E-FA446EC3AE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B10B537-5A74-4EEA-7994-54B466F7A6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public class WhileSumForm1To100Example {</a:t>
            </a:r>
          </a:p>
          <a:p>
            <a:pPr marL="0" indent="0">
              <a:buNone/>
            </a:pPr>
            <a:r>
              <a:rPr lang="en-US" altLang="ko-KR" sz="1400" dirty="0"/>
              <a:t>    public static void main(String[] </a:t>
            </a:r>
            <a:r>
              <a:rPr lang="en-US" altLang="ko-KR" sz="1400" dirty="0" err="1"/>
              <a:t>args</a:t>
            </a:r>
            <a:r>
              <a:rPr lang="en-US" altLang="ko-KR" sz="1400" dirty="0"/>
              <a:t>) {</a:t>
            </a:r>
          </a:p>
          <a:p>
            <a:pPr marL="0" indent="0">
              <a:buNone/>
            </a:pPr>
            <a:r>
              <a:rPr lang="en-US" altLang="ko-KR" sz="1400" dirty="0"/>
              <a:t>        int sum = 0; // </a:t>
            </a:r>
            <a:r>
              <a:rPr lang="ko-KR" altLang="en-US" sz="1400" dirty="0"/>
              <a:t>합계를 저장할 변수 초기화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int </a:t>
            </a:r>
            <a:r>
              <a:rPr lang="en-US" altLang="ko-KR" sz="1400" dirty="0" err="1"/>
              <a:t>i</a:t>
            </a:r>
            <a:r>
              <a:rPr lang="en-US" altLang="ko-KR" sz="1400" dirty="0"/>
              <a:t> = 1;   // </a:t>
            </a:r>
            <a:r>
              <a:rPr lang="ko-KR" altLang="en-US" sz="1400" dirty="0"/>
              <a:t>반복 변수 초기화</a:t>
            </a:r>
          </a:p>
          <a:p>
            <a:pPr marL="0" indent="0">
              <a:buNone/>
            </a:pPr>
            <a:endParaRPr lang="ko-KR" altLang="en-US" sz="1400" dirty="0"/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// while</a:t>
            </a:r>
            <a:r>
              <a:rPr lang="ko-KR" altLang="en-US" sz="1400" dirty="0"/>
              <a:t>문</a:t>
            </a:r>
            <a:r>
              <a:rPr lang="en-US" altLang="ko-KR" sz="1400" dirty="0"/>
              <a:t>: </a:t>
            </a:r>
            <a:r>
              <a:rPr lang="en-US" altLang="ko-KR" sz="1400" dirty="0" err="1"/>
              <a:t>i</a:t>
            </a:r>
            <a:r>
              <a:rPr lang="ko-KR" altLang="en-US" sz="1400" dirty="0"/>
              <a:t>가 </a:t>
            </a:r>
            <a:r>
              <a:rPr lang="en-US" altLang="ko-KR" sz="1400" dirty="0"/>
              <a:t>1</a:t>
            </a:r>
            <a:r>
              <a:rPr lang="ko-KR" altLang="en-US" sz="1400" dirty="0"/>
              <a:t>부터 </a:t>
            </a:r>
            <a:r>
              <a:rPr lang="en-US" altLang="ko-KR" sz="1400" dirty="0"/>
              <a:t>100</a:t>
            </a:r>
            <a:r>
              <a:rPr lang="ko-KR" altLang="en-US" sz="1400" dirty="0"/>
              <a:t>까지 반복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while (</a:t>
            </a:r>
            <a:r>
              <a:rPr lang="en-US" altLang="ko-KR" sz="1400" dirty="0" err="1"/>
              <a:t>i</a:t>
            </a:r>
            <a:r>
              <a:rPr lang="en-US" altLang="ko-KR" sz="1400" dirty="0"/>
              <a:t> &lt;= 100) { </a:t>
            </a:r>
          </a:p>
          <a:p>
            <a:pPr marL="0" indent="0">
              <a:buNone/>
            </a:pPr>
            <a:r>
              <a:rPr lang="en-US" altLang="ko-KR" sz="1400" dirty="0"/>
              <a:t>            sum += </a:t>
            </a:r>
            <a:r>
              <a:rPr lang="en-US" altLang="ko-KR" sz="1400" dirty="0" err="1"/>
              <a:t>i</a:t>
            </a:r>
            <a:r>
              <a:rPr lang="en-US" altLang="ko-KR" sz="1400" dirty="0"/>
              <a:t>; // sum</a:t>
            </a:r>
            <a:r>
              <a:rPr lang="ko-KR" altLang="en-US" sz="1400" dirty="0"/>
              <a:t>에 현재 </a:t>
            </a:r>
            <a:r>
              <a:rPr lang="en-US" altLang="ko-KR" sz="1400" dirty="0" err="1"/>
              <a:t>i</a:t>
            </a:r>
            <a:r>
              <a:rPr lang="en-US" altLang="ko-KR" sz="1400" dirty="0"/>
              <a:t> </a:t>
            </a:r>
            <a:r>
              <a:rPr lang="ko-KR" altLang="en-US" sz="1400" dirty="0"/>
              <a:t>값을 더함</a:t>
            </a:r>
          </a:p>
          <a:p>
            <a:pPr marL="0" indent="0">
              <a:buNone/>
            </a:pPr>
            <a:r>
              <a:rPr lang="ko-KR" altLang="en-US" sz="1400" dirty="0"/>
              <a:t>            </a:t>
            </a:r>
            <a:r>
              <a:rPr lang="en-US" altLang="ko-KR" sz="1400" dirty="0" err="1"/>
              <a:t>i</a:t>
            </a:r>
            <a:r>
              <a:rPr lang="en-US" altLang="ko-KR" sz="1400" dirty="0"/>
              <a:t>++;      // </a:t>
            </a:r>
            <a:r>
              <a:rPr lang="en-US" altLang="ko-KR" sz="1400" dirty="0" err="1"/>
              <a:t>i</a:t>
            </a:r>
            <a:r>
              <a:rPr lang="en-US" altLang="ko-KR" sz="1400" dirty="0"/>
              <a:t> </a:t>
            </a:r>
            <a:r>
              <a:rPr lang="ko-KR" altLang="en-US" sz="1400" dirty="0"/>
              <a:t>값을 </a:t>
            </a:r>
            <a:r>
              <a:rPr lang="en-US" altLang="ko-KR" sz="1400" dirty="0"/>
              <a:t>1 </a:t>
            </a:r>
            <a:r>
              <a:rPr lang="ko-KR" altLang="en-US" sz="1400" dirty="0"/>
              <a:t>증가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}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        // </a:t>
            </a:r>
            <a:r>
              <a:rPr lang="ko-KR" altLang="en-US" sz="1400" dirty="0"/>
              <a:t>결과 출력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("1~" + (</a:t>
            </a:r>
            <a:r>
              <a:rPr lang="en-US" altLang="ko-KR" sz="1400" dirty="0" err="1"/>
              <a:t>i</a:t>
            </a:r>
            <a:r>
              <a:rPr lang="en-US" altLang="ko-KR" sz="1400" dirty="0"/>
              <a:t> - 1) + " </a:t>
            </a:r>
            <a:r>
              <a:rPr lang="ko-KR" altLang="en-US" sz="1400" dirty="0"/>
              <a:t>합 </a:t>
            </a:r>
            <a:r>
              <a:rPr lang="en-US" altLang="ko-KR" sz="1400" dirty="0"/>
              <a:t>: " + sum);</a:t>
            </a:r>
          </a:p>
          <a:p>
            <a:pPr marL="0" indent="0">
              <a:buNone/>
            </a:pPr>
            <a:r>
              <a:rPr lang="en-US" altLang="ko-KR" sz="1400" dirty="0"/>
              <a:t>    }</a:t>
            </a:r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8580E96-F802-292C-243F-9D51D395C3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0271" y="2902578"/>
            <a:ext cx="3974482" cy="1052843"/>
          </a:xfrm>
          <a:prstGeom prst="rect">
            <a:avLst/>
          </a:prstGeom>
        </p:spPr>
      </p:pic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B2B996F5-572F-4CAD-FE6D-A381BDAF2B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897655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1564EA-31F0-ACA9-E6E9-CED32A7C49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24BECF7-06DC-DEB6-512D-FBDAA529E2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1400" b="1" dirty="0"/>
              <a:t>do-while</a:t>
            </a:r>
            <a:r>
              <a:rPr lang="ko-KR" altLang="en-US" sz="1400" b="1" dirty="0"/>
              <a:t>문</a:t>
            </a:r>
            <a:endParaRPr lang="en-US" altLang="ko-KR" sz="1400" b="1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do-while</a:t>
            </a:r>
            <a:r>
              <a:rPr lang="ko-KR" altLang="en-US" sz="1400" dirty="0"/>
              <a:t>문은 조건식에 의해 반복 실행한다는 점에서 </a:t>
            </a:r>
            <a:r>
              <a:rPr lang="en-US" altLang="ko-KR" sz="1400" dirty="0"/>
              <a:t>while</a:t>
            </a:r>
            <a:r>
              <a:rPr lang="ko-KR" altLang="en-US" sz="1400" dirty="0"/>
              <a:t>과 동일하지만</a:t>
            </a:r>
            <a:r>
              <a:rPr lang="en-US" altLang="ko-KR" sz="1400" dirty="0"/>
              <a:t>,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while</a:t>
            </a:r>
            <a:r>
              <a:rPr lang="ko-KR" altLang="en-US" sz="1400" dirty="0"/>
              <a:t>문은 시작할 때부터 조건식을 검사하는 반면에</a:t>
            </a:r>
            <a:r>
              <a:rPr lang="en-US" altLang="ko-KR" sz="1400" dirty="0"/>
              <a:t>,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do-while</a:t>
            </a:r>
            <a:r>
              <a:rPr lang="ko-KR" altLang="en-US" sz="1400" dirty="0"/>
              <a:t>문은 실행문을 우선 실행하고 반복을 결정한다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do-while</a:t>
            </a:r>
            <a:r>
              <a:rPr lang="ko-KR" altLang="en-US" sz="1400" dirty="0"/>
              <a:t>문의 형식과 실행흐름</a:t>
            </a:r>
            <a:endParaRPr lang="en-US" altLang="ko-KR" sz="1400" dirty="0"/>
          </a:p>
          <a:p>
            <a:pPr marL="0" indent="0">
              <a:buNone/>
            </a:pPr>
            <a:r>
              <a:rPr lang="en-US" altLang="ko-KR" sz="1400" b="1" dirty="0"/>
              <a:t>do{</a:t>
            </a:r>
          </a:p>
          <a:p>
            <a:pPr marL="0" indent="0">
              <a:buNone/>
            </a:pPr>
            <a:r>
              <a:rPr lang="en-US" altLang="ko-KR" sz="1400" b="1" dirty="0"/>
              <a:t>	</a:t>
            </a:r>
            <a:r>
              <a:rPr lang="ko-KR" altLang="en-US" sz="1400" b="1" dirty="0" err="1"/>
              <a:t>실행문</a:t>
            </a:r>
            <a:endParaRPr lang="en-US" altLang="ko-KR" sz="1400" b="1" dirty="0"/>
          </a:p>
          <a:p>
            <a:pPr marL="0" indent="0">
              <a:buNone/>
            </a:pPr>
            <a:r>
              <a:rPr lang="en-US" altLang="ko-KR" sz="1400" b="1" dirty="0"/>
              <a:t>}while(</a:t>
            </a:r>
            <a:r>
              <a:rPr lang="ko-KR" altLang="en-US" sz="1400" b="1" dirty="0"/>
              <a:t>조건식</a:t>
            </a:r>
            <a:r>
              <a:rPr lang="en-US" altLang="ko-KR" sz="1400" b="1" dirty="0"/>
              <a:t>)</a:t>
            </a:r>
          </a:p>
          <a:p>
            <a:pPr marL="0" indent="0">
              <a:buNone/>
            </a:pPr>
            <a:endParaRPr lang="en-US" altLang="ko-KR" sz="1400" b="1" dirty="0"/>
          </a:p>
          <a:p>
            <a:pPr marL="0" indent="0">
              <a:buNone/>
            </a:pPr>
            <a:r>
              <a:rPr lang="en-US" altLang="ko-KR" sz="1400" dirty="0"/>
              <a:t>do-while</a:t>
            </a:r>
            <a:r>
              <a:rPr lang="ko-KR" altLang="en-US" sz="1400" dirty="0"/>
              <a:t>문이 실행될 때 우선 실행문을 실행한다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실행문이 실행된 후에 조건식을 평가한다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조건식이 </a:t>
            </a:r>
            <a:r>
              <a:rPr lang="en-US" altLang="ko-KR" sz="1400" dirty="0"/>
              <a:t>true</a:t>
            </a:r>
            <a:r>
              <a:rPr lang="ko-KR" altLang="en-US" sz="1400" dirty="0"/>
              <a:t>면 위의 과정을 반복하고</a:t>
            </a:r>
            <a:r>
              <a:rPr lang="en-US" altLang="ko-KR" sz="1400" dirty="0"/>
              <a:t>,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조건식이 </a:t>
            </a:r>
            <a:r>
              <a:rPr lang="en-US" altLang="ko-KR" sz="1400" dirty="0"/>
              <a:t>false</a:t>
            </a:r>
            <a:r>
              <a:rPr lang="ko-KR" altLang="en-US" sz="1400" dirty="0"/>
              <a:t>면 </a:t>
            </a:r>
            <a:r>
              <a:rPr lang="en-US" altLang="ko-KR" sz="1400" dirty="0"/>
              <a:t>do-while</a:t>
            </a:r>
            <a:r>
              <a:rPr lang="ko-KR" altLang="en-US" sz="1400" dirty="0"/>
              <a:t>문을 종료한다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b="1" dirty="0"/>
          </a:p>
          <a:p>
            <a:pPr marL="0" indent="0">
              <a:buNone/>
            </a:pPr>
            <a:endParaRPr lang="en-US" altLang="ko-KR" sz="1400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9B7D808D-5747-4307-2848-7C2582E2C6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5565916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2402F5-869F-D2D7-BDE1-91C0126D20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A502971-3B68-C2CF-44B8-12862F93AA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public class </a:t>
            </a:r>
            <a:r>
              <a:rPr lang="en-US" altLang="ko-KR" sz="1400" dirty="0" err="1"/>
              <a:t>DoWhileFalseExample</a:t>
            </a:r>
            <a:r>
              <a:rPr lang="en-US" altLang="ko-KR" sz="1400" dirty="0"/>
              <a:t> {</a:t>
            </a:r>
          </a:p>
          <a:p>
            <a:pPr marL="0" indent="0">
              <a:buNone/>
            </a:pPr>
            <a:r>
              <a:rPr lang="en-US" altLang="ko-KR" sz="1400" dirty="0"/>
              <a:t>    public static void main(String[] </a:t>
            </a:r>
            <a:r>
              <a:rPr lang="en-US" altLang="ko-KR" sz="1400" dirty="0" err="1"/>
              <a:t>args</a:t>
            </a:r>
            <a:r>
              <a:rPr lang="en-US" altLang="ko-KR" sz="1400" dirty="0"/>
              <a:t>) {</a:t>
            </a:r>
          </a:p>
          <a:p>
            <a:pPr marL="0" indent="0">
              <a:buNone/>
            </a:pPr>
            <a:r>
              <a:rPr lang="en-US" altLang="ko-KR" sz="1400" dirty="0"/>
              <a:t>        int </a:t>
            </a:r>
            <a:r>
              <a:rPr lang="en-US" altLang="ko-KR" sz="1400" dirty="0" err="1"/>
              <a:t>i</a:t>
            </a:r>
            <a:r>
              <a:rPr lang="en-US" altLang="ko-KR" sz="1400" dirty="0"/>
              <a:t> = 6; // </a:t>
            </a:r>
            <a:r>
              <a:rPr lang="ko-KR" altLang="en-US" sz="1400" dirty="0"/>
              <a:t>초기값 설정 </a:t>
            </a:r>
            <a:r>
              <a:rPr lang="en-US" altLang="ko-KR" sz="1400" dirty="0"/>
              <a:t>(</a:t>
            </a:r>
            <a:r>
              <a:rPr lang="en-US" altLang="ko-KR" sz="1400" dirty="0" err="1"/>
              <a:t>i</a:t>
            </a:r>
            <a:r>
              <a:rPr lang="en-US" altLang="ko-KR" sz="1400" dirty="0"/>
              <a:t> = 6)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        do {</a:t>
            </a:r>
          </a:p>
          <a:p>
            <a:pPr marL="0" indent="0">
              <a:buNone/>
            </a:pPr>
            <a:r>
              <a:rPr lang="en-US" altLang="ko-KR" sz="1400" dirty="0"/>
              <a:t>            // do </a:t>
            </a:r>
            <a:r>
              <a:rPr lang="ko-KR" altLang="en-US" sz="1400" dirty="0"/>
              <a:t>블록</a:t>
            </a:r>
            <a:r>
              <a:rPr lang="en-US" altLang="ko-KR" sz="1400" dirty="0"/>
              <a:t>: </a:t>
            </a:r>
            <a:r>
              <a:rPr lang="ko-KR" altLang="en-US" sz="1400" dirty="0"/>
              <a:t>조건에 관계없이 첫 실행</a:t>
            </a:r>
          </a:p>
          <a:p>
            <a:pPr marL="0" indent="0">
              <a:buNone/>
            </a:pPr>
            <a:r>
              <a:rPr lang="ko-KR" altLang="en-US" sz="1400" dirty="0"/>
              <a:t>    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</a:t>
            </a:r>
            <a:r>
              <a:rPr lang="en-US" altLang="ko-KR" sz="1400" dirty="0" err="1"/>
              <a:t>i</a:t>
            </a:r>
            <a:r>
              <a:rPr lang="en-US" altLang="ko-KR" sz="1400" dirty="0"/>
              <a:t>); // </a:t>
            </a:r>
            <a:r>
              <a:rPr lang="en-US" altLang="ko-KR" sz="1400" dirty="0" err="1"/>
              <a:t>i</a:t>
            </a:r>
            <a:r>
              <a:rPr lang="en-US" altLang="ko-KR" sz="1400" dirty="0"/>
              <a:t> </a:t>
            </a:r>
            <a:r>
              <a:rPr lang="ko-KR" altLang="en-US" sz="1400" dirty="0"/>
              <a:t>값을 출력 </a:t>
            </a:r>
            <a:r>
              <a:rPr lang="en-US" altLang="ko-KR" sz="1400" dirty="0"/>
              <a:t>(6 </a:t>
            </a:r>
            <a:r>
              <a:rPr lang="ko-KR" altLang="en-US" sz="1400" dirty="0"/>
              <a:t>출력</a:t>
            </a:r>
            <a:r>
              <a:rPr lang="en-US" altLang="ko-KR" sz="1400" dirty="0"/>
              <a:t>)</a:t>
            </a:r>
          </a:p>
          <a:p>
            <a:pPr marL="0" indent="0">
              <a:buNone/>
            </a:pPr>
            <a:r>
              <a:rPr lang="en-US" altLang="ko-KR" sz="1400" dirty="0"/>
              <a:t>            </a:t>
            </a:r>
            <a:r>
              <a:rPr lang="en-US" altLang="ko-KR" sz="1400" dirty="0" err="1"/>
              <a:t>i</a:t>
            </a:r>
            <a:r>
              <a:rPr lang="en-US" altLang="ko-KR" sz="1400" dirty="0"/>
              <a:t>++; // </a:t>
            </a:r>
            <a:r>
              <a:rPr lang="en-US" altLang="ko-KR" sz="1400" dirty="0" err="1"/>
              <a:t>i</a:t>
            </a:r>
            <a:r>
              <a:rPr lang="en-US" altLang="ko-KR" sz="1400" dirty="0"/>
              <a:t> </a:t>
            </a:r>
            <a:r>
              <a:rPr lang="ko-KR" altLang="en-US" sz="1400" dirty="0"/>
              <a:t>값을 </a:t>
            </a:r>
            <a:r>
              <a:rPr lang="en-US" altLang="ko-KR" sz="1400" dirty="0"/>
              <a:t>1 </a:t>
            </a:r>
            <a:r>
              <a:rPr lang="ko-KR" altLang="en-US" sz="1400" dirty="0"/>
              <a:t>증가 </a:t>
            </a:r>
            <a:r>
              <a:rPr lang="en-US" altLang="ko-KR" sz="1400" dirty="0"/>
              <a:t>(</a:t>
            </a:r>
            <a:r>
              <a:rPr lang="en-US" altLang="ko-KR" sz="1400" dirty="0" err="1"/>
              <a:t>i</a:t>
            </a:r>
            <a:r>
              <a:rPr lang="en-US" altLang="ko-KR" sz="1400" dirty="0"/>
              <a:t> = 7)</a:t>
            </a:r>
          </a:p>
          <a:p>
            <a:pPr marL="0" indent="0">
              <a:buNone/>
            </a:pPr>
            <a:r>
              <a:rPr lang="en-US" altLang="ko-KR" sz="1400" dirty="0"/>
              <a:t>        } while (</a:t>
            </a:r>
            <a:r>
              <a:rPr lang="en-US" altLang="ko-KR" sz="1400" dirty="0" err="1"/>
              <a:t>i</a:t>
            </a:r>
            <a:r>
              <a:rPr lang="en-US" altLang="ko-KR" sz="1400" dirty="0"/>
              <a:t> &lt;= 5); // </a:t>
            </a:r>
            <a:r>
              <a:rPr lang="ko-KR" altLang="en-US" sz="1400" dirty="0"/>
              <a:t>조건 확인</a:t>
            </a:r>
            <a:r>
              <a:rPr lang="en-US" altLang="ko-KR" sz="1400" dirty="0"/>
              <a:t>: </a:t>
            </a:r>
            <a:r>
              <a:rPr lang="en-US" altLang="ko-KR" sz="1400" dirty="0" err="1"/>
              <a:t>i</a:t>
            </a:r>
            <a:r>
              <a:rPr lang="ko-KR" altLang="en-US" sz="1400" dirty="0"/>
              <a:t>가 </a:t>
            </a:r>
            <a:r>
              <a:rPr lang="en-US" altLang="ko-KR" sz="1400" dirty="0"/>
              <a:t>5 </a:t>
            </a:r>
            <a:r>
              <a:rPr lang="ko-KR" altLang="en-US" sz="1400" dirty="0"/>
              <a:t>이하인지 검사 </a:t>
            </a:r>
            <a:r>
              <a:rPr lang="en-US" altLang="ko-KR" sz="1400" dirty="0"/>
              <a:t>(</a:t>
            </a:r>
            <a:r>
              <a:rPr lang="en-US" altLang="ko-KR" sz="1400" dirty="0" err="1"/>
              <a:t>i</a:t>
            </a:r>
            <a:r>
              <a:rPr lang="en-US" altLang="ko-KR" sz="1400" dirty="0"/>
              <a:t> = 7, </a:t>
            </a:r>
            <a:r>
              <a:rPr lang="ko-KR" altLang="en-US" sz="1400" dirty="0"/>
              <a:t>조건은 </a:t>
            </a:r>
            <a:r>
              <a:rPr lang="en-US" altLang="ko-KR" sz="1400" dirty="0"/>
              <a:t>false)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        // while </a:t>
            </a:r>
            <a:r>
              <a:rPr lang="ko-KR" altLang="en-US" sz="1400" dirty="0"/>
              <a:t>조건이 </a:t>
            </a:r>
            <a:r>
              <a:rPr lang="en-US" altLang="ko-KR" sz="1400" dirty="0"/>
              <a:t>false</a:t>
            </a:r>
            <a:r>
              <a:rPr lang="ko-KR" altLang="en-US" sz="1400" dirty="0"/>
              <a:t>가 되어 반복 종료</a:t>
            </a:r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}</a:t>
            </a:r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19ABB16-9E21-5A13-B7B4-1325C36BF0FF}"/>
              </a:ext>
            </a:extLst>
          </p:cNvPr>
          <p:cNvSpPr txBox="1"/>
          <p:nvPr/>
        </p:nvSpPr>
        <p:spPr>
          <a:xfrm>
            <a:off x="5564864" y="0"/>
            <a:ext cx="662713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초기값 설정</a:t>
            </a:r>
            <a:r>
              <a:rPr lang="en-US" altLang="ko-KR" dirty="0"/>
              <a:t>:</a:t>
            </a:r>
          </a:p>
          <a:p>
            <a:r>
              <a:rPr lang="en-US" altLang="ko-KR" dirty="0" err="1"/>
              <a:t>i</a:t>
            </a:r>
            <a:r>
              <a:rPr lang="en-US" altLang="ko-KR" dirty="0"/>
              <a:t> </a:t>
            </a:r>
            <a:r>
              <a:rPr lang="ko-KR" altLang="en-US" dirty="0"/>
              <a:t>변수는 </a:t>
            </a:r>
            <a:r>
              <a:rPr lang="en-US" altLang="ko-KR" dirty="0"/>
              <a:t>6</a:t>
            </a:r>
            <a:r>
              <a:rPr lang="ko-KR" altLang="en-US" dirty="0"/>
              <a:t>으로 초기화</a:t>
            </a:r>
          </a:p>
          <a:p>
            <a:endParaRPr lang="ko-KR" altLang="en-US" dirty="0"/>
          </a:p>
          <a:p>
            <a:r>
              <a:rPr lang="en-US" altLang="ko-KR" dirty="0"/>
              <a:t>do </a:t>
            </a:r>
            <a:r>
              <a:rPr lang="ko-KR" altLang="en-US" dirty="0"/>
              <a:t>블록</a:t>
            </a:r>
            <a:r>
              <a:rPr lang="en-US" altLang="ko-KR" dirty="0"/>
              <a:t>:</a:t>
            </a:r>
          </a:p>
          <a:p>
            <a:r>
              <a:rPr lang="ko-KR" altLang="en-US" dirty="0"/>
              <a:t>조건과 관계없이 최소 한 번은 실행되므로 </a:t>
            </a:r>
            <a:r>
              <a:rPr lang="en-US" altLang="ko-KR" dirty="0" err="1"/>
              <a:t>i</a:t>
            </a:r>
            <a:r>
              <a:rPr lang="en-US" altLang="ko-KR" dirty="0"/>
              <a:t> </a:t>
            </a:r>
            <a:r>
              <a:rPr lang="ko-KR" altLang="en-US" dirty="0"/>
              <a:t>값인 </a:t>
            </a:r>
            <a:r>
              <a:rPr lang="en-US" altLang="ko-KR" dirty="0"/>
              <a:t>6</a:t>
            </a:r>
            <a:r>
              <a:rPr lang="ko-KR" altLang="en-US" dirty="0"/>
              <a:t>이 출력된다</a:t>
            </a:r>
            <a:r>
              <a:rPr lang="en-US" altLang="ko-KR" dirty="0"/>
              <a:t>.</a:t>
            </a:r>
          </a:p>
          <a:p>
            <a:r>
              <a:rPr lang="en-US" altLang="ko-KR" dirty="0" err="1"/>
              <a:t>i</a:t>
            </a:r>
            <a:r>
              <a:rPr lang="en-US" altLang="ko-KR" dirty="0"/>
              <a:t>++</a:t>
            </a:r>
            <a:r>
              <a:rPr lang="ko-KR" altLang="en-US" dirty="0"/>
              <a:t>로 </a:t>
            </a:r>
            <a:r>
              <a:rPr lang="en-US" altLang="ko-KR" dirty="0" err="1"/>
              <a:t>i</a:t>
            </a:r>
            <a:r>
              <a:rPr lang="en-US" altLang="ko-KR" dirty="0"/>
              <a:t> </a:t>
            </a:r>
            <a:r>
              <a:rPr lang="ko-KR" altLang="en-US" dirty="0"/>
              <a:t>값이 </a:t>
            </a:r>
            <a:r>
              <a:rPr lang="en-US" altLang="ko-KR" dirty="0"/>
              <a:t>7</a:t>
            </a:r>
            <a:r>
              <a:rPr lang="ko-KR" altLang="en-US" dirty="0"/>
              <a:t>로 증가</a:t>
            </a:r>
          </a:p>
          <a:p>
            <a:endParaRPr lang="ko-KR" altLang="en-US" dirty="0"/>
          </a:p>
          <a:p>
            <a:r>
              <a:rPr lang="en-US" altLang="ko-KR" dirty="0"/>
              <a:t>while </a:t>
            </a:r>
            <a:r>
              <a:rPr lang="ko-KR" altLang="en-US" dirty="0"/>
              <a:t>조건</a:t>
            </a:r>
            <a:r>
              <a:rPr lang="en-US" altLang="ko-KR" dirty="0"/>
              <a:t>:</a:t>
            </a:r>
          </a:p>
          <a:p>
            <a:r>
              <a:rPr lang="en-US" altLang="ko-KR" dirty="0" err="1"/>
              <a:t>i</a:t>
            </a:r>
            <a:r>
              <a:rPr lang="en-US" altLang="ko-KR" dirty="0"/>
              <a:t> &lt;= 5 </a:t>
            </a:r>
            <a:r>
              <a:rPr lang="ko-KR" altLang="en-US" dirty="0"/>
              <a:t>조건을 평가</a:t>
            </a:r>
          </a:p>
          <a:p>
            <a:r>
              <a:rPr lang="ko-KR" altLang="en-US" dirty="0"/>
              <a:t>현재 </a:t>
            </a:r>
            <a:r>
              <a:rPr lang="en-US" altLang="ko-KR" dirty="0" err="1"/>
              <a:t>i</a:t>
            </a:r>
            <a:r>
              <a:rPr lang="en-US" altLang="ko-KR" dirty="0"/>
              <a:t> = 7, </a:t>
            </a:r>
            <a:r>
              <a:rPr lang="ko-KR" altLang="en-US" dirty="0"/>
              <a:t>따라서 조건이 </a:t>
            </a:r>
            <a:r>
              <a:rPr lang="en-US" altLang="ko-KR" dirty="0"/>
              <a:t>false</a:t>
            </a:r>
            <a:r>
              <a:rPr lang="ko-KR" altLang="en-US" dirty="0"/>
              <a:t>가 되어 루프가 종료된다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670B23A-FFBB-CCFD-728D-A466001A3B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6453" y="4228156"/>
            <a:ext cx="950039" cy="700029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133FDFD-0B30-153E-190D-8315C36E0F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4344103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49D4C2-70DF-EB2A-92BC-61DE84712C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2DF8901-D22E-1865-1C5A-E06F88A7AE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1400" b="1" dirty="0"/>
              <a:t>for</a:t>
            </a:r>
            <a:r>
              <a:rPr lang="ko-KR" altLang="en-US" sz="1400" b="1" dirty="0"/>
              <a:t>문 </a:t>
            </a:r>
            <a:r>
              <a:rPr lang="en-US" altLang="ko-KR" sz="1400" b="1" dirty="0"/>
              <a:t>vs while</a:t>
            </a:r>
            <a:r>
              <a:rPr lang="ko-KR" altLang="en-US" sz="1400" b="1" dirty="0"/>
              <a:t>문</a:t>
            </a:r>
            <a:endParaRPr lang="en-US" altLang="ko-KR" sz="1400" b="1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b="1" dirty="0"/>
              <a:t>구조</a:t>
            </a:r>
            <a:endParaRPr lang="en-US" altLang="ko-KR" sz="1400" b="1" dirty="0"/>
          </a:p>
          <a:p>
            <a:pPr marL="0" indent="0">
              <a:buNone/>
            </a:pPr>
            <a:r>
              <a:rPr lang="en-US" altLang="ko-KR" sz="1400" dirty="0"/>
              <a:t>for</a:t>
            </a:r>
            <a:r>
              <a:rPr lang="ko-KR" altLang="en-US" sz="1400" dirty="0"/>
              <a:t>문</a:t>
            </a:r>
          </a:p>
          <a:p>
            <a:pPr marL="0" indent="0">
              <a:buNone/>
            </a:pPr>
            <a:r>
              <a:rPr lang="ko-KR" altLang="en-US" sz="1400" dirty="0"/>
              <a:t>반복 횟수가 명확할 때 사용한다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r>
              <a:rPr lang="ko-KR" altLang="en-US" sz="1400" dirty="0"/>
              <a:t>초기화</a:t>
            </a:r>
            <a:r>
              <a:rPr lang="en-US" altLang="ko-KR" sz="1400" dirty="0"/>
              <a:t>, </a:t>
            </a:r>
            <a:r>
              <a:rPr lang="ko-KR" altLang="en-US" sz="1400" dirty="0"/>
              <a:t>조건</a:t>
            </a:r>
            <a:r>
              <a:rPr lang="en-US" altLang="ko-KR" sz="1400" dirty="0"/>
              <a:t>, </a:t>
            </a:r>
            <a:r>
              <a:rPr lang="ko-KR" altLang="en-US" sz="1400" dirty="0"/>
              <a:t>증감식을 한 줄에 작성할 수 있어 구조적이다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r>
              <a:rPr lang="ko-KR" altLang="en-US" sz="1400" dirty="0"/>
              <a:t>반복 조건과 반복 동작이 명확히 드러난다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while</a:t>
            </a:r>
            <a:r>
              <a:rPr lang="ko-KR" altLang="en-US" sz="1400" dirty="0"/>
              <a:t>문</a:t>
            </a:r>
          </a:p>
          <a:p>
            <a:pPr marL="0" indent="0">
              <a:buNone/>
            </a:pPr>
            <a:r>
              <a:rPr lang="ko-KR" altLang="en-US" sz="1400" dirty="0"/>
              <a:t>조건이 참일 동안 계속 반복 실행한다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r>
              <a:rPr lang="ko-KR" altLang="en-US" sz="1400" dirty="0"/>
              <a:t>반복 횟수가 명확하지 않거나</a:t>
            </a:r>
            <a:r>
              <a:rPr lang="en-US" altLang="ko-KR" sz="1400" dirty="0"/>
              <a:t>, </a:t>
            </a:r>
            <a:r>
              <a:rPr lang="ko-KR" altLang="en-US" sz="1400"/>
              <a:t>조건이 변화할 </a:t>
            </a:r>
            <a:r>
              <a:rPr lang="ko-KR" altLang="en-US" sz="1400" dirty="0"/>
              <a:t>때 적합하다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r>
              <a:rPr lang="ko-KR" altLang="en-US" sz="1400" dirty="0"/>
              <a:t>초기화식과 조건식이 별도의 위치에 존재한다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b="1" dirty="0"/>
              <a:t>무한 루프 방식</a:t>
            </a:r>
            <a:endParaRPr lang="en-US" altLang="ko-KR" sz="1400" b="1" dirty="0"/>
          </a:p>
          <a:p>
            <a:pPr marL="0" indent="0">
              <a:buNone/>
            </a:pPr>
            <a:r>
              <a:rPr lang="en-US" altLang="ko-KR" sz="1400" dirty="0"/>
              <a:t>for (;;) {</a:t>
            </a:r>
          </a:p>
          <a:p>
            <a:pPr marL="0" indent="0">
              <a:buNone/>
            </a:pPr>
            <a:r>
              <a:rPr lang="en-US" altLang="ko-KR" sz="1400" dirty="0"/>
              <a:t>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</a:t>
            </a:r>
            <a:r>
              <a:rPr lang="ko-KR" altLang="en-US" sz="1400" dirty="0"/>
              <a:t>무한 루프 실행</a:t>
            </a:r>
            <a:r>
              <a:rPr lang="en-US" altLang="ko-KR" sz="1400" dirty="0"/>
              <a:t>");</a:t>
            </a:r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while (true) {</a:t>
            </a:r>
          </a:p>
          <a:p>
            <a:pPr marL="0" indent="0">
              <a:buNone/>
            </a:pPr>
            <a:r>
              <a:rPr lang="en-US" altLang="ko-KR" sz="1400" dirty="0"/>
              <a:t>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</a:t>
            </a:r>
            <a:r>
              <a:rPr lang="ko-KR" altLang="en-US" sz="1400" dirty="0"/>
              <a:t>무한 루프 실행</a:t>
            </a:r>
            <a:r>
              <a:rPr lang="en-US" altLang="ko-KR" sz="1400" dirty="0"/>
              <a:t>");</a:t>
            </a:r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9469852-B4E2-74BE-4BA7-C36D2268F7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576174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4B3756-1415-196F-FE46-99A3424006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2ED9A5B-30D2-E8B8-9292-8575433A39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ko-KR" sz="1400" b="1" dirty="0"/>
              <a:t>break</a:t>
            </a:r>
            <a:r>
              <a:rPr lang="ko-KR" altLang="en-US" sz="1400" b="1" dirty="0"/>
              <a:t>문</a:t>
            </a:r>
            <a:endParaRPr lang="en-US" altLang="ko-KR" sz="1400" b="1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break</a:t>
            </a:r>
            <a:r>
              <a:rPr lang="ko-KR" altLang="en-US" sz="1400" dirty="0"/>
              <a:t>문은 </a:t>
            </a:r>
            <a:r>
              <a:rPr lang="en-US" altLang="ko-KR" sz="1400" dirty="0" err="1"/>
              <a:t>swtich</a:t>
            </a:r>
            <a:r>
              <a:rPr lang="ko-KR" altLang="en-US" sz="1400" dirty="0"/>
              <a:t>문과 </a:t>
            </a:r>
            <a:r>
              <a:rPr lang="ko-KR" altLang="en-US" sz="1400" dirty="0" err="1"/>
              <a:t>반복문인</a:t>
            </a:r>
            <a:r>
              <a:rPr lang="ko-KR" altLang="en-US" sz="1400" dirty="0"/>
              <a:t> </a:t>
            </a:r>
            <a:r>
              <a:rPr lang="en-US" altLang="ko-KR" sz="1400" dirty="0"/>
              <a:t>for</a:t>
            </a:r>
            <a:r>
              <a:rPr lang="ko-KR" altLang="en-US" sz="1400" dirty="0"/>
              <a:t>문</a:t>
            </a:r>
            <a:r>
              <a:rPr lang="en-US" altLang="ko-KR" sz="1400" dirty="0"/>
              <a:t>, while</a:t>
            </a:r>
            <a:r>
              <a:rPr lang="ko-KR" altLang="en-US" sz="1400" dirty="0"/>
              <a:t>문</a:t>
            </a:r>
            <a:r>
              <a:rPr lang="en-US" altLang="ko-KR" sz="1400" dirty="0"/>
              <a:t>, do-while</a:t>
            </a:r>
            <a:r>
              <a:rPr lang="ko-KR" altLang="en-US" sz="1400" dirty="0"/>
              <a:t>문의 실행을 중지할 때 사용된다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public class </a:t>
            </a:r>
            <a:r>
              <a:rPr lang="en-US" altLang="ko-KR" sz="1400" dirty="0" err="1"/>
              <a:t>BreakExample</a:t>
            </a:r>
            <a:r>
              <a:rPr lang="en-US" altLang="ko-KR" sz="1400" dirty="0"/>
              <a:t> {</a:t>
            </a:r>
          </a:p>
          <a:p>
            <a:pPr marL="0" indent="0">
              <a:buNone/>
            </a:pPr>
            <a:r>
              <a:rPr lang="en-US" altLang="ko-KR" sz="1400" dirty="0"/>
              <a:t>    public static void main(String[] </a:t>
            </a:r>
            <a:r>
              <a:rPr lang="en-US" altLang="ko-KR" sz="1400" dirty="0" err="1"/>
              <a:t>args</a:t>
            </a:r>
            <a:r>
              <a:rPr lang="en-US" altLang="ko-KR" sz="1400" dirty="0"/>
              <a:t>){</a:t>
            </a:r>
          </a:p>
          <a:p>
            <a:pPr marL="0" indent="0">
              <a:buNone/>
            </a:pPr>
            <a:r>
              <a:rPr lang="en-US" altLang="ko-KR" sz="1400" dirty="0"/>
              <a:t>        // </a:t>
            </a:r>
            <a:r>
              <a:rPr lang="ko-KR" altLang="en-US" sz="1400" dirty="0"/>
              <a:t>무한 루프 시작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while (true) { </a:t>
            </a:r>
          </a:p>
          <a:p>
            <a:pPr marL="0" indent="0">
              <a:buNone/>
            </a:pPr>
            <a:r>
              <a:rPr lang="en-US" altLang="ko-KR" sz="1400" dirty="0"/>
              <a:t>            // 1</a:t>
            </a:r>
            <a:r>
              <a:rPr lang="ko-KR" altLang="en-US" sz="1400" dirty="0"/>
              <a:t>부터 </a:t>
            </a:r>
            <a:r>
              <a:rPr lang="en-US" altLang="ko-KR" sz="1400" dirty="0"/>
              <a:t>6</a:t>
            </a:r>
            <a:r>
              <a:rPr lang="ko-KR" altLang="en-US" sz="1400" dirty="0"/>
              <a:t>까지의 난수 생성</a:t>
            </a:r>
          </a:p>
          <a:p>
            <a:pPr marL="0" indent="0">
              <a:buNone/>
            </a:pPr>
            <a:r>
              <a:rPr lang="ko-KR" altLang="en-US" sz="1400" dirty="0"/>
              <a:t>            </a:t>
            </a:r>
            <a:r>
              <a:rPr lang="en-US" altLang="ko-KR" sz="1400" dirty="0"/>
              <a:t>int num = (int)(</a:t>
            </a:r>
            <a:r>
              <a:rPr lang="en-US" altLang="ko-KR" sz="1400" dirty="0" err="1"/>
              <a:t>Math.random</a:t>
            </a:r>
            <a:r>
              <a:rPr lang="en-US" altLang="ko-KR" sz="1400" dirty="0"/>
              <a:t>() * 6) + 1; </a:t>
            </a:r>
          </a:p>
          <a:p>
            <a:pPr marL="0" indent="0">
              <a:buNone/>
            </a:pPr>
            <a:r>
              <a:rPr lang="en-US" altLang="ko-KR" sz="1400" dirty="0"/>
              <a:t>    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(num); // </a:t>
            </a:r>
            <a:r>
              <a:rPr lang="ko-KR" altLang="en-US" sz="1400" dirty="0"/>
              <a:t>난수 출력</a:t>
            </a:r>
          </a:p>
          <a:p>
            <a:pPr marL="0" indent="0">
              <a:buNone/>
            </a:pPr>
            <a:endParaRPr lang="ko-KR" altLang="en-US" sz="1400" dirty="0"/>
          </a:p>
          <a:p>
            <a:pPr marL="0" indent="0">
              <a:buNone/>
            </a:pPr>
            <a:r>
              <a:rPr lang="ko-KR" altLang="en-US" sz="1400" dirty="0"/>
              <a:t>            </a:t>
            </a:r>
            <a:r>
              <a:rPr lang="en-US" altLang="ko-KR" sz="1400" dirty="0"/>
              <a:t>// </a:t>
            </a:r>
            <a:r>
              <a:rPr lang="ko-KR" altLang="en-US" sz="1400" dirty="0"/>
              <a:t>난수가 </a:t>
            </a:r>
            <a:r>
              <a:rPr lang="en-US" altLang="ko-KR" sz="1400" dirty="0"/>
              <a:t>6</a:t>
            </a:r>
            <a:r>
              <a:rPr lang="ko-KR" altLang="en-US" sz="1400" dirty="0"/>
              <a:t>이면 </a:t>
            </a:r>
            <a:r>
              <a:rPr lang="ko-KR" altLang="en-US" sz="1400" dirty="0" err="1"/>
              <a:t>반복문</a:t>
            </a:r>
            <a:r>
              <a:rPr lang="ko-KR" altLang="en-US" sz="1400" dirty="0"/>
              <a:t> 종료</a:t>
            </a:r>
          </a:p>
          <a:p>
            <a:pPr marL="0" indent="0">
              <a:buNone/>
            </a:pPr>
            <a:r>
              <a:rPr lang="ko-KR" altLang="en-US" sz="1400" dirty="0"/>
              <a:t>            </a:t>
            </a:r>
            <a:r>
              <a:rPr lang="en-US" altLang="ko-KR" sz="1400" dirty="0"/>
              <a:t>if (num == 6) { </a:t>
            </a:r>
          </a:p>
          <a:p>
            <a:pPr marL="0" indent="0">
              <a:buNone/>
            </a:pPr>
            <a:r>
              <a:rPr lang="en-US" altLang="ko-KR" sz="1400" dirty="0"/>
              <a:t>                break; // while </a:t>
            </a:r>
            <a:r>
              <a:rPr lang="ko-KR" altLang="en-US" sz="1400" dirty="0"/>
              <a:t>루프를 빠져나감</a:t>
            </a:r>
          </a:p>
          <a:p>
            <a:pPr marL="0" indent="0">
              <a:buNone/>
            </a:pPr>
            <a:r>
              <a:rPr lang="ko-KR" altLang="en-US" sz="1400" dirty="0"/>
              <a:t>            </a:t>
            </a:r>
            <a:r>
              <a:rPr lang="en-US" altLang="ko-KR" sz="1400" dirty="0"/>
              <a:t>}</a:t>
            </a:r>
          </a:p>
          <a:p>
            <a:pPr marL="0" indent="0">
              <a:buNone/>
            </a:pPr>
            <a:r>
              <a:rPr lang="en-US" altLang="ko-KR" sz="1400" dirty="0"/>
              <a:t>        }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        // </a:t>
            </a:r>
            <a:r>
              <a:rPr lang="ko-KR" altLang="en-US" sz="1400" dirty="0" err="1"/>
              <a:t>반복문</a:t>
            </a:r>
            <a:r>
              <a:rPr lang="ko-KR" altLang="en-US" sz="1400" dirty="0"/>
              <a:t> 종료 후 실행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</a:t>
            </a:r>
            <a:r>
              <a:rPr lang="ko-KR" altLang="en-US" sz="1400" dirty="0"/>
              <a:t>프로그램 종료</a:t>
            </a:r>
            <a:r>
              <a:rPr lang="en-US" altLang="ko-KR" sz="1400" dirty="0"/>
              <a:t>");</a:t>
            </a:r>
          </a:p>
          <a:p>
            <a:pPr marL="0" indent="0">
              <a:buNone/>
            </a:pPr>
            <a:r>
              <a:rPr lang="en-US" altLang="ko-KR" sz="1400" dirty="0"/>
              <a:t>    }</a:t>
            </a:r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  <a:p>
            <a:pPr marL="0" indent="0">
              <a:buNone/>
            </a:pPr>
            <a:endParaRPr lang="en-US" altLang="ko-KR" sz="1400" b="1" dirty="0"/>
          </a:p>
          <a:p>
            <a:pPr marL="0" indent="0">
              <a:buNone/>
            </a:pPr>
            <a:endParaRPr lang="en-US" altLang="ko-KR" sz="14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DFC2B22-14E5-C0A5-70C6-CD3C1FDC4B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7750" y="2462047"/>
            <a:ext cx="2661719" cy="1933905"/>
          </a:xfrm>
          <a:prstGeom prst="rect">
            <a:avLst/>
          </a:prstGeom>
        </p:spPr>
      </p:pic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81803B6E-9A45-9EDE-022D-CD8E5C821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947212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D838D6-ACC3-16F9-5D0F-0408953B2C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36CB4EC-0578-5809-2B3B-A1E8D42E0B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1400" b="1" dirty="0"/>
              <a:t>continue</a:t>
            </a:r>
            <a:r>
              <a:rPr lang="ko-KR" altLang="en-US" sz="1400" b="1" dirty="0"/>
              <a:t>문</a:t>
            </a:r>
            <a:endParaRPr lang="en-US" altLang="ko-KR" sz="1400" b="1" dirty="0"/>
          </a:p>
          <a:p>
            <a:pPr marL="0" indent="0">
              <a:buNone/>
            </a:pPr>
            <a:endParaRPr lang="en-US" altLang="ko-KR" sz="1400" b="1" dirty="0"/>
          </a:p>
          <a:p>
            <a:pPr marL="0" indent="0">
              <a:buNone/>
            </a:pPr>
            <a:r>
              <a:rPr lang="en-US" altLang="ko-KR" sz="1400" dirty="0"/>
              <a:t>continue</a:t>
            </a:r>
            <a:r>
              <a:rPr lang="ko-KR" altLang="en-US" sz="1400" dirty="0"/>
              <a:t>문은 반복적인 </a:t>
            </a:r>
            <a:r>
              <a:rPr lang="en-US" altLang="ko-KR" sz="1400" dirty="0"/>
              <a:t>for</a:t>
            </a:r>
            <a:r>
              <a:rPr lang="ko-KR" altLang="en-US" sz="1400" dirty="0"/>
              <a:t>문</a:t>
            </a:r>
            <a:r>
              <a:rPr lang="en-US" altLang="ko-KR" sz="1400" dirty="0"/>
              <a:t>, while</a:t>
            </a:r>
            <a:r>
              <a:rPr lang="ko-KR" altLang="en-US" sz="1400" dirty="0"/>
              <a:t>문</a:t>
            </a:r>
            <a:r>
              <a:rPr lang="en-US" altLang="ko-KR" sz="1400" dirty="0"/>
              <a:t>, do-while</a:t>
            </a:r>
            <a:r>
              <a:rPr lang="ko-KR" altLang="en-US" sz="1400" dirty="0"/>
              <a:t>문에서 사용되는데</a:t>
            </a:r>
            <a:r>
              <a:rPr lang="en-US" altLang="ko-KR" sz="1400" dirty="0"/>
              <a:t>, {}</a:t>
            </a:r>
            <a:r>
              <a:rPr lang="ko-KR" altLang="en-US" sz="1400" dirty="0"/>
              <a:t>내부에서 </a:t>
            </a:r>
            <a:r>
              <a:rPr lang="en-US" altLang="ko-KR" sz="1400" dirty="0"/>
              <a:t>continue</a:t>
            </a:r>
            <a:r>
              <a:rPr lang="ko-KR" altLang="en-US" sz="1400" dirty="0"/>
              <a:t>문이 실행되면 </a:t>
            </a: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for</a:t>
            </a:r>
            <a:r>
              <a:rPr lang="ko-KR" altLang="en-US" sz="1400" dirty="0"/>
              <a:t>문의 </a:t>
            </a:r>
            <a:r>
              <a:rPr lang="ko-KR" altLang="en-US" sz="1400" dirty="0" err="1"/>
              <a:t>증감식</a:t>
            </a:r>
            <a:r>
              <a:rPr lang="ko-KR" altLang="en-US" sz="1400" dirty="0"/>
              <a:t> 또는 </a:t>
            </a:r>
            <a:r>
              <a:rPr lang="en-US" altLang="ko-KR" sz="1400" dirty="0"/>
              <a:t>while</a:t>
            </a:r>
            <a:r>
              <a:rPr lang="ko-KR" altLang="en-US" sz="1400" dirty="0"/>
              <a:t>문</a:t>
            </a:r>
            <a:r>
              <a:rPr lang="en-US" altLang="ko-KR" sz="1400" dirty="0"/>
              <a:t>, do-while</a:t>
            </a:r>
            <a:r>
              <a:rPr lang="ko-KR" altLang="en-US" sz="1400" dirty="0"/>
              <a:t>문의 조건식으로 이동한다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b="1" dirty="0"/>
          </a:p>
          <a:p>
            <a:pPr marL="0" indent="0">
              <a:buNone/>
            </a:pPr>
            <a:r>
              <a:rPr lang="en-US" altLang="ko-KR" sz="1400" dirty="0"/>
              <a:t>public class </a:t>
            </a:r>
            <a:r>
              <a:rPr lang="en-US" altLang="ko-KR" sz="1400" dirty="0" err="1"/>
              <a:t>ContinueExample</a:t>
            </a:r>
            <a:r>
              <a:rPr lang="en-US" altLang="ko-KR" sz="1400" dirty="0"/>
              <a:t> {</a:t>
            </a:r>
          </a:p>
          <a:p>
            <a:pPr marL="0" indent="0">
              <a:buNone/>
            </a:pPr>
            <a:r>
              <a:rPr lang="en-US" altLang="ko-KR" sz="1400" dirty="0"/>
              <a:t>    public static void main(String[] </a:t>
            </a:r>
            <a:r>
              <a:rPr lang="en-US" altLang="ko-KR" sz="1400" dirty="0" err="1"/>
              <a:t>args</a:t>
            </a:r>
            <a:r>
              <a:rPr lang="en-US" altLang="ko-KR" sz="1400" dirty="0"/>
              <a:t>) throws Exception {</a:t>
            </a:r>
          </a:p>
          <a:p>
            <a:pPr marL="0" indent="0">
              <a:buNone/>
            </a:pPr>
            <a:r>
              <a:rPr lang="en-US" altLang="ko-KR" sz="1400" dirty="0"/>
              <a:t>        // 1</a:t>
            </a:r>
            <a:r>
              <a:rPr lang="ko-KR" altLang="en-US" sz="1400" dirty="0"/>
              <a:t>부터 </a:t>
            </a:r>
            <a:r>
              <a:rPr lang="en-US" altLang="ko-KR" sz="1400" dirty="0"/>
              <a:t>10</a:t>
            </a:r>
            <a:r>
              <a:rPr lang="ko-KR" altLang="en-US" sz="1400" dirty="0"/>
              <a:t>까지 반복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for (int </a:t>
            </a:r>
            <a:r>
              <a:rPr lang="en-US" altLang="ko-KR" sz="1400" dirty="0" err="1"/>
              <a:t>i</a:t>
            </a:r>
            <a:r>
              <a:rPr lang="en-US" altLang="ko-KR" sz="1400" dirty="0"/>
              <a:t> = 1; </a:t>
            </a:r>
            <a:r>
              <a:rPr lang="en-US" altLang="ko-KR" sz="1400" dirty="0" err="1"/>
              <a:t>i</a:t>
            </a:r>
            <a:r>
              <a:rPr lang="en-US" altLang="ko-KR" sz="1400" dirty="0"/>
              <a:t> &lt;= 10; </a:t>
            </a:r>
            <a:r>
              <a:rPr lang="en-US" altLang="ko-KR" sz="1400" dirty="0" err="1"/>
              <a:t>i</a:t>
            </a:r>
            <a:r>
              <a:rPr lang="en-US" altLang="ko-KR" sz="1400" dirty="0"/>
              <a:t>++) {</a:t>
            </a:r>
          </a:p>
          <a:p>
            <a:pPr marL="0" indent="0">
              <a:buNone/>
            </a:pPr>
            <a:r>
              <a:rPr lang="en-US" altLang="ko-KR" sz="1400" dirty="0"/>
              <a:t>            // </a:t>
            </a:r>
            <a:r>
              <a:rPr lang="en-US" altLang="ko-KR" sz="1400" dirty="0" err="1"/>
              <a:t>i</a:t>
            </a:r>
            <a:r>
              <a:rPr lang="ko-KR" altLang="en-US" sz="1400" dirty="0"/>
              <a:t>가 홀수인 경우 반복문의 나머지 부분을 건너뛰기</a:t>
            </a:r>
          </a:p>
          <a:p>
            <a:pPr marL="0" indent="0">
              <a:buNone/>
            </a:pPr>
            <a:r>
              <a:rPr lang="ko-KR" altLang="en-US" sz="1400" dirty="0"/>
              <a:t>            </a:t>
            </a:r>
            <a:r>
              <a:rPr lang="en-US" altLang="ko-KR" sz="1400" dirty="0"/>
              <a:t>if (</a:t>
            </a:r>
            <a:r>
              <a:rPr lang="en-US" altLang="ko-KR" sz="1400" dirty="0" err="1"/>
              <a:t>i</a:t>
            </a:r>
            <a:r>
              <a:rPr lang="en-US" altLang="ko-KR" sz="1400" dirty="0"/>
              <a:t> % 2 != 0) { </a:t>
            </a:r>
          </a:p>
          <a:p>
            <a:pPr marL="0" indent="0">
              <a:buNone/>
            </a:pPr>
            <a:r>
              <a:rPr lang="en-US" altLang="ko-KR" sz="1400" dirty="0"/>
              <a:t>                continue; // </a:t>
            </a:r>
            <a:r>
              <a:rPr lang="ko-KR" altLang="en-US" sz="1400" dirty="0"/>
              <a:t>아래 코드 실행하지 않고 다음 반복으로 이동</a:t>
            </a:r>
          </a:p>
          <a:p>
            <a:pPr marL="0" indent="0">
              <a:buNone/>
            </a:pPr>
            <a:r>
              <a:rPr lang="ko-KR" altLang="en-US" sz="1400" dirty="0"/>
              <a:t>            </a:t>
            </a:r>
            <a:r>
              <a:rPr lang="en-US" altLang="ko-KR" sz="1400" dirty="0"/>
              <a:t>}</a:t>
            </a:r>
          </a:p>
          <a:p>
            <a:pPr marL="0" indent="0">
              <a:buNone/>
            </a:pPr>
            <a:r>
              <a:rPr lang="en-US" altLang="ko-KR" sz="1400" dirty="0"/>
              <a:t>            // </a:t>
            </a:r>
            <a:r>
              <a:rPr lang="en-US" altLang="ko-KR" sz="1400" dirty="0" err="1"/>
              <a:t>i</a:t>
            </a:r>
            <a:r>
              <a:rPr lang="ko-KR" altLang="en-US" sz="1400" dirty="0"/>
              <a:t>가 짝수인 경우 출력</a:t>
            </a:r>
          </a:p>
          <a:p>
            <a:pPr marL="0" indent="0">
              <a:buNone/>
            </a:pPr>
            <a:r>
              <a:rPr lang="ko-KR" altLang="en-US" sz="1400" dirty="0"/>
              <a:t>    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</a:t>
            </a:r>
            <a:r>
              <a:rPr lang="en-US" altLang="ko-KR" sz="1400" dirty="0" err="1"/>
              <a:t>i</a:t>
            </a:r>
            <a:r>
              <a:rPr lang="en-US" altLang="ko-KR" sz="1400" dirty="0"/>
              <a:t>); </a:t>
            </a:r>
          </a:p>
          <a:p>
            <a:pPr marL="0" indent="0">
              <a:buNone/>
            </a:pPr>
            <a:r>
              <a:rPr lang="en-US" altLang="ko-KR" sz="1400" dirty="0"/>
              <a:t>        }</a:t>
            </a:r>
          </a:p>
          <a:p>
            <a:pPr marL="0" indent="0">
              <a:buNone/>
            </a:pPr>
            <a:r>
              <a:rPr lang="en-US" altLang="ko-KR" sz="1400" dirty="0"/>
              <a:t>    }</a:t>
            </a:r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16B04DD-6BE7-8BC3-1048-CB3DF420DCBC}"/>
              </a:ext>
            </a:extLst>
          </p:cNvPr>
          <p:cNvSpPr txBox="1"/>
          <p:nvPr/>
        </p:nvSpPr>
        <p:spPr>
          <a:xfrm>
            <a:off x="6261980" y="3964900"/>
            <a:ext cx="5930020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err="1"/>
              <a:t>i</a:t>
            </a:r>
            <a:r>
              <a:rPr lang="en-US" altLang="ko-KR" sz="1400" dirty="0"/>
              <a:t> = 1:</a:t>
            </a:r>
          </a:p>
          <a:p>
            <a:r>
              <a:rPr lang="en-US" altLang="ko-KR" sz="1400" dirty="0" err="1"/>
              <a:t>i</a:t>
            </a:r>
            <a:r>
              <a:rPr lang="en-US" altLang="ko-KR" sz="1400" dirty="0"/>
              <a:t> % 2 != 0 → true (1</a:t>
            </a:r>
            <a:r>
              <a:rPr lang="ko-KR" altLang="en-US" sz="1400" dirty="0"/>
              <a:t>은 홀수</a:t>
            </a:r>
            <a:r>
              <a:rPr lang="en-US" altLang="ko-KR" sz="1400" dirty="0"/>
              <a:t>) → continue </a:t>
            </a:r>
            <a:r>
              <a:rPr lang="ko-KR" altLang="en-US" sz="1400" dirty="0"/>
              <a:t>실행 → 다음 반복으로 이동</a:t>
            </a:r>
          </a:p>
          <a:p>
            <a:endParaRPr lang="ko-KR" altLang="en-US" sz="1400" dirty="0"/>
          </a:p>
          <a:p>
            <a:r>
              <a:rPr lang="en-US" altLang="ko-KR" sz="1400" dirty="0" err="1"/>
              <a:t>i</a:t>
            </a:r>
            <a:r>
              <a:rPr lang="en-US" altLang="ko-KR" sz="1400" dirty="0"/>
              <a:t> = 2:</a:t>
            </a:r>
          </a:p>
          <a:p>
            <a:r>
              <a:rPr lang="en-US" altLang="ko-KR" sz="1400" dirty="0" err="1"/>
              <a:t>i</a:t>
            </a:r>
            <a:r>
              <a:rPr lang="en-US" altLang="ko-KR" sz="1400" dirty="0"/>
              <a:t> % 2 != 0 → false (2</a:t>
            </a:r>
            <a:r>
              <a:rPr lang="ko-KR" altLang="en-US" sz="1400" dirty="0"/>
              <a:t>는 짝수</a:t>
            </a:r>
            <a:r>
              <a:rPr lang="en-US" altLang="ko-KR" sz="1400" dirty="0"/>
              <a:t>) →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(2) </a:t>
            </a:r>
            <a:r>
              <a:rPr lang="ko-KR" altLang="en-US" sz="1400" dirty="0"/>
              <a:t>실행</a:t>
            </a:r>
          </a:p>
          <a:p>
            <a:endParaRPr lang="ko-KR" altLang="en-US" sz="1400" dirty="0"/>
          </a:p>
          <a:p>
            <a:r>
              <a:rPr lang="en-US" altLang="ko-KR" sz="1400" dirty="0" err="1"/>
              <a:t>i</a:t>
            </a:r>
            <a:r>
              <a:rPr lang="en-US" altLang="ko-KR" sz="1400" dirty="0"/>
              <a:t> = 3:</a:t>
            </a:r>
          </a:p>
          <a:p>
            <a:r>
              <a:rPr lang="en-US" altLang="ko-KR" sz="1400" dirty="0" err="1"/>
              <a:t>i</a:t>
            </a:r>
            <a:r>
              <a:rPr lang="en-US" altLang="ko-KR" sz="1400" dirty="0"/>
              <a:t> % 2 != 0 → true (3</a:t>
            </a:r>
            <a:r>
              <a:rPr lang="ko-KR" altLang="en-US" sz="1400" dirty="0"/>
              <a:t>은 홀수</a:t>
            </a:r>
            <a:r>
              <a:rPr lang="en-US" altLang="ko-KR" sz="1400" dirty="0"/>
              <a:t>) → continue </a:t>
            </a:r>
            <a:r>
              <a:rPr lang="ko-KR" altLang="en-US" sz="1400" dirty="0"/>
              <a:t>실행 → 다음 반복으로 이동</a:t>
            </a:r>
          </a:p>
          <a:p>
            <a:endParaRPr lang="ko-KR" altLang="en-US" sz="1400" dirty="0"/>
          </a:p>
          <a:p>
            <a:r>
              <a:rPr lang="en-US" altLang="ko-KR" sz="1400" dirty="0"/>
              <a:t>... </a:t>
            </a:r>
          </a:p>
          <a:p>
            <a:endParaRPr lang="en-US" altLang="ko-KR" sz="1400" dirty="0"/>
          </a:p>
          <a:p>
            <a:r>
              <a:rPr lang="en-US" altLang="ko-KR" sz="1400" dirty="0" err="1"/>
              <a:t>i</a:t>
            </a:r>
            <a:r>
              <a:rPr lang="en-US" altLang="ko-KR" sz="1400" dirty="0"/>
              <a:t> = 10:</a:t>
            </a:r>
          </a:p>
          <a:p>
            <a:r>
              <a:rPr lang="en-US" altLang="ko-KR" sz="1400" dirty="0" err="1"/>
              <a:t>i</a:t>
            </a:r>
            <a:r>
              <a:rPr lang="en-US" altLang="ko-KR" sz="1400" dirty="0"/>
              <a:t> % 2 != 0 → false (10</a:t>
            </a:r>
            <a:r>
              <a:rPr lang="ko-KR" altLang="en-US" sz="1400" dirty="0"/>
              <a:t>은 짝수</a:t>
            </a:r>
            <a:r>
              <a:rPr lang="en-US" altLang="ko-KR" sz="1400" dirty="0"/>
              <a:t>) →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(10) </a:t>
            </a:r>
            <a:r>
              <a:rPr lang="ko-KR" altLang="en-US" sz="1400" dirty="0"/>
              <a:t>실행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2EFB051-0DF0-CA9F-8F3F-FF8240FE32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26990" y="1066760"/>
            <a:ext cx="762613" cy="2362240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CDFC6B5-3A61-5CAB-5627-62699DBDDD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31218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404</TotalTime>
  <Words>4528</Words>
  <Application>Microsoft Office PowerPoint</Application>
  <PresentationFormat>와이드스크린</PresentationFormat>
  <Paragraphs>718</Paragraphs>
  <Slides>31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31</vt:i4>
      </vt:variant>
    </vt:vector>
  </HeadingPairs>
  <TitlesOfParts>
    <vt:vector size="35" baseType="lpstr">
      <vt:lpstr>맑은 고딕</vt:lpstr>
      <vt:lpstr>Arial</vt:lpstr>
      <vt:lpstr>Wingdings</vt:lpstr>
      <vt:lpstr>Office 테마</vt:lpstr>
      <vt:lpstr>조건문과 반복문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노찬희</dc:creator>
  <cp:lastModifiedBy>노찬희</cp:lastModifiedBy>
  <cp:revision>35</cp:revision>
  <dcterms:created xsi:type="dcterms:W3CDTF">2024-11-16T10:25:19Z</dcterms:created>
  <dcterms:modified xsi:type="dcterms:W3CDTF">2024-11-26T10:23:24Z</dcterms:modified>
</cp:coreProperties>
</file>