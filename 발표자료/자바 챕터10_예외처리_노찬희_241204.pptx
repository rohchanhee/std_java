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318" autoAdjust="0"/>
  </p:normalViewPr>
  <p:slideViewPr>
    <p:cSldViewPr snapToGrid="0">
      <p:cViewPr varScale="1">
        <p:scale>
          <a:sx n="111" d="100"/>
          <a:sy n="111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A95239-5CF3-0163-4E77-E0461FDBED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A31259-BD30-935B-D387-45B3E31CC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3B1B8A-95EC-EFA9-2920-F63B2B794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867E84-F464-7617-2A4F-F6CB0B59B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798FA4-C784-B71C-1800-E7643231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207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845901-A360-9685-C9D0-142CCDAAE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AC0030-103B-F0B2-93BB-09A79E01C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28B7FC-CFE9-A1B1-61A3-F690FB838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9E0150-4E12-697A-4C86-B3AB0DC6C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5CCAB7-DF93-BE29-9512-E931DEC4F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2298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83D85-5E19-97F2-3064-601817BE8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769AC2-8D3A-E503-0482-84BE500F2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72415A-9B8A-1649-C3DB-B58BBFADC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6FC505-307D-710D-9B2D-8CD38D4C5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3321C3-40EB-C385-F7BC-33EDC2F9D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921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528D41-6C2A-BB83-569C-9F7D19BDB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94FD90-E620-EBF8-5ABA-7933243C65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9E51A9-2C81-17B9-B136-1C00D6A29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3AE586-D237-B216-A46C-449CFC72F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1630C6-7555-6475-8C0D-1D67E0BAD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3BA23D-2DDE-3FBF-2D07-2F703F8C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205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D3E44-57FE-E878-C3F0-147004A67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87131D-3D2B-012E-A66A-8E30E2C96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805DF5-0FA8-8FFD-652A-4F33E38C3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3DBA8AD-906A-39ED-3BB7-936A94C385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35706EB-24D1-CC6F-9DC1-9DFF86CE7E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B27AF02-54A9-DB68-4741-6CDD9D48F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37EAC82-DBD9-3C65-8485-01FAEC07C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875241-56BC-92B7-7AC9-8908C8B06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097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70CEC6-0EEB-F7D8-36FB-4CC361E9D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AE1C994-75C3-F586-18DE-655E1E330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C1E02ED-170A-9378-D809-F1E89D2E1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AB6E09-B1CE-D992-28A9-996C95F7E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3462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E4D4D0-30C2-1A42-7BFD-1FCA28A8E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1FF2AF-E9CE-7DFF-5AB8-DE9CAA593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AE1EF6-009E-CE70-1756-A209BB24C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5120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17FCAC-EDB7-E9D5-ACAE-6AF29CD04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512EA7-D4FB-75D4-59FD-A5BC9D611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4957F2-9394-A780-CD79-49FA95621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FB6710-7882-05E9-DCB6-7A9000DF2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7288B3-2C9D-FB46-0008-809686080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2C2E2B-662C-8684-8B5B-5A9887E37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022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E97221-A3FD-730E-D90A-5379E3100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B98F2B0-6718-BABD-16A1-3EB697FB5A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66ACBD-FC1B-641F-5CC6-7756D2C29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54DB35-05A7-D287-0E02-E2FD660D8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48E70F-9E5A-C63A-CFFD-86F3F05AD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1C41B3-2B05-16A1-4C36-8851832D3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246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776D03-4244-CDB4-A0AA-6EC97D300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9DE395-258F-131A-3FCC-3D6C79B518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AB054D-722A-59C1-7F26-0E4C5550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C49381-C005-307D-0F92-EB858DFDD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1F4D8C-6A57-4311-1EE8-A9FD58E15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929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1A65F19-A2F8-5263-A730-DB27A39D38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B4B96C3-41E6-B4B6-F577-19B3AFBC3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920CEF-7883-1C42-98F3-FAF3D0EB0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ABB99E-F997-25BB-1DDC-CA167E4A7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7C83B0-6BCA-922E-441D-02F2FBE12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41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F1C1FB-C942-1B7F-03B1-F1EBC277F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B46AF7-8D50-FA89-32E4-80BDD3046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FF720A-8206-2226-991F-692E888E52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C0DED9-6D52-4114-887A-5B887536C1D4}" type="datetimeFigureOut">
              <a:rPr lang="ko-KR" altLang="en-US" smtClean="0"/>
              <a:t>2024-12-04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208A6F-441C-48ED-B698-20ABF185A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0F683-D894-398B-528C-A86652958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387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F0C12-5D4E-6E9B-D505-E45EE68426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예외 처리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4ABD2CA-D85E-35E0-EF91-C329042963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노찬희</a:t>
            </a:r>
          </a:p>
        </p:txBody>
      </p:sp>
    </p:spTree>
    <p:extLst>
      <p:ext uri="{BB962C8B-B14F-4D97-AF65-F5344CB8AC3E}">
        <p14:creationId xmlns:p14="http://schemas.microsoft.com/office/powerpoint/2010/main" val="758356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19EE5B-A781-399B-FE3E-668C18E60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예외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컴퓨터 하드웨어의 오동작 또는 고장으로 인해 응용프로그램 실행 오류가 발생하는 것을 에러라고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그리고 에러 이외에 프로그램 자체에서 발생하는 오류는 예외</a:t>
            </a:r>
            <a:r>
              <a:rPr lang="en-US" altLang="ko-KR" sz="1400" dirty="0"/>
              <a:t>(Exception)</a:t>
            </a:r>
            <a:r>
              <a:rPr lang="ko-KR" altLang="en-US" sz="1400" dirty="0"/>
              <a:t>이라고 부른다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 err="1"/>
              <a:t>예외란</a:t>
            </a:r>
            <a:r>
              <a:rPr lang="ko-KR" altLang="en-US" sz="1400" dirty="0"/>
              <a:t> 사용자의 잘못된 조작 또는 개발자의 잘못된 코딩으로 발생하는 오류다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예외가 발생하면 기본적으로 프로그램은 곧바로 종료되지만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예외는 예외 처리</a:t>
            </a:r>
            <a:r>
              <a:rPr lang="en-US" altLang="ko-KR" sz="1400" dirty="0"/>
              <a:t>(</a:t>
            </a:r>
            <a:r>
              <a:rPr lang="en-US" altLang="ko-KR" sz="1400" dirty="0" err="1"/>
              <a:t>Exceoption</a:t>
            </a:r>
            <a:r>
              <a:rPr lang="en-US" altLang="ko-KR" sz="1400" dirty="0"/>
              <a:t> handling)</a:t>
            </a:r>
            <a:r>
              <a:rPr lang="ko-KR" altLang="en-US" sz="1400" dirty="0"/>
              <a:t>을 통해 프로그램을 종료하지 않고 정상 실행 상태가 유지되도록 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자바는 예외가 발생할 가능성이 높은 코드를 컴파일할 때 예외 처리 유무를 확인한다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만약 예외 처리 코드가 없다면 컴파일이 되지 않는다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하지만 모든 예외에 대해서 예외 처리 유무를 확인 하는 것은 아니므로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예외의 </a:t>
            </a:r>
            <a:r>
              <a:rPr lang="ko-KR" altLang="en-US" sz="1400"/>
              <a:t>종류를 알아야 한다</a:t>
            </a:r>
            <a:r>
              <a:rPr lang="en-US" altLang="ko-K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5757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4F2D0-2E30-653E-136E-DAEF0EF9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8A09672-20F3-5442-2AF6-4BC38A41B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8457" y="4686300"/>
            <a:ext cx="5895975" cy="21717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C207814-236B-5F1D-8967-F23FD4C37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68" y="4845208"/>
            <a:ext cx="6315075" cy="1905000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056D8C-9956-38DC-EF2E-B4E666CBF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예외와 예외 클래스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예외는 두 가지 종류가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b="1" dirty="0"/>
              <a:t>일반 예외</a:t>
            </a: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프로그램 실행 시 예외가 발생할 가능성이 높기 때문에 컴파일 과정에서 예외 처리 코드가 있는지 검사한다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만약 예외 처리 코드가 없다면 컴파일 오류가 발생한다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b="1" dirty="0"/>
              <a:t>실행 예외</a:t>
            </a: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실행 시 예측할 수 없이 갑자기 발생하기 때문에 컴파일 과정에서 예외 처리 코드가 있는지 검사하지 않는다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자바에서는 예외를 클래스로 관리한다</a:t>
            </a:r>
            <a:r>
              <a:rPr lang="en-US" altLang="ko-KR" sz="1400" dirty="0"/>
              <a:t>. JVM</a:t>
            </a:r>
            <a:r>
              <a:rPr lang="ko-KR" altLang="en-US" sz="1400" dirty="0"/>
              <a:t>은 프로그램을 실행하는 도중에 예외가 발생하면 해당 예외 클래스로 객체를 생성한다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그리고 나서 예외 처리 코드에서 예외 객체를 사용할 수 있도록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모든 예외 클래스는 </a:t>
            </a:r>
            <a:r>
              <a:rPr lang="en-US" altLang="ko-KR" sz="1400" dirty="0" err="1"/>
              <a:t>java.lang.Exception</a:t>
            </a:r>
            <a:r>
              <a:rPr lang="en-US" altLang="ko-KR" sz="1400" dirty="0"/>
              <a:t> </a:t>
            </a:r>
            <a:r>
              <a:rPr lang="ko-KR" altLang="en-US" sz="1400" dirty="0"/>
              <a:t>클래스를 상속받는다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068267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AEE3E-62CA-30CD-D9FF-847774D30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2CCAD0-FE79-495C-5715-394D0E2AF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실행 예외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실행 예외는 자바 컴파일러가 체크하지 않기 때문에 오로지 개발자의 경험에 의해서 예외 처리 코드를 작성해야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만약 실행 예외에 대한 예외 처리 코드를 작성하지 않고 예외가 발생하면</a:t>
            </a:r>
            <a:r>
              <a:rPr lang="en-US" altLang="ko-KR" sz="1400" dirty="0"/>
              <a:t>, </a:t>
            </a:r>
            <a:r>
              <a:rPr lang="ko-KR" altLang="en-US" sz="1400" dirty="0"/>
              <a:t>해당 프로그램은 바로 </a:t>
            </a:r>
            <a:r>
              <a:rPr lang="ko-KR" altLang="en-US" sz="1400" dirty="0" err="1"/>
              <a:t>죵료된다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b="1" dirty="0" err="1"/>
              <a:t>NullPointerException</a:t>
            </a: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자바에서 가장 빈번하게 발생하는 실행 예외이다</a:t>
            </a:r>
            <a:r>
              <a:rPr lang="en-US" altLang="ko-KR" sz="1400" dirty="0"/>
              <a:t>. </a:t>
            </a:r>
            <a:r>
              <a:rPr lang="ko-KR" altLang="en-US" sz="1400" dirty="0"/>
              <a:t>이것은 객체 참조가 없는 상태에서 객체에 접근하면 발생하는 오류이다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NullPointerExceptionExample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String data = null;  // data </a:t>
            </a:r>
            <a:r>
              <a:rPr lang="ko-KR" altLang="en-US" sz="1400" dirty="0"/>
              <a:t>변수에 </a:t>
            </a:r>
            <a:r>
              <a:rPr lang="en-US" altLang="ko-KR" sz="1400" dirty="0"/>
              <a:t>null </a:t>
            </a:r>
            <a:r>
              <a:rPr lang="ko-KR" altLang="en-US" sz="1400" dirty="0"/>
              <a:t>값 할당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data.toString</a:t>
            </a:r>
            <a:r>
              <a:rPr lang="en-US" altLang="ko-KR" sz="1400" dirty="0"/>
              <a:t>());  // data</a:t>
            </a:r>
            <a:r>
              <a:rPr lang="ko-KR" altLang="en-US" sz="1400" dirty="0"/>
              <a:t>가 </a:t>
            </a:r>
            <a:r>
              <a:rPr lang="en-US" altLang="ko-KR" sz="1400" dirty="0"/>
              <a:t>null</a:t>
            </a:r>
            <a:r>
              <a:rPr lang="ko-KR" altLang="en-US" sz="1400" dirty="0"/>
              <a:t>이므로</a:t>
            </a:r>
            <a:r>
              <a:rPr lang="en-US" altLang="ko-KR" sz="1400" dirty="0"/>
              <a:t>, </a:t>
            </a:r>
            <a:r>
              <a:rPr lang="ko-KR" altLang="en-US" sz="1400" dirty="0"/>
              <a:t>여기서 </a:t>
            </a:r>
            <a:r>
              <a:rPr lang="en-US" altLang="ko-KR" sz="1400" dirty="0" err="1"/>
              <a:t>NullPointerException</a:t>
            </a:r>
            <a:r>
              <a:rPr lang="en-US" altLang="ko-KR" sz="1400" dirty="0"/>
              <a:t> </a:t>
            </a:r>
            <a:r>
              <a:rPr lang="ko-KR" altLang="en-US" sz="1400" dirty="0"/>
              <a:t>발생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5FD247F-0EC1-0D87-0D54-9D07CF006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9" y="5133614"/>
            <a:ext cx="10525273" cy="57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703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DE58E-2D65-C3F3-1AE5-AA4EEBEBC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F4671C-8A20-6D59-F17D-4D15CEF12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 err="1"/>
              <a:t>ArrayIndexOutOfBoundsException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배열에서 인덱스 범위를 초과할 경우에 발생한다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예를 들어 길이가 </a:t>
            </a:r>
            <a:r>
              <a:rPr lang="en-US" altLang="ko-KR" sz="1400" dirty="0"/>
              <a:t>3</a:t>
            </a:r>
            <a:r>
              <a:rPr lang="ko-KR" altLang="en-US" sz="1400" dirty="0"/>
              <a:t>인 배열에서 </a:t>
            </a:r>
            <a:r>
              <a:rPr lang="en-US" altLang="ko-KR" sz="1400" dirty="0"/>
              <a:t>10</a:t>
            </a:r>
            <a:r>
              <a:rPr lang="ko-KR" altLang="en-US" sz="1400" dirty="0"/>
              <a:t>번째 인덱스에 접근하려고 한다면 예외가 발생한다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ArrayIndexOutOfBoundsExceptionExample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String data1 =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[0];  //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 </a:t>
            </a:r>
            <a:r>
              <a:rPr lang="ko-KR" altLang="en-US" sz="1400" dirty="0"/>
              <a:t>배열에서 첫 번째 요소를 </a:t>
            </a:r>
            <a:r>
              <a:rPr lang="en-US" altLang="ko-KR" sz="1400" dirty="0"/>
              <a:t>data1</a:t>
            </a:r>
            <a:r>
              <a:rPr lang="ko-KR" altLang="en-US" sz="1400" dirty="0"/>
              <a:t>에 할당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String data2 =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[1];  //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 </a:t>
            </a:r>
            <a:r>
              <a:rPr lang="ko-KR" altLang="en-US" sz="1400" dirty="0"/>
              <a:t>배열에서 두 번째 요소를 </a:t>
            </a:r>
            <a:r>
              <a:rPr lang="en-US" altLang="ko-KR" sz="1400" dirty="0"/>
              <a:t>data2</a:t>
            </a:r>
            <a:r>
              <a:rPr lang="ko-KR" altLang="en-US" sz="1400" dirty="0"/>
              <a:t>에 할당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[0]: " + data1);  // data1 </a:t>
            </a:r>
            <a:r>
              <a:rPr lang="ko-KR" altLang="en-US" sz="1400" dirty="0"/>
              <a:t>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[1]: " + data2);  // data2 </a:t>
            </a:r>
            <a:r>
              <a:rPr lang="ko-KR" altLang="en-US" sz="1400" dirty="0"/>
              <a:t>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args</a:t>
            </a:r>
            <a:r>
              <a:rPr lang="ko-KR" altLang="en-US" sz="1400" dirty="0"/>
              <a:t>는 </a:t>
            </a:r>
            <a:r>
              <a:rPr lang="en-US" altLang="ko-KR" sz="1400" dirty="0"/>
              <a:t>main </a:t>
            </a:r>
            <a:r>
              <a:rPr lang="ko-KR" altLang="en-US" sz="1400" dirty="0"/>
              <a:t>메서드의 매개변수로</a:t>
            </a:r>
            <a:r>
              <a:rPr lang="en-US" altLang="ko-KR" sz="1400" dirty="0"/>
              <a:t>, </a:t>
            </a:r>
            <a:r>
              <a:rPr lang="ko-KR" altLang="en-US" sz="1400" dirty="0"/>
              <a:t>프로그램이 실행될 때 명령행에서 전달되는 인자들을 담고 있는 배열이다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만약 명령행에서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[0]</a:t>
            </a:r>
            <a:r>
              <a:rPr lang="ko-KR" altLang="en-US" sz="1400" dirty="0"/>
              <a:t>과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[1]</a:t>
            </a:r>
            <a:r>
              <a:rPr lang="ko-KR" altLang="en-US" sz="1400" dirty="0"/>
              <a:t>을 전달하지 않으면</a:t>
            </a:r>
            <a:r>
              <a:rPr lang="en-US" altLang="ko-KR" sz="1400" dirty="0"/>
              <a:t>, </a:t>
            </a:r>
          </a:p>
          <a:p>
            <a:pPr marL="0" indent="0">
              <a:buNone/>
            </a:pPr>
            <a:r>
              <a:rPr lang="ko-KR" altLang="en-US" sz="1400" dirty="0"/>
              <a:t>배열의 인덱스 범위를 벗어난 접근이 발생하여 </a:t>
            </a:r>
            <a:r>
              <a:rPr lang="en-US" altLang="ko-KR" sz="1400" dirty="0" err="1"/>
              <a:t>ArrayIndexOutOfBoundsException</a:t>
            </a:r>
            <a:r>
              <a:rPr lang="ko-KR" altLang="en-US" sz="1400" dirty="0"/>
              <a:t>이 발생한다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995A7ED-BD2D-7490-EE53-13C95EE10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030" y="4425352"/>
            <a:ext cx="8511388" cy="552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262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75C54-02CB-DA3D-401A-120027497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67EB27-AC3D-CBAE-A021-B81FF53865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ko-KR" sz="1400" b="1" dirty="0" err="1"/>
              <a:t>NumberFormatException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Integer</a:t>
            </a:r>
            <a:r>
              <a:rPr lang="ko-KR" altLang="en-US" sz="1400" dirty="0"/>
              <a:t>과 </a:t>
            </a:r>
            <a:r>
              <a:rPr lang="en-US" altLang="ko-KR" sz="1400" dirty="0"/>
              <a:t>Double </a:t>
            </a:r>
            <a:r>
              <a:rPr lang="ko-KR" altLang="en-US" sz="1400" dirty="0"/>
              <a:t>클래스는 </a:t>
            </a:r>
            <a:r>
              <a:rPr lang="en-US" altLang="ko-KR" sz="1400" dirty="0" err="1"/>
              <a:t>parseXXX</a:t>
            </a:r>
            <a:r>
              <a:rPr lang="en-US" altLang="ko-KR" sz="1400" dirty="0"/>
              <a:t> </a:t>
            </a:r>
            <a:r>
              <a:rPr lang="ko-KR" altLang="en-US" sz="1400" dirty="0"/>
              <a:t>메소드를 사용하면 문자열을 숫자로 변환할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이 메소드들은 </a:t>
            </a:r>
            <a:r>
              <a:rPr lang="ko-KR" altLang="en-US" sz="1400" dirty="0" err="1"/>
              <a:t>매개값인</a:t>
            </a:r>
            <a:r>
              <a:rPr lang="ko-KR" altLang="en-US" sz="1400" dirty="0"/>
              <a:t> 문자열이 숫자로 변환될 수 있다면 숫자를 반환하지만</a:t>
            </a:r>
            <a:r>
              <a:rPr lang="en-US" altLang="ko-KR" sz="1400" dirty="0"/>
              <a:t>, </a:t>
            </a:r>
            <a:r>
              <a:rPr lang="ko-KR" altLang="en-US" sz="1400" dirty="0"/>
              <a:t>숫자로 변환될 수 없는 문자가 포함되어 있다면</a:t>
            </a:r>
            <a:r>
              <a:rPr lang="en-US" altLang="ko-KR" sz="1400" dirty="0"/>
              <a:t> </a:t>
            </a:r>
            <a:r>
              <a:rPr lang="ko-KR" altLang="en-US" sz="1400" dirty="0"/>
              <a:t>예외를 발생시킨다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NumberFormatExceptionExample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String data1 = "100";  // </a:t>
            </a:r>
            <a:r>
              <a:rPr lang="ko-KR" altLang="en-US" sz="1400" dirty="0"/>
              <a:t>숫자 형식의 문자열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String data2 = "a100";  // </a:t>
            </a:r>
            <a:r>
              <a:rPr lang="ko-KR" altLang="en-US" sz="1400" dirty="0"/>
              <a:t>숫자가 아닌 문자 포함된 문자열</a:t>
            </a:r>
          </a:p>
          <a:p>
            <a:pPr marL="0" indent="0">
              <a:buNone/>
            </a:pPr>
            <a:r>
              <a:rPr lang="ko-KR" altLang="en-US" sz="1400" dirty="0"/>
              <a:t>                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value1 = </a:t>
            </a:r>
            <a:r>
              <a:rPr lang="en-US" altLang="ko-KR" sz="1400" dirty="0" err="1"/>
              <a:t>Integer.parseInt</a:t>
            </a:r>
            <a:r>
              <a:rPr lang="en-US" altLang="ko-KR" sz="1400" dirty="0"/>
              <a:t>(data1);  // data1</a:t>
            </a:r>
            <a:r>
              <a:rPr lang="ko-KR" altLang="en-US" sz="1400" dirty="0"/>
              <a:t>은 숫자 형식이므로 변환 성공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value2 = </a:t>
            </a:r>
            <a:r>
              <a:rPr lang="en-US" altLang="ko-KR" sz="1400" dirty="0" err="1"/>
              <a:t>Integer.parseInt</a:t>
            </a:r>
            <a:r>
              <a:rPr lang="en-US" altLang="ko-KR" sz="1400" dirty="0"/>
              <a:t>(data2);  // data2</a:t>
            </a:r>
            <a:r>
              <a:rPr lang="ko-KR" altLang="en-US" sz="1400" dirty="0"/>
              <a:t>는 숫자가 아닌 문자 포함으로 </a:t>
            </a:r>
            <a:r>
              <a:rPr lang="en-US" altLang="ko-KR" sz="1400" dirty="0" err="1"/>
              <a:t>NumberFormatException</a:t>
            </a:r>
            <a:r>
              <a:rPr lang="en-US" altLang="ko-KR" sz="1400" dirty="0"/>
              <a:t> </a:t>
            </a:r>
            <a:r>
              <a:rPr lang="ko-KR" altLang="en-US" sz="1400" dirty="0"/>
              <a:t>발생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result = value1 + value2;  // </a:t>
            </a:r>
            <a:r>
              <a:rPr lang="ko-KR" altLang="en-US" sz="1400" dirty="0"/>
              <a:t>예외가 발생하면 이 줄은 실행되지 않음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(data1 + "+" + data2 + "=" + result);  // </a:t>
            </a:r>
            <a:r>
              <a:rPr lang="ko-KR" altLang="en-US" sz="1400" dirty="0"/>
              <a:t>예외가 발생하면 이 줄도 실행되지 않음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Integer.parseInt</a:t>
            </a:r>
            <a:r>
              <a:rPr lang="en-US" altLang="ko-KR" sz="1400" dirty="0"/>
              <a:t>(data2)</a:t>
            </a:r>
            <a:r>
              <a:rPr lang="ko-KR" altLang="en-US" sz="1400" dirty="0"/>
              <a:t>에서 </a:t>
            </a:r>
            <a:r>
              <a:rPr lang="en-US" altLang="ko-KR" sz="1400" dirty="0"/>
              <a:t>"a100"</a:t>
            </a:r>
            <a:r>
              <a:rPr lang="ko-KR" altLang="en-US" sz="1400" dirty="0"/>
              <a:t>을 숫자로 변환할 수 없기 때문에 오류가 발생한다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6308110-8DA2-258B-857E-033C4E5B8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894" y="533489"/>
            <a:ext cx="7443076" cy="107102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20B2BFD-5276-B063-955A-508E30328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6357" y="4976363"/>
            <a:ext cx="68961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278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F5FD3-DDE7-C8F3-0812-CB7A98B01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52825C-2B39-F826-FCC1-747B908F8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 err="1"/>
              <a:t>ClassCastExceptionExample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타입 변환은 상위 클래스와 하위 클래스 간에 발생하고 구현 클래스와 인터페이스 간에도 발생한다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이러한 관계가 아니라면 클래스는 다른 타입으로 변환할 수 없고 </a:t>
            </a:r>
            <a:r>
              <a:rPr lang="en-US" altLang="ko-KR" sz="1400" dirty="0" err="1"/>
              <a:t>ClassCastExceptionExample</a:t>
            </a:r>
            <a:r>
              <a:rPr lang="ko-KR" altLang="en-US" sz="1400" dirty="0"/>
              <a:t>가 발생한다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Animal </a:t>
            </a:r>
            <a:r>
              <a:rPr lang="ko-KR" altLang="en-US" sz="1400" dirty="0"/>
              <a:t>클래스를 상속 받는 </a:t>
            </a:r>
            <a:r>
              <a:rPr lang="en-US" altLang="ko-KR" sz="1400" dirty="0"/>
              <a:t>Dog, Cat</a:t>
            </a:r>
            <a:r>
              <a:rPr lang="ko-KR" altLang="en-US" sz="1400" dirty="0"/>
              <a:t>가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Animal </a:t>
            </a:r>
            <a:r>
              <a:rPr lang="en-US" altLang="ko-KR" sz="1400" dirty="0" err="1"/>
              <a:t>animal</a:t>
            </a:r>
            <a:r>
              <a:rPr lang="en-US" altLang="ko-KR" sz="1400" dirty="0"/>
              <a:t> = new Dog();</a:t>
            </a:r>
          </a:p>
          <a:p>
            <a:pPr marL="0" indent="0">
              <a:buNone/>
            </a:pPr>
            <a:r>
              <a:rPr lang="en-US" altLang="ko-KR" sz="1400" dirty="0"/>
              <a:t>Dog </a:t>
            </a:r>
            <a:r>
              <a:rPr lang="en-US" altLang="ko-KR" sz="1400" dirty="0" err="1"/>
              <a:t>dog</a:t>
            </a:r>
            <a:r>
              <a:rPr lang="en-US" altLang="ko-KR" sz="1400" dirty="0"/>
              <a:t> = (Dog) animal; // Animal </a:t>
            </a:r>
            <a:r>
              <a:rPr lang="ko-KR" altLang="en-US" sz="1400" dirty="0"/>
              <a:t>타입 변수에 대입된 객체가 </a:t>
            </a:r>
            <a:r>
              <a:rPr lang="en-US" altLang="ko-KR" sz="1400" dirty="0"/>
              <a:t>Dog</a:t>
            </a:r>
            <a:r>
              <a:rPr lang="ko-KR" altLang="en-US" sz="1400" dirty="0"/>
              <a:t>이므로 다시 </a:t>
            </a:r>
            <a:r>
              <a:rPr lang="en-US" altLang="ko-KR" sz="1400" dirty="0"/>
              <a:t>Dog</a:t>
            </a:r>
            <a:r>
              <a:rPr lang="ko-KR" altLang="en-US" sz="1400" dirty="0"/>
              <a:t>으로 </a:t>
            </a:r>
            <a:r>
              <a:rPr lang="ko-KR" altLang="en-US" sz="1400" dirty="0" err="1"/>
              <a:t>형변환</a:t>
            </a:r>
            <a:r>
              <a:rPr lang="ko-KR" altLang="en-US" sz="1400" dirty="0"/>
              <a:t> 하는 것은 문제가 없다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Animal </a:t>
            </a:r>
            <a:r>
              <a:rPr lang="en-US" altLang="ko-KR" sz="1400" dirty="0" err="1"/>
              <a:t>animal</a:t>
            </a:r>
            <a:r>
              <a:rPr lang="en-US" altLang="ko-KR" sz="1400" dirty="0"/>
              <a:t> = new Dog();</a:t>
            </a:r>
          </a:p>
          <a:p>
            <a:pPr marL="0" indent="0">
              <a:buNone/>
            </a:pPr>
            <a:r>
              <a:rPr lang="en-US" altLang="ko-KR" sz="1400" dirty="0"/>
              <a:t>Cat </a:t>
            </a:r>
            <a:r>
              <a:rPr lang="en-US" altLang="ko-KR" sz="1400" dirty="0" err="1"/>
              <a:t>cat</a:t>
            </a:r>
            <a:r>
              <a:rPr lang="en-US" altLang="ko-KR" sz="1400" dirty="0"/>
              <a:t> = (Cat) animal; // </a:t>
            </a:r>
            <a:r>
              <a:rPr lang="ko-KR" altLang="en-US" sz="1400" dirty="0"/>
              <a:t>그러나 대입된 객체가 아닌 다른 클래스 타입으로 </a:t>
            </a:r>
            <a:r>
              <a:rPr lang="ko-KR" altLang="en-US" sz="1400" dirty="0" err="1"/>
              <a:t>변환을하면</a:t>
            </a:r>
            <a:r>
              <a:rPr lang="ko-KR" altLang="en-US" sz="1400" dirty="0"/>
              <a:t> 오류가 발생한다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ClassCastExceptionExample</a:t>
            </a:r>
            <a:r>
              <a:rPr lang="ko-KR" altLang="en-US" sz="1400" dirty="0"/>
              <a:t>를 발생시키지 않으려면 타입 변환전에 변환이 가능한지 </a:t>
            </a:r>
            <a:r>
              <a:rPr lang="en-US" altLang="ko-KR" sz="1400" dirty="0" err="1"/>
              <a:t>instanceof</a:t>
            </a:r>
            <a:r>
              <a:rPr lang="en-US" altLang="ko-KR" sz="1400" dirty="0"/>
              <a:t> </a:t>
            </a:r>
            <a:r>
              <a:rPr lang="ko-KR" altLang="en-US" sz="1400" dirty="0"/>
              <a:t>연산자로 확인하는 것이 좋다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Animal </a:t>
            </a:r>
            <a:r>
              <a:rPr lang="en-US" altLang="ko-KR" sz="1400" dirty="0" err="1"/>
              <a:t>animal</a:t>
            </a:r>
            <a:r>
              <a:rPr lang="en-US" altLang="ko-KR" sz="1400" dirty="0"/>
              <a:t> = new Dog(); // Animal </a:t>
            </a:r>
            <a:r>
              <a:rPr lang="ko-KR" altLang="en-US" sz="1400" dirty="0"/>
              <a:t>타입의 변수에 </a:t>
            </a:r>
            <a:r>
              <a:rPr lang="en-US" altLang="ko-KR" sz="1400" dirty="0"/>
              <a:t>Dog </a:t>
            </a:r>
            <a:r>
              <a:rPr lang="ko-KR" altLang="en-US" sz="1400" dirty="0"/>
              <a:t>객체를 할당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if(animal </a:t>
            </a:r>
            <a:r>
              <a:rPr lang="en-US" altLang="ko-KR" sz="1400" dirty="0" err="1"/>
              <a:t>instanceof</a:t>
            </a:r>
            <a:r>
              <a:rPr lang="en-US" altLang="ko-KR" sz="1400" dirty="0"/>
              <a:t> Dog){// animal</a:t>
            </a:r>
            <a:r>
              <a:rPr lang="ko-KR" altLang="en-US" sz="1400" dirty="0"/>
              <a:t>이 </a:t>
            </a:r>
            <a:r>
              <a:rPr lang="en-US" altLang="ko-KR" sz="1400" dirty="0"/>
              <a:t>Dog </a:t>
            </a:r>
            <a:r>
              <a:rPr lang="ko-KR" altLang="en-US" sz="1400" dirty="0"/>
              <a:t>타입인지 확인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Dog </a:t>
            </a:r>
            <a:r>
              <a:rPr lang="en-US" altLang="ko-KR" sz="1400" dirty="0" err="1"/>
              <a:t>dog</a:t>
            </a:r>
            <a:r>
              <a:rPr lang="en-US" altLang="ko-KR" sz="1400" dirty="0"/>
              <a:t> = (Dog) animal;</a:t>
            </a:r>
            <a:r>
              <a:rPr lang="ko-KR" altLang="en-US" sz="1400" dirty="0"/>
              <a:t> </a:t>
            </a:r>
            <a:r>
              <a:rPr lang="en-US" altLang="ko-KR" sz="1400" dirty="0"/>
              <a:t>// animal</a:t>
            </a:r>
            <a:r>
              <a:rPr lang="ko-KR" altLang="en-US" sz="1400" dirty="0"/>
              <a:t>을 </a:t>
            </a:r>
            <a:r>
              <a:rPr lang="en-US" altLang="ko-KR" sz="1400" dirty="0"/>
              <a:t>Dog </a:t>
            </a:r>
            <a:r>
              <a:rPr lang="ko-KR" altLang="en-US" sz="1400" dirty="0"/>
              <a:t>타입으로 </a:t>
            </a:r>
            <a:r>
              <a:rPr lang="ko-KR" altLang="en-US" sz="1400" dirty="0" err="1"/>
              <a:t>형변환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}else if(animal </a:t>
            </a:r>
            <a:r>
              <a:rPr lang="en-US" altLang="ko-KR" sz="1400" dirty="0" err="1"/>
              <a:t>instanceof</a:t>
            </a:r>
            <a:r>
              <a:rPr lang="en-US" altLang="ko-KR" sz="1400" dirty="0"/>
              <a:t> Cat){ // animal</a:t>
            </a:r>
            <a:r>
              <a:rPr lang="ko-KR" altLang="en-US" sz="1400" dirty="0"/>
              <a:t>이 </a:t>
            </a:r>
            <a:r>
              <a:rPr lang="en-US" altLang="ko-KR" sz="1400" dirty="0"/>
              <a:t>Cat </a:t>
            </a:r>
            <a:r>
              <a:rPr lang="ko-KR" altLang="en-US" sz="1400" dirty="0"/>
              <a:t>타입인지 확인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Cat </a:t>
            </a:r>
            <a:r>
              <a:rPr lang="en-US" altLang="ko-KR" sz="1400" dirty="0" err="1"/>
              <a:t>cat</a:t>
            </a:r>
            <a:r>
              <a:rPr lang="en-US" altLang="ko-KR" sz="1400" dirty="0"/>
              <a:t> = (Cat) animal; // animal</a:t>
            </a:r>
            <a:r>
              <a:rPr lang="ko-KR" altLang="en-US" sz="1400" dirty="0"/>
              <a:t>을 </a:t>
            </a:r>
            <a:r>
              <a:rPr lang="en-US" altLang="ko-KR" sz="1400" dirty="0"/>
              <a:t>Cat </a:t>
            </a:r>
            <a:r>
              <a:rPr lang="ko-KR" altLang="en-US" sz="1400" dirty="0"/>
              <a:t>타입으로 </a:t>
            </a:r>
            <a:r>
              <a:rPr lang="ko-KR" altLang="en-US" sz="1400" dirty="0" err="1"/>
              <a:t>형변환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67953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A8A8C-CAE4-FAF7-7F29-AC5417D2E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8EB0A9-5E2B-AC96-72E9-BB5235114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ClassCastExceptionExample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Dog </a:t>
            </a:r>
            <a:r>
              <a:rPr lang="en-US" altLang="ko-KR" sz="1400" dirty="0" err="1"/>
              <a:t>dog</a:t>
            </a:r>
            <a:r>
              <a:rPr lang="en-US" altLang="ko-KR" sz="1400" dirty="0"/>
              <a:t> = new Dog();  // Dog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changeDog</a:t>
            </a:r>
            <a:r>
              <a:rPr lang="en-US" altLang="ko-KR" sz="1400" dirty="0"/>
              <a:t>(dog);  // </a:t>
            </a:r>
            <a:r>
              <a:rPr lang="en-US" altLang="ko-KR" sz="1400" dirty="0" err="1"/>
              <a:t>changeDog</a:t>
            </a:r>
            <a:r>
              <a:rPr lang="en-US" altLang="ko-KR" sz="1400" dirty="0"/>
              <a:t> </a:t>
            </a:r>
            <a:r>
              <a:rPr lang="ko-KR" altLang="en-US" sz="1400" dirty="0"/>
              <a:t>메서드 호출</a:t>
            </a:r>
            <a:r>
              <a:rPr lang="en-US" altLang="ko-KR" sz="1400" dirty="0"/>
              <a:t>, Dog </a:t>
            </a:r>
            <a:r>
              <a:rPr lang="ko-KR" altLang="en-US" sz="1400" dirty="0"/>
              <a:t>객체 전달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Cat </a:t>
            </a:r>
            <a:r>
              <a:rPr lang="en-US" altLang="ko-KR" sz="1400" dirty="0" err="1"/>
              <a:t>cat</a:t>
            </a:r>
            <a:r>
              <a:rPr lang="en-US" altLang="ko-KR" sz="1400" dirty="0"/>
              <a:t> = new Cat();  // Cat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changeDog</a:t>
            </a:r>
            <a:r>
              <a:rPr lang="en-US" altLang="ko-KR" sz="1400" dirty="0"/>
              <a:t>(cat);  // </a:t>
            </a:r>
            <a:r>
              <a:rPr lang="en-US" altLang="ko-KR" sz="1400" dirty="0" err="1"/>
              <a:t>changeDog</a:t>
            </a:r>
            <a:r>
              <a:rPr lang="en-US" altLang="ko-KR" sz="1400" dirty="0"/>
              <a:t> </a:t>
            </a:r>
            <a:r>
              <a:rPr lang="ko-KR" altLang="en-US" sz="1400" dirty="0"/>
              <a:t>메서드 호출</a:t>
            </a:r>
            <a:r>
              <a:rPr lang="en-US" altLang="ko-KR" sz="1400" dirty="0"/>
              <a:t>, Cat </a:t>
            </a:r>
            <a:r>
              <a:rPr lang="ko-KR" altLang="en-US" sz="1400" dirty="0"/>
              <a:t>객체 전달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public static void </a:t>
            </a:r>
            <a:r>
              <a:rPr lang="en-US" altLang="ko-KR" sz="1400" dirty="0" err="1"/>
              <a:t>changeDog</a:t>
            </a:r>
            <a:r>
              <a:rPr lang="en-US" altLang="ko-KR" sz="1400" dirty="0"/>
              <a:t>(Animal animal) {</a:t>
            </a:r>
          </a:p>
          <a:p>
            <a:pPr marL="0" indent="0">
              <a:buNone/>
            </a:pPr>
            <a:r>
              <a:rPr lang="en-US" altLang="ko-KR" sz="1400" dirty="0"/>
              <a:t>        // if(animal </a:t>
            </a:r>
            <a:r>
              <a:rPr lang="en-US" altLang="ko-KR" sz="1400" dirty="0" err="1"/>
              <a:t>instanceof</a:t>
            </a:r>
            <a:r>
              <a:rPr lang="en-US" altLang="ko-KR" sz="1400" dirty="0"/>
              <a:t> Dog) {  // animal</a:t>
            </a:r>
            <a:r>
              <a:rPr lang="ko-KR" altLang="en-US" sz="1400" dirty="0"/>
              <a:t>이 </a:t>
            </a:r>
            <a:r>
              <a:rPr lang="en-US" altLang="ko-KR" sz="1400" dirty="0"/>
              <a:t>Dog </a:t>
            </a:r>
            <a:r>
              <a:rPr lang="ko-KR" altLang="en-US" sz="1400" dirty="0"/>
              <a:t>타입인지 체크하는 조건문 </a:t>
            </a:r>
            <a:r>
              <a:rPr lang="en-US" altLang="ko-KR" sz="1400" dirty="0"/>
              <a:t>(</a:t>
            </a:r>
            <a:r>
              <a:rPr lang="ko-KR" altLang="en-US" sz="1400" dirty="0"/>
              <a:t>주석 처리됨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Dog </a:t>
            </a:r>
            <a:r>
              <a:rPr lang="en-US" altLang="ko-KR" sz="1400" dirty="0" err="1"/>
              <a:t>dog</a:t>
            </a:r>
            <a:r>
              <a:rPr lang="en-US" altLang="ko-KR" sz="1400" dirty="0"/>
              <a:t> = (Dog) animal;  // Animal</a:t>
            </a:r>
            <a:r>
              <a:rPr lang="ko-KR" altLang="en-US" sz="1400" dirty="0"/>
              <a:t>을 </a:t>
            </a:r>
            <a:r>
              <a:rPr lang="en-US" altLang="ko-KR" sz="1400" dirty="0"/>
              <a:t>Dog </a:t>
            </a:r>
            <a:r>
              <a:rPr lang="ko-KR" altLang="en-US" sz="1400" dirty="0"/>
              <a:t>타입으로 강제 </a:t>
            </a:r>
            <a:r>
              <a:rPr lang="ko-KR" altLang="en-US" sz="1400" dirty="0" err="1"/>
              <a:t>형변환</a:t>
            </a:r>
            <a:r>
              <a:rPr lang="ko-KR" altLang="en-US" sz="1400" dirty="0"/>
              <a:t> </a:t>
            </a:r>
            <a:r>
              <a:rPr lang="en-US" altLang="ko-KR" sz="1400" dirty="0"/>
              <a:t>(</a:t>
            </a:r>
            <a:r>
              <a:rPr lang="en-US" altLang="ko-KR" sz="1400" dirty="0" err="1"/>
              <a:t>ClassCastException</a:t>
            </a:r>
            <a:r>
              <a:rPr lang="en-US" altLang="ko-KR" sz="1400" dirty="0"/>
              <a:t> </a:t>
            </a:r>
            <a:r>
              <a:rPr lang="ko-KR" altLang="en-US" sz="1400" dirty="0"/>
              <a:t>발생 가능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// } 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class Animal {}  // Animal </a:t>
            </a:r>
            <a:r>
              <a:rPr lang="ko-KR" altLang="en-US" sz="1400" dirty="0"/>
              <a:t>클래스 정의</a:t>
            </a:r>
          </a:p>
          <a:p>
            <a:pPr marL="0" indent="0">
              <a:buNone/>
            </a:pPr>
            <a:r>
              <a:rPr lang="en-US" altLang="ko-KR" sz="1400" dirty="0"/>
              <a:t>class Dog extends Animal {}  // Dog </a:t>
            </a:r>
            <a:r>
              <a:rPr lang="ko-KR" altLang="en-US" sz="1400" dirty="0"/>
              <a:t>클래스</a:t>
            </a:r>
            <a:r>
              <a:rPr lang="en-US" altLang="ko-KR" sz="1400" dirty="0"/>
              <a:t>, Animal </a:t>
            </a:r>
            <a:r>
              <a:rPr lang="ko-KR" altLang="en-US" sz="1400" dirty="0"/>
              <a:t>클래스 상속</a:t>
            </a:r>
          </a:p>
          <a:p>
            <a:pPr marL="0" indent="0">
              <a:buNone/>
            </a:pPr>
            <a:r>
              <a:rPr lang="en-US" altLang="ko-KR" sz="1400" dirty="0"/>
              <a:t>class Cat extends Animal {}  // Cat </a:t>
            </a:r>
            <a:r>
              <a:rPr lang="ko-KR" altLang="en-US" sz="1400" dirty="0"/>
              <a:t>클래스</a:t>
            </a:r>
            <a:r>
              <a:rPr lang="en-US" altLang="ko-KR" sz="1400" dirty="0"/>
              <a:t>, Animal </a:t>
            </a:r>
            <a:r>
              <a:rPr lang="ko-KR" altLang="en-US" sz="1400" dirty="0"/>
              <a:t>클래스 상속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ko-KR" altLang="en-US" sz="1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AC8DD98-7BA6-0B6B-102C-4B44B0113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6134100"/>
            <a:ext cx="1085850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289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7D57D-DFD3-C470-B507-9CA9BFA66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FA155A-12E6-B687-5806-20025341D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예외 처리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자바 컴파일러는 소스 파일을 컴파일할 때 일반 예외가 발생할 가능성이 있는 코드를 발견하면 컴파일 에러를 발생시켜 개발자가 강제적으로 예외 처리 코드를 작성하도록 요구한다</a:t>
            </a:r>
            <a:r>
              <a:rPr lang="en-US" altLang="ko-KR" sz="1400" dirty="0"/>
              <a:t>. </a:t>
            </a:r>
          </a:p>
          <a:p>
            <a:pPr marL="0" indent="0">
              <a:buNone/>
            </a:pPr>
            <a:r>
              <a:rPr lang="ko-KR" altLang="en-US" sz="1400" dirty="0"/>
              <a:t>그러나 실행 예외는 컴파일러가 체크해주지 않기 때문에 개발자의 경험을 바탕으로 예외 처리 코드를 작성하여야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try-catch-finally</a:t>
            </a:r>
            <a:r>
              <a:rPr lang="ko-KR" altLang="en-US" sz="1400" dirty="0"/>
              <a:t>는 일반 예외와 실행 예외가 발생할 경우 예외 처리를 할 수 있도록 해준다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try{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예외 발생가능 코드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}catch(</a:t>
            </a:r>
            <a:r>
              <a:rPr lang="ko-KR" altLang="en-US" sz="1400" dirty="0"/>
              <a:t>예외 클래스 </a:t>
            </a:r>
            <a:r>
              <a:rPr lang="en-US" altLang="ko-KR" sz="1400" dirty="0"/>
              <a:t>e){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예외 처리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}finally{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항상 실행</a:t>
            </a:r>
            <a:r>
              <a:rPr lang="en-US" altLang="ko-KR" sz="1400" dirty="0"/>
              <a:t>, </a:t>
            </a:r>
            <a:r>
              <a:rPr lang="ko-KR" altLang="en-US" sz="1400" dirty="0"/>
              <a:t>생략 가능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ko-KR" altLang="en-US" sz="1400" dirty="0"/>
              <a:t> 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try</a:t>
            </a:r>
            <a:r>
              <a:rPr lang="ko-KR" altLang="en-US" sz="1400" dirty="0"/>
              <a:t>블록에는 예외 발생 가능 코드가 위치한다</a:t>
            </a:r>
            <a:r>
              <a:rPr lang="en-US" altLang="ko-KR" sz="1400" dirty="0"/>
              <a:t>. </a:t>
            </a:r>
            <a:r>
              <a:rPr lang="ko-KR" altLang="en-US" sz="1400" dirty="0"/>
              <a:t>이 블록에서 예외가 발생하면 즉시 실행을 멈추고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catch</a:t>
            </a:r>
            <a:r>
              <a:rPr lang="ko-KR" altLang="en-US" sz="1400" dirty="0"/>
              <a:t>블록으로 이동하여 예외 처리 코드를 실행한 후</a:t>
            </a:r>
            <a:r>
              <a:rPr lang="en-US" altLang="ko-KR" sz="1400" dirty="0"/>
              <a:t>, </a:t>
            </a:r>
            <a:r>
              <a:rPr lang="ko-KR" altLang="en-US" sz="1400" dirty="0"/>
              <a:t>마지막으로 </a:t>
            </a:r>
            <a:r>
              <a:rPr lang="en-US" altLang="ko-KR" sz="1400" dirty="0" err="1"/>
              <a:t>fianlly</a:t>
            </a:r>
            <a:r>
              <a:rPr lang="ko-KR" altLang="en-US" sz="1400" dirty="0"/>
              <a:t>블록을 실행한다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 err="1"/>
              <a:t>fianlly</a:t>
            </a:r>
            <a:r>
              <a:rPr lang="ko-KR" altLang="en-US" sz="1400" dirty="0"/>
              <a:t>블록은 생략이 가능하며 예외 발생 여부와 상관없이 항상 실행된다</a:t>
            </a:r>
            <a:r>
              <a:rPr lang="en-US" altLang="ko-K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95958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3C534-6AA0-06DA-FADB-22148A346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AA2659-DB95-6999-4F15-211322CD4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1400" dirty="0"/>
              <a:t>import </a:t>
            </a:r>
            <a:r>
              <a:rPr lang="en-US" altLang="ko-KR" sz="1400" dirty="0" err="1"/>
              <a:t>java.util</a:t>
            </a:r>
            <a:r>
              <a:rPr lang="en-US" altLang="ko-KR" sz="1400" dirty="0"/>
              <a:t>.*;</a:t>
            </a:r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ClassForNameExample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try {</a:t>
            </a:r>
          </a:p>
          <a:p>
            <a:pPr marL="0" indent="0">
              <a:buNone/>
            </a:pPr>
            <a:r>
              <a:rPr lang="en-US" altLang="ko-KR" sz="1400" dirty="0"/>
              <a:t>            // "</a:t>
            </a:r>
            <a:r>
              <a:rPr lang="en-US" altLang="ko-KR" sz="1400" dirty="0" err="1"/>
              <a:t>java.util.Date</a:t>
            </a:r>
            <a:r>
              <a:rPr lang="en-US" altLang="ko-KR" sz="1400" dirty="0"/>
              <a:t>" </a:t>
            </a:r>
            <a:r>
              <a:rPr lang="ko-KR" altLang="en-US" sz="1400" dirty="0"/>
              <a:t>클래스를 로드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Class </a:t>
            </a:r>
            <a:r>
              <a:rPr lang="en-US" altLang="ko-KR" sz="1400" dirty="0" err="1"/>
              <a:t>clazz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Class.forName</a:t>
            </a:r>
            <a:r>
              <a:rPr lang="en-US" altLang="ko-KR" sz="1400" dirty="0"/>
              <a:t>("</a:t>
            </a:r>
            <a:r>
              <a:rPr lang="en-US" altLang="ko-KR" sz="1400" dirty="0" err="1"/>
              <a:t>java.util.Date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클래스 로딩 성공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clazz.getName</a:t>
            </a:r>
            <a:r>
              <a:rPr lang="en-US" altLang="ko-KR" sz="1400" dirty="0"/>
              <a:t>());</a:t>
            </a:r>
          </a:p>
          <a:p>
            <a:pPr marL="0" indent="0">
              <a:buNone/>
            </a:pPr>
            <a:r>
              <a:rPr lang="en-US" altLang="ko-KR" sz="1400" dirty="0"/>
              <a:t>        } catch (</a:t>
            </a:r>
            <a:r>
              <a:rPr lang="en-US" altLang="ko-KR" sz="1400" dirty="0" err="1"/>
              <a:t>ClassNotFoundException</a:t>
            </a:r>
            <a:r>
              <a:rPr lang="en-US" altLang="ko-KR" sz="1400" dirty="0"/>
              <a:t> e)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클래스를 찾을 수 없습니다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TryCatchFinallyExample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try {</a:t>
            </a:r>
          </a:p>
          <a:p>
            <a:pPr marL="0" indent="0">
              <a:buNone/>
            </a:pPr>
            <a:r>
              <a:rPr lang="en-US" altLang="ko-KR" sz="1400" dirty="0"/>
              <a:t>            Class </a:t>
            </a:r>
            <a:r>
              <a:rPr lang="en-US" altLang="ko-KR" sz="1400" dirty="0" err="1"/>
              <a:t>clazz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Class.forName</a:t>
            </a:r>
            <a:r>
              <a:rPr lang="en-US" altLang="ko-KR" sz="1400" dirty="0"/>
              <a:t>("String2");  // "String2" </a:t>
            </a:r>
            <a:r>
              <a:rPr lang="ko-KR" altLang="en-US" sz="1400" dirty="0"/>
              <a:t>클래스를 </a:t>
            </a:r>
            <a:r>
              <a:rPr lang="ko-KR" altLang="en-US" sz="1400" dirty="0" err="1"/>
              <a:t>로드하려</a:t>
            </a:r>
            <a:r>
              <a:rPr lang="ko-KR" altLang="en-US" sz="1400" dirty="0"/>
              <a:t> 시도 </a:t>
            </a:r>
            <a:r>
              <a:rPr lang="en-US" altLang="ko-KR" sz="1400" dirty="0"/>
              <a:t>(</a:t>
            </a:r>
            <a:r>
              <a:rPr lang="ko-KR" altLang="en-US" sz="1400" dirty="0"/>
              <a:t>존재하지 않음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} catch(</a:t>
            </a:r>
            <a:r>
              <a:rPr lang="en-US" altLang="ko-KR" sz="1400" dirty="0" err="1"/>
              <a:t>ClassNotFoundException</a:t>
            </a:r>
            <a:r>
              <a:rPr lang="en-US" altLang="ko-KR" sz="1400" dirty="0"/>
              <a:t> e) {  // </a:t>
            </a:r>
            <a:r>
              <a:rPr lang="en-US" altLang="ko-KR" sz="1400" dirty="0" err="1"/>
              <a:t>ClassNotFoundException</a:t>
            </a:r>
            <a:r>
              <a:rPr lang="en-US" altLang="ko-KR" sz="1400" dirty="0"/>
              <a:t> </a:t>
            </a:r>
            <a:r>
              <a:rPr lang="ko-KR" altLang="en-US" sz="1400" dirty="0"/>
              <a:t>예외 처리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클래스가 존재하지 않습니다</a:t>
            </a:r>
            <a:r>
              <a:rPr lang="en-US" altLang="ko-KR" sz="1400" dirty="0"/>
              <a:t>.");  // </a:t>
            </a:r>
            <a:r>
              <a:rPr lang="ko-KR" altLang="en-US" sz="1400" dirty="0"/>
              <a:t>예외 발생 시 메시지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2B78786-2F9A-C769-FB52-4F05AF400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152" y="5421702"/>
            <a:ext cx="3807778" cy="48568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CFA5F7C-C5E2-6CD9-E838-E8A3D89E8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152" y="1296388"/>
            <a:ext cx="3325831" cy="44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889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3137B-3E45-62DA-437C-B63363A37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9BFC8D-8C4C-968C-0A1A-54DFAFC23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TryCatchFinallyRuntimeExceptionExample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String data1 = null;  // data1 </a:t>
            </a:r>
            <a:r>
              <a:rPr lang="ko-KR" altLang="en-US" sz="1400" dirty="0"/>
              <a:t>변수 선언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String data2 = null;  // data2 </a:t>
            </a:r>
            <a:r>
              <a:rPr lang="ko-KR" altLang="en-US" sz="1400" dirty="0"/>
              <a:t>변수 선언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try { </a:t>
            </a:r>
          </a:p>
          <a:p>
            <a:pPr marL="0" indent="0">
              <a:buNone/>
            </a:pPr>
            <a:r>
              <a:rPr lang="en-US" altLang="ko-KR" sz="1400" dirty="0"/>
              <a:t>            int value1 = </a:t>
            </a:r>
            <a:r>
              <a:rPr lang="en-US" altLang="ko-KR" sz="1400" dirty="0" err="1"/>
              <a:t>Integer.parseInt</a:t>
            </a:r>
            <a:r>
              <a:rPr lang="en-US" altLang="ko-KR" sz="1400" dirty="0"/>
              <a:t>(data1);  // data1</a:t>
            </a:r>
            <a:r>
              <a:rPr lang="ko-KR" altLang="en-US" sz="1400" dirty="0"/>
              <a:t>을 정수로 변환 </a:t>
            </a:r>
            <a:r>
              <a:rPr lang="en-US" altLang="ko-KR" sz="1400" dirty="0"/>
              <a:t>(data1</a:t>
            </a:r>
            <a:r>
              <a:rPr lang="ko-KR" altLang="en-US" sz="1400" dirty="0"/>
              <a:t>은 </a:t>
            </a:r>
            <a:r>
              <a:rPr lang="en-US" altLang="ko-KR" sz="1400" dirty="0"/>
              <a:t>null</a:t>
            </a:r>
            <a:r>
              <a:rPr lang="ko-KR" altLang="en-US" sz="1400" dirty="0"/>
              <a:t>이라 예외 발생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    int value2 = </a:t>
            </a:r>
            <a:r>
              <a:rPr lang="en-US" altLang="ko-KR" sz="1400" dirty="0" err="1"/>
              <a:t>Integer.parseInt</a:t>
            </a:r>
            <a:r>
              <a:rPr lang="en-US" altLang="ko-KR" sz="1400" dirty="0"/>
              <a:t>(data2);  // data2</a:t>
            </a:r>
            <a:r>
              <a:rPr lang="ko-KR" altLang="en-US" sz="1400" dirty="0"/>
              <a:t>를 정수로 변환 </a:t>
            </a:r>
            <a:r>
              <a:rPr lang="en-US" altLang="ko-KR" sz="1400" dirty="0"/>
              <a:t>(data2</a:t>
            </a:r>
            <a:r>
              <a:rPr lang="ko-KR" altLang="en-US" sz="1400" dirty="0"/>
              <a:t>는 </a:t>
            </a:r>
            <a:r>
              <a:rPr lang="en-US" altLang="ko-KR" sz="1400" dirty="0"/>
              <a:t>null</a:t>
            </a:r>
            <a:r>
              <a:rPr lang="ko-KR" altLang="en-US" sz="1400" dirty="0"/>
              <a:t>이라 예외 발생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    int result = value1 + value2;  // </a:t>
            </a:r>
            <a:r>
              <a:rPr lang="ko-KR" altLang="en-US" sz="1400" dirty="0"/>
              <a:t>두 값을 더한 결과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(data1 + "+" + data2 + "=" + result);  // </a:t>
            </a:r>
            <a:r>
              <a:rPr lang="ko-KR" altLang="en-US" sz="1400" dirty="0"/>
              <a:t>결과 출력 </a:t>
            </a:r>
            <a:r>
              <a:rPr lang="en-US" altLang="ko-KR" sz="1400" dirty="0"/>
              <a:t>(</a:t>
            </a:r>
            <a:r>
              <a:rPr lang="ko-KR" altLang="en-US" sz="1400" dirty="0"/>
              <a:t>실행되지 않음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} catch(</a:t>
            </a:r>
            <a:r>
              <a:rPr lang="en-US" altLang="ko-KR" sz="1400" dirty="0" err="1"/>
              <a:t>NumberFormatException</a:t>
            </a:r>
            <a:r>
              <a:rPr lang="en-US" altLang="ko-KR" sz="1400" dirty="0"/>
              <a:t> e) {  // </a:t>
            </a:r>
            <a:r>
              <a:rPr lang="ko-KR" altLang="en-US" sz="1400" dirty="0"/>
              <a:t>숫자 변환 시 예외 처리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숫자로 변환할 수 없습니다</a:t>
            </a:r>
            <a:r>
              <a:rPr lang="en-US" altLang="ko-KR" sz="1400" dirty="0"/>
              <a:t>.");  // </a:t>
            </a:r>
            <a:r>
              <a:rPr lang="ko-KR" altLang="en-US" sz="1400" dirty="0"/>
              <a:t>예외가 발생하면 숫자 변환 실패 메시지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 finally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다시 실행하세요</a:t>
            </a:r>
            <a:r>
              <a:rPr lang="en-US" altLang="ko-KR" sz="1400" dirty="0"/>
              <a:t>.");  // </a:t>
            </a:r>
            <a:r>
              <a:rPr lang="ko-KR" altLang="en-US" sz="1400" dirty="0"/>
              <a:t>예외 발생 여부와 관계없이 항상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DC7F1F4-675B-1E8C-2C1B-9E379A838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6057" y="5138648"/>
            <a:ext cx="3489207" cy="951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015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C6813-0D82-5B95-107D-F9BDE1299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29C695-1905-536A-F279-84646D4A5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다중 </a:t>
            </a:r>
            <a:r>
              <a:rPr lang="en-US" altLang="ko-KR" sz="1400" b="1" dirty="0"/>
              <a:t>catch</a:t>
            </a:r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try </a:t>
            </a:r>
            <a:r>
              <a:rPr lang="ko-KR" altLang="en-US" sz="1400" dirty="0"/>
              <a:t>블록 내부는 다양한 예외가 발생할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다중 </a:t>
            </a:r>
            <a:r>
              <a:rPr lang="en-US" altLang="ko-KR" sz="1400" dirty="0"/>
              <a:t>catch</a:t>
            </a:r>
            <a:r>
              <a:rPr lang="ko-KR" altLang="en-US" sz="1400" dirty="0"/>
              <a:t>문을 통해 각각 발생하는 예외를 다르게 처리할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try{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// </a:t>
            </a:r>
            <a:r>
              <a:rPr lang="en-US" altLang="ko-KR" sz="1400" dirty="0" err="1"/>
              <a:t>ArrayIndexOutOfBoundsException</a:t>
            </a:r>
            <a:r>
              <a:rPr lang="en-US" altLang="ko-KR" sz="1400" dirty="0"/>
              <a:t> </a:t>
            </a:r>
            <a:r>
              <a:rPr lang="ko-KR" altLang="en-US" sz="1400" dirty="0"/>
              <a:t>발생 코드</a:t>
            </a:r>
            <a:r>
              <a:rPr lang="en-US" altLang="ko-KR" sz="1400" dirty="0"/>
              <a:t> </a:t>
            </a:r>
          </a:p>
          <a:p>
            <a:pPr marL="0" indent="0">
              <a:buNone/>
            </a:pPr>
            <a:r>
              <a:rPr lang="en-US" altLang="ko-KR" sz="1400" dirty="0"/>
              <a:t>	// </a:t>
            </a:r>
            <a:r>
              <a:rPr lang="en-US" altLang="ko-KR" sz="1400" dirty="0" err="1"/>
              <a:t>NumberFormatException</a:t>
            </a:r>
            <a:r>
              <a:rPr lang="en-US" altLang="ko-KR" sz="1400" dirty="0"/>
              <a:t> </a:t>
            </a:r>
            <a:r>
              <a:rPr lang="ko-KR" altLang="en-US" sz="1400" dirty="0"/>
              <a:t>발생 코드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}catch(</a:t>
            </a:r>
            <a:r>
              <a:rPr lang="en-US" altLang="ko-KR" sz="1400" dirty="0" err="1"/>
              <a:t>ArrayIndexOutOfBoundsException</a:t>
            </a:r>
            <a:r>
              <a:rPr lang="en-US" altLang="ko-KR" sz="1400" dirty="0"/>
              <a:t> e){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예외처리</a:t>
            </a:r>
            <a:r>
              <a:rPr lang="en-US" altLang="ko-KR" sz="1400" dirty="0"/>
              <a:t>1</a:t>
            </a:r>
          </a:p>
          <a:p>
            <a:pPr marL="0" indent="0">
              <a:buNone/>
            </a:pPr>
            <a:r>
              <a:rPr lang="en-US" altLang="ko-KR" sz="1400" dirty="0"/>
              <a:t>}catch(</a:t>
            </a:r>
            <a:r>
              <a:rPr lang="en-US" altLang="ko-KR" sz="1400" dirty="0" err="1"/>
              <a:t>NumberFormatException</a:t>
            </a:r>
            <a:r>
              <a:rPr lang="en-US" altLang="ko-KR" sz="1400" dirty="0"/>
              <a:t> e){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예외처리</a:t>
            </a:r>
            <a:r>
              <a:rPr lang="en-US" altLang="ko-KR" sz="1400" dirty="0"/>
              <a:t>2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단</a:t>
            </a:r>
            <a:r>
              <a:rPr lang="en-US" altLang="ko-KR" sz="1400" dirty="0"/>
              <a:t>, catch </a:t>
            </a:r>
            <a:r>
              <a:rPr lang="ko-KR" altLang="en-US" sz="1400" dirty="0"/>
              <a:t>블록이 여러 개라 할지라도 단 하나의 </a:t>
            </a:r>
            <a:r>
              <a:rPr lang="en-US" altLang="ko-KR" sz="1400" dirty="0"/>
              <a:t>catch</a:t>
            </a:r>
            <a:r>
              <a:rPr lang="ko-KR" altLang="en-US" sz="1400" dirty="0"/>
              <a:t>블록만 실행된다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try</a:t>
            </a:r>
            <a:r>
              <a:rPr lang="ko-KR" altLang="en-US" sz="1400" dirty="0"/>
              <a:t>블록에서 다발적으로 예외가 발생하지 않고</a:t>
            </a:r>
            <a:r>
              <a:rPr lang="en-US" altLang="ko-KR" sz="1400" dirty="0"/>
              <a:t>, </a:t>
            </a:r>
            <a:r>
              <a:rPr lang="ko-KR" altLang="en-US" sz="1400" dirty="0"/>
              <a:t>하나의 예외가 발생하면 즉시 실행을 멈추고 해당 </a:t>
            </a:r>
            <a:r>
              <a:rPr lang="en-US" altLang="ko-KR" sz="1400" dirty="0"/>
              <a:t>catch </a:t>
            </a:r>
            <a:r>
              <a:rPr lang="ko-KR" altLang="en-US" sz="1400" dirty="0"/>
              <a:t>블록으로 이동하기 때문이다</a:t>
            </a:r>
            <a:r>
              <a:rPr lang="en-US" altLang="ko-K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7096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24060-6D8F-B353-6D5F-C6533BAFB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411DC5-EC3F-18D5-A5C7-C5DD2A0EE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CatchByExceptionKindExample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try {</a:t>
            </a:r>
          </a:p>
          <a:p>
            <a:pPr marL="0" indent="0">
              <a:buNone/>
            </a:pPr>
            <a:r>
              <a:rPr lang="en-US" altLang="ko-KR" sz="1400" dirty="0"/>
              <a:t>            String data1 =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[0];  // </a:t>
            </a:r>
            <a:r>
              <a:rPr lang="ko-KR" altLang="en-US" sz="1400" dirty="0"/>
              <a:t>첫 번째 실행 </a:t>
            </a:r>
            <a:r>
              <a:rPr lang="ko-KR" altLang="en-US" sz="1400" dirty="0" err="1"/>
              <a:t>매개값을</a:t>
            </a:r>
            <a:r>
              <a:rPr lang="ko-KR" altLang="en-US" sz="1400" dirty="0"/>
              <a:t> </a:t>
            </a:r>
            <a:r>
              <a:rPr lang="en-US" altLang="ko-KR" sz="1400" dirty="0"/>
              <a:t>data1</a:t>
            </a:r>
            <a:r>
              <a:rPr lang="ko-KR" altLang="en-US" sz="1400" dirty="0"/>
              <a:t>에 할당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String data2 =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[1];  // </a:t>
            </a:r>
            <a:r>
              <a:rPr lang="ko-KR" altLang="en-US" sz="1400" dirty="0"/>
              <a:t>두 번째 실행 </a:t>
            </a:r>
            <a:r>
              <a:rPr lang="ko-KR" altLang="en-US" sz="1400" dirty="0" err="1"/>
              <a:t>매개값을</a:t>
            </a:r>
            <a:r>
              <a:rPr lang="ko-KR" altLang="en-US" sz="1400" dirty="0"/>
              <a:t> </a:t>
            </a:r>
            <a:r>
              <a:rPr lang="en-US" altLang="ko-KR" sz="1400" dirty="0"/>
              <a:t>data2</a:t>
            </a:r>
            <a:r>
              <a:rPr lang="ko-KR" altLang="en-US" sz="1400" dirty="0"/>
              <a:t>에 할당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int value1 = </a:t>
            </a:r>
            <a:r>
              <a:rPr lang="en-US" altLang="ko-KR" sz="1400" dirty="0" err="1"/>
              <a:t>Integer.parseInt</a:t>
            </a:r>
            <a:r>
              <a:rPr lang="en-US" altLang="ko-KR" sz="1400" dirty="0"/>
              <a:t>(data1);  // data1</a:t>
            </a:r>
            <a:r>
              <a:rPr lang="ko-KR" altLang="en-US" sz="1400" dirty="0"/>
              <a:t>을 정수로 변환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int value2 = </a:t>
            </a:r>
            <a:r>
              <a:rPr lang="en-US" altLang="ko-KR" sz="1400" dirty="0" err="1"/>
              <a:t>Integer.parseInt</a:t>
            </a:r>
            <a:r>
              <a:rPr lang="en-US" altLang="ko-KR" sz="1400" dirty="0"/>
              <a:t>(data2);  // data2</a:t>
            </a:r>
            <a:r>
              <a:rPr lang="ko-KR" altLang="en-US" sz="1400" dirty="0"/>
              <a:t>를 정수로 변환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int result = value1 + value2;  // </a:t>
            </a:r>
            <a:r>
              <a:rPr lang="ko-KR" altLang="en-US" sz="1400" dirty="0"/>
              <a:t>두 값을 더한 결과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(data1 + "+" + data2 + "=" + result);  // </a:t>
            </a:r>
            <a:r>
              <a:rPr lang="ko-KR" altLang="en-US" sz="1400" dirty="0"/>
              <a:t>결과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 catch(</a:t>
            </a:r>
            <a:r>
              <a:rPr lang="en-US" altLang="ko-KR" sz="1400" dirty="0" err="1"/>
              <a:t>ArrayIndexOutOfBoundsException</a:t>
            </a:r>
            <a:r>
              <a:rPr lang="en-US" altLang="ko-KR" sz="1400" dirty="0"/>
              <a:t> e) {  // </a:t>
            </a:r>
            <a:r>
              <a:rPr lang="ko-KR" altLang="en-US" sz="1400" dirty="0"/>
              <a:t>실행 </a:t>
            </a:r>
            <a:r>
              <a:rPr lang="ko-KR" altLang="en-US" sz="1400" dirty="0" err="1"/>
              <a:t>매개값이</a:t>
            </a:r>
            <a:r>
              <a:rPr lang="ko-KR" altLang="en-US" sz="1400" dirty="0"/>
              <a:t> 부족할 경우 예외 처리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실행 </a:t>
            </a:r>
            <a:r>
              <a:rPr lang="ko-KR" altLang="en-US" sz="1400" dirty="0" err="1"/>
              <a:t>매개값의</a:t>
            </a:r>
            <a:r>
              <a:rPr lang="ko-KR" altLang="en-US" sz="1400" dirty="0"/>
              <a:t> 수가 부족합니다</a:t>
            </a:r>
            <a:r>
              <a:rPr lang="en-US" altLang="ko-KR" sz="1400" dirty="0"/>
              <a:t>.");  // </a:t>
            </a:r>
            <a:r>
              <a:rPr lang="ko-KR" altLang="en-US" sz="1400" dirty="0" err="1"/>
              <a:t>매개값</a:t>
            </a:r>
            <a:r>
              <a:rPr lang="ko-KR" altLang="en-US" sz="1400" dirty="0"/>
              <a:t> 부족 메시지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 catch(</a:t>
            </a:r>
            <a:r>
              <a:rPr lang="en-US" altLang="ko-KR" sz="1400" dirty="0" err="1"/>
              <a:t>NumberFormatException</a:t>
            </a:r>
            <a:r>
              <a:rPr lang="en-US" altLang="ko-KR" sz="1400" dirty="0"/>
              <a:t> e) {  // </a:t>
            </a:r>
            <a:r>
              <a:rPr lang="ko-KR" altLang="en-US" sz="1400" dirty="0"/>
              <a:t>숫자 변환 오류 발생 시 예외 처리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숫자로 변환할 수 없습니다</a:t>
            </a:r>
            <a:r>
              <a:rPr lang="en-US" altLang="ko-KR" sz="1400" dirty="0"/>
              <a:t>.");  // </a:t>
            </a:r>
            <a:r>
              <a:rPr lang="ko-KR" altLang="en-US" sz="1400" dirty="0"/>
              <a:t>숫자 변환 실패 메시지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 finally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다시 실행하세요</a:t>
            </a:r>
            <a:r>
              <a:rPr lang="en-US" altLang="ko-KR" sz="1400" dirty="0"/>
              <a:t>.");  // </a:t>
            </a:r>
            <a:r>
              <a:rPr lang="ko-KR" altLang="en-US" sz="1400" dirty="0"/>
              <a:t>예외 발생 여부와 관계없이 항상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7E1A179-D95D-BF8D-A95C-F4F0C5C0B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0265" y="2592327"/>
            <a:ext cx="3252324" cy="1013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891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BE33E-F968-BB67-F71F-BBFFFD579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58C48B-FEE8-08A5-FBB6-454CEBD8B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다중 </a:t>
            </a:r>
            <a:r>
              <a:rPr lang="en-US" altLang="ko-KR" sz="1400" b="1" dirty="0"/>
              <a:t>catch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다중 </a:t>
            </a:r>
            <a:r>
              <a:rPr lang="en-US" altLang="ko-KR" sz="1400" dirty="0"/>
              <a:t>catch </a:t>
            </a:r>
            <a:r>
              <a:rPr lang="ko-KR" altLang="en-US" sz="1400" dirty="0"/>
              <a:t>블록을 작성할 때 주의할 점은 상위 예외 클래스가 하위 예외 클래스보다 아래쪽에 위치해야 한다는 것이다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try</a:t>
            </a:r>
            <a:r>
              <a:rPr lang="ko-KR" altLang="en-US" sz="1400" dirty="0"/>
              <a:t>블록에서 예외가 발생했을 때</a:t>
            </a:r>
            <a:r>
              <a:rPr lang="en-US" altLang="ko-KR" sz="1400" dirty="0"/>
              <a:t>, </a:t>
            </a:r>
            <a:r>
              <a:rPr lang="ko-KR" altLang="en-US" sz="1400" dirty="0"/>
              <a:t>예외를 처리해줄 </a:t>
            </a:r>
            <a:r>
              <a:rPr lang="en-US" altLang="ko-KR" sz="1400" dirty="0" err="1"/>
              <a:t>cath</a:t>
            </a:r>
            <a:r>
              <a:rPr lang="ko-KR" altLang="en-US" sz="1400" dirty="0"/>
              <a:t>블록은 위에서부터 차례대로 검색된다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만약 상위 예외 클래스의 </a:t>
            </a:r>
            <a:r>
              <a:rPr lang="en-US" altLang="ko-KR" sz="1400" dirty="0"/>
              <a:t>catch </a:t>
            </a:r>
            <a:r>
              <a:rPr lang="ko-KR" altLang="en-US" sz="1400" dirty="0"/>
              <a:t>블록이 위에 있다면</a:t>
            </a:r>
            <a:r>
              <a:rPr lang="en-US" altLang="ko-KR" sz="1400" dirty="0"/>
              <a:t>, </a:t>
            </a:r>
            <a:r>
              <a:rPr lang="ko-KR" altLang="en-US" sz="1400" dirty="0"/>
              <a:t>하위 예외 클래스의 </a:t>
            </a:r>
            <a:r>
              <a:rPr lang="en-US" altLang="ko-KR" sz="1400" dirty="0"/>
              <a:t>catch</a:t>
            </a:r>
            <a:r>
              <a:rPr lang="ko-KR" altLang="en-US" sz="1400" dirty="0"/>
              <a:t> 블록은 실행되지 않는다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try{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// </a:t>
            </a:r>
            <a:r>
              <a:rPr lang="en-US" altLang="ko-KR" sz="1400" dirty="0" err="1"/>
              <a:t>ArrayIndexOutOfBoundsException</a:t>
            </a:r>
            <a:r>
              <a:rPr lang="en-US" altLang="ko-KR" sz="1400" dirty="0"/>
              <a:t> </a:t>
            </a:r>
            <a:r>
              <a:rPr lang="ko-KR" altLang="en-US" sz="1400" dirty="0"/>
              <a:t>발생 코드</a:t>
            </a:r>
            <a:r>
              <a:rPr lang="en-US" altLang="ko-KR" sz="1400" dirty="0"/>
              <a:t> 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// </a:t>
            </a:r>
            <a:r>
              <a:rPr lang="ko-KR" altLang="en-US" sz="1400" dirty="0"/>
              <a:t>다른 예외 발생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}catch(</a:t>
            </a:r>
            <a:r>
              <a:rPr lang="en-US" altLang="ko-KR" sz="1400" dirty="0" err="1"/>
              <a:t>ArrayIndexOutOfBoundsException</a:t>
            </a:r>
            <a:r>
              <a:rPr lang="en-US" altLang="ko-KR" sz="1400" dirty="0"/>
              <a:t> e){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예외처리</a:t>
            </a:r>
            <a:r>
              <a:rPr lang="en-US" altLang="ko-KR" sz="1400" dirty="0"/>
              <a:t>1</a:t>
            </a:r>
          </a:p>
          <a:p>
            <a:pPr marL="0" indent="0">
              <a:buNone/>
            </a:pPr>
            <a:r>
              <a:rPr lang="en-US" altLang="ko-KR" sz="1400" dirty="0"/>
              <a:t>}catch(Exception e){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예외처리</a:t>
            </a:r>
            <a:r>
              <a:rPr lang="en-US" altLang="ko-KR" sz="1400" dirty="0"/>
              <a:t>2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086661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72DDE-8761-3A60-AD1B-8E2383915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B86F93-E073-32C7-FC5F-EB7A52EE7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CatchOrderExample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try {</a:t>
            </a:r>
          </a:p>
          <a:p>
            <a:pPr marL="0" indent="0">
              <a:buNone/>
            </a:pPr>
            <a:r>
              <a:rPr lang="en-US" altLang="ko-KR" sz="1400" dirty="0"/>
              <a:t>            String data1 =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[0];  // </a:t>
            </a:r>
            <a:r>
              <a:rPr lang="ko-KR" altLang="en-US" sz="1400" dirty="0"/>
              <a:t>첫 번째 실행 </a:t>
            </a:r>
            <a:r>
              <a:rPr lang="ko-KR" altLang="en-US" sz="1400" dirty="0" err="1"/>
              <a:t>매개값을</a:t>
            </a:r>
            <a:r>
              <a:rPr lang="ko-KR" altLang="en-US" sz="1400" dirty="0"/>
              <a:t> </a:t>
            </a:r>
            <a:r>
              <a:rPr lang="en-US" altLang="ko-KR" sz="1400" dirty="0"/>
              <a:t>data1</a:t>
            </a:r>
            <a:r>
              <a:rPr lang="ko-KR" altLang="en-US" sz="1400" dirty="0"/>
              <a:t>에 할당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String data2 =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[1];  // </a:t>
            </a:r>
            <a:r>
              <a:rPr lang="ko-KR" altLang="en-US" sz="1400" dirty="0"/>
              <a:t>두 번째 실행 </a:t>
            </a:r>
            <a:r>
              <a:rPr lang="ko-KR" altLang="en-US" sz="1400" dirty="0" err="1"/>
              <a:t>매개값을</a:t>
            </a:r>
            <a:r>
              <a:rPr lang="ko-KR" altLang="en-US" sz="1400" dirty="0"/>
              <a:t> </a:t>
            </a:r>
            <a:r>
              <a:rPr lang="en-US" altLang="ko-KR" sz="1400" dirty="0"/>
              <a:t>data2</a:t>
            </a:r>
            <a:r>
              <a:rPr lang="ko-KR" altLang="en-US" sz="1400" dirty="0"/>
              <a:t>에 할당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int value1 = </a:t>
            </a:r>
            <a:r>
              <a:rPr lang="en-US" altLang="ko-KR" sz="1400" dirty="0" err="1"/>
              <a:t>Integer.parseInt</a:t>
            </a:r>
            <a:r>
              <a:rPr lang="en-US" altLang="ko-KR" sz="1400" dirty="0"/>
              <a:t>(data1);  // data1</a:t>
            </a:r>
            <a:r>
              <a:rPr lang="ko-KR" altLang="en-US" sz="1400" dirty="0"/>
              <a:t>을 정수로 변환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int value2 = </a:t>
            </a:r>
            <a:r>
              <a:rPr lang="en-US" altLang="ko-KR" sz="1400" dirty="0" err="1"/>
              <a:t>Integer.parseInt</a:t>
            </a:r>
            <a:r>
              <a:rPr lang="en-US" altLang="ko-KR" sz="1400" dirty="0"/>
              <a:t>(data2);  // data2</a:t>
            </a:r>
            <a:r>
              <a:rPr lang="ko-KR" altLang="en-US" sz="1400" dirty="0"/>
              <a:t>를 정수로 변환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int result = value1 + value2;  // </a:t>
            </a:r>
            <a:r>
              <a:rPr lang="ko-KR" altLang="en-US" sz="1400" dirty="0"/>
              <a:t>두 값을 더한 결과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(data1 + "+" + data2 + "=" + result);  // </a:t>
            </a:r>
            <a:r>
              <a:rPr lang="ko-KR" altLang="en-US" sz="1400" dirty="0"/>
              <a:t>결과 출력</a:t>
            </a:r>
            <a:r>
              <a:rPr lang="en-US" altLang="ko-KR" sz="1400" dirty="0"/>
              <a:t>	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 catch(</a:t>
            </a:r>
            <a:r>
              <a:rPr lang="en-US" altLang="ko-KR" sz="1400" dirty="0" err="1"/>
              <a:t>ArrayIndexOutOfBoundsException</a:t>
            </a:r>
            <a:r>
              <a:rPr lang="en-US" altLang="ko-KR" sz="1400" dirty="0"/>
              <a:t> e) {  // </a:t>
            </a:r>
            <a:r>
              <a:rPr lang="ko-KR" altLang="en-US" sz="1400" dirty="0"/>
              <a:t>실행 </a:t>
            </a:r>
            <a:r>
              <a:rPr lang="ko-KR" altLang="en-US" sz="1400" dirty="0" err="1"/>
              <a:t>매개값이</a:t>
            </a:r>
            <a:r>
              <a:rPr lang="ko-KR" altLang="en-US" sz="1400" dirty="0"/>
              <a:t> 부족할 경우 예외 처리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실행 </a:t>
            </a:r>
            <a:r>
              <a:rPr lang="ko-KR" altLang="en-US" sz="1400" dirty="0" err="1"/>
              <a:t>매개값의</a:t>
            </a:r>
            <a:r>
              <a:rPr lang="ko-KR" altLang="en-US" sz="1400" dirty="0"/>
              <a:t> 수가 부족합니다</a:t>
            </a:r>
            <a:r>
              <a:rPr lang="en-US" altLang="ko-KR" sz="1400" dirty="0"/>
              <a:t>.");  // </a:t>
            </a:r>
            <a:r>
              <a:rPr lang="ko-KR" altLang="en-US" sz="1400" dirty="0" err="1"/>
              <a:t>매개값</a:t>
            </a:r>
            <a:r>
              <a:rPr lang="ko-KR" altLang="en-US" sz="1400" dirty="0"/>
              <a:t> 부족 메시지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 catch(Exception e) {  // </a:t>
            </a:r>
            <a:r>
              <a:rPr lang="ko-KR" altLang="en-US" sz="1400" dirty="0"/>
              <a:t>모든 예외를 처리하는 일반 예외 처리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실행에 문제가 있습니다</a:t>
            </a:r>
            <a:r>
              <a:rPr lang="en-US" altLang="ko-KR" sz="1400" dirty="0"/>
              <a:t>.");  // </a:t>
            </a:r>
            <a:r>
              <a:rPr lang="ko-KR" altLang="en-US" sz="1400" dirty="0"/>
              <a:t>일반 예외 메시지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 finally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다시 실행하세요</a:t>
            </a:r>
            <a:r>
              <a:rPr lang="en-US" altLang="ko-KR" sz="1400" dirty="0"/>
              <a:t>.");  // </a:t>
            </a:r>
            <a:r>
              <a:rPr lang="ko-KR" altLang="en-US" sz="1400" dirty="0"/>
              <a:t>예외 발생 여부와 관계없이 항상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E42B7D2-F22D-9221-1402-301C18B50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647" y="2653521"/>
            <a:ext cx="3843679" cy="77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0881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F3990-678A-6529-4FFF-97F014081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7A3E45-58AF-A6C5-24C2-A952AA792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sz="1400" b="1" dirty="0"/>
              <a:t>예외 떠넘기기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메소드 내부에서 예외가 발생할 수 있는 코드를 작성할 때 </a:t>
            </a:r>
            <a:r>
              <a:rPr lang="en-US" altLang="ko-KR" sz="1400" dirty="0"/>
              <a:t>try-catch</a:t>
            </a:r>
            <a:r>
              <a:rPr lang="ko-KR" altLang="en-US" sz="1400" dirty="0"/>
              <a:t>문으로 예외를 처리하는 것이 기본이지만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경우에 따라서 메소드를 호출한 곳으로 예외를 떠넘길 수도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이때 사용하는 것이 </a:t>
            </a:r>
            <a:r>
              <a:rPr lang="en-US" altLang="ko-KR" sz="1400" dirty="0"/>
              <a:t>throws </a:t>
            </a:r>
            <a:r>
              <a:rPr lang="ko-KR" altLang="en-US" sz="1400" dirty="0"/>
              <a:t>키워드이다</a:t>
            </a:r>
            <a:r>
              <a:rPr lang="en-US" altLang="ko-KR" sz="1400" dirty="0"/>
              <a:t>. throws</a:t>
            </a:r>
            <a:r>
              <a:rPr lang="ko-KR" altLang="en-US" sz="1400" dirty="0"/>
              <a:t>키워드는 메소드 </a:t>
            </a:r>
            <a:r>
              <a:rPr lang="ko-KR" altLang="en-US" sz="1400" dirty="0" err="1"/>
              <a:t>선언부</a:t>
            </a:r>
            <a:r>
              <a:rPr lang="ko-KR" altLang="en-US" sz="1400" dirty="0"/>
              <a:t> 끝에 작성되어 메소드에서 처리하지 않은 예외를 호출한 곳으로 떠넘기는 역할을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/>
              <a:t>public void method1(){</a:t>
            </a:r>
          </a:p>
          <a:p>
            <a:pPr marL="0" indent="0">
              <a:buNone/>
            </a:pPr>
            <a:r>
              <a:rPr lang="en-US" altLang="ko-KR" sz="1400" dirty="0"/>
              <a:t>	try{</a:t>
            </a:r>
          </a:p>
          <a:p>
            <a:pPr marL="0" indent="0">
              <a:buNone/>
            </a:pPr>
            <a:r>
              <a:rPr lang="en-US" altLang="ko-KR" sz="1400" dirty="0"/>
              <a:t>		method2(); 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}catch(</a:t>
            </a:r>
            <a:r>
              <a:rPr lang="ko-KR" altLang="en-US" sz="1400" dirty="0"/>
              <a:t>예외클래스</a:t>
            </a:r>
            <a:r>
              <a:rPr lang="en-US" altLang="ko-KR" sz="1400" dirty="0"/>
              <a:t> e){</a:t>
            </a:r>
          </a:p>
          <a:p>
            <a:pPr marL="0" indent="0">
              <a:buNone/>
            </a:pPr>
            <a:r>
              <a:rPr lang="en-US" altLang="ko-KR" sz="1400" dirty="0"/>
              <a:t>		//</a:t>
            </a:r>
            <a:r>
              <a:rPr lang="ko-KR" altLang="en-US" sz="1400" dirty="0"/>
              <a:t>예외처리</a:t>
            </a:r>
            <a:r>
              <a:rPr lang="en-US" altLang="ko-KR" sz="1400" dirty="0"/>
              <a:t>1</a:t>
            </a:r>
          </a:p>
          <a:p>
            <a:pPr marL="0" indent="0">
              <a:buNone/>
            </a:pPr>
            <a:r>
              <a:rPr lang="en-US" altLang="ko-KR" sz="1400" dirty="0"/>
              <a:t>	} 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void method2() throws </a:t>
            </a:r>
            <a:r>
              <a:rPr lang="ko-KR" altLang="en-US" sz="1400" dirty="0"/>
              <a:t>예외 클래스</a:t>
            </a:r>
            <a:r>
              <a:rPr lang="en-US" altLang="ko-KR" sz="1400" dirty="0"/>
              <a:t>,...{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예외 발생 코드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throws</a:t>
            </a:r>
            <a:r>
              <a:rPr lang="ko-KR" altLang="en-US" sz="1400" dirty="0"/>
              <a:t>키워드가 붙어 있는 메소드는 반드시 </a:t>
            </a:r>
            <a:r>
              <a:rPr lang="en-US" altLang="ko-KR" sz="1400" dirty="0"/>
              <a:t>try</a:t>
            </a:r>
            <a:r>
              <a:rPr lang="ko-KR" altLang="en-US" sz="1400" dirty="0"/>
              <a:t>블록 내에서 호출되어야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위 코드는 </a:t>
            </a:r>
            <a:r>
              <a:rPr lang="en-US" altLang="ko-KR" sz="1400" dirty="0"/>
              <a:t>method2()</a:t>
            </a:r>
            <a:r>
              <a:rPr lang="ko-KR" altLang="en-US" sz="1400" dirty="0"/>
              <a:t>에서 발생한 예외를 메소드를 호출한 곳으로 떠넘겨서 처리한다</a:t>
            </a:r>
            <a:r>
              <a:rPr lang="en-US" altLang="ko-K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14044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92BFB-9F22-D039-6DD0-90830960F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5AC8FF-76F8-B65A-0DA8-367B4A9E6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ThrowsExample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try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findClass</a:t>
            </a:r>
            <a:r>
              <a:rPr lang="en-US" altLang="ko-KR" sz="1400" dirty="0"/>
              <a:t>();  // </a:t>
            </a:r>
            <a:r>
              <a:rPr lang="en-US" altLang="ko-KR" sz="1400" dirty="0" err="1"/>
              <a:t>findClass</a:t>
            </a:r>
            <a:r>
              <a:rPr lang="en-US" altLang="ko-KR" sz="1400" dirty="0"/>
              <a:t>() </a:t>
            </a:r>
            <a:r>
              <a:rPr lang="ko-KR" altLang="en-US" sz="1400" dirty="0"/>
              <a:t>메서드를 호출하여 예외 발생 가능성 있음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 catch(</a:t>
            </a:r>
            <a:r>
              <a:rPr lang="en-US" altLang="ko-KR" sz="1400" dirty="0" err="1"/>
              <a:t>ClassNotFoundException</a:t>
            </a:r>
            <a:r>
              <a:rPr lang="en-US" altLang="ko-KR" sz="1400" dirty="0"/>
              <a:t> e) {  // </a:t>
            </a:r>
            <a:r>
              <a:rPr lang="en-US" altLang="ko-KR" sz="1400" dirty="0" err="1"/>
              <a:t>ClassNotFoundException</a:t>
            </a:r>
            <a:r>
              <a:rPr lang="en-US" altLang="ko-KR" sz="1400" dirty="0"/>
              <a:t> </a:t>
            </a:r>
            <a:r>
              <a:rPr lang="ko-KR" altLang="en-US" sz="1400" dirty="0"/>
              <a:t>예외 처리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클래스가 존재하지 않습니다</a:t>
            </a:r>
            <a:r>
              <a:rPr lang="en-US" altLang="ko-KR" sz="1400" dirty="0"/>
              <a:t>.");  // </a:t>
            </a:r>
            <a:r>
              <a:rPr lang="ko-KR" altLang="en-US" sz="1400" dirty="0"/>
              <a:t>클래스가 존재하지 않을 때 메시지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    </a:t>
            </a:r>
          </a:p>
          <a:p>
            <a:pPr marL="0" indent="0">
              <a:buNone/>
            </a:pPr>
            <a:r>
              <a:rPr lang="en-US" altLang="ko-KR" sz="1400" dirty="0"/>
              <a:t>    public static void </a:t>
            </a:r>
            <a:r>
              <a:rPr lang="en-US" altLang="ko-KR" sz="1400" dirty="0" err="1"/>
              <a:t>findClass</a:t>
            </a:r>
            <a:r>
              <a:rPr lang="en-US" altLang="ko-KR" sz="1400" dirty="0"/>
              <a:t>() throws </a:t>
            </a:r>
            <a:r>
              <a:rPr lang="en-US" altLang="ko-KR" sz="1400" dirty="0" err="1"/>
              <a:t>ClassNotFoundException</a:t>
            </a:r>
            <a:r>
              <a:rPr lang="en-US" altLang="ko-KR" sz="1400" dirty="0"/>
              <a:t> {  // </a:t>
            </a:r>
            <a:r>
              <a:rPr lang="en-US" altLang="ko-KR" sz="1400" dirty="0" err="1"/>
              <a:t>ClassNotFoundException</a:t>
            </a:r>
            <a:r>
              <a:rPr lang="ko-KR" altLang="en-US" sz="1400" dirty="0"/>
              <a:t>을 메서드에서 던짐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Class </a:t>
            </a:r>
            <a:r>
              <a:rPr lang="en-US" altLang="ko-KR" sz="1400" dirty="0" err="1"/>
              <a:t>clazz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Class.forName</a:t>
            </a:r>
            <a:r>
              <a:rPr lang="en-US" altLang="ko-KR" sz="1400" dirty="0"/>
              <a:t>("java.lang.String2");  // "java.lang.String2" </a:t>
            </a:r>
            <a:r>
              <a:rPr lang="ko-KR" altLang="en-US" sz="1400" dirty="0"/>
              <a:t>클래스를 </a:t>
            </a:r>
            <a:r>
              <a:rPr lang="ko-KR" altLang="en-US" sz="1400" dirty="0" err="1"/>
              <a:t>로드하려고</a:t>
            </a:r>
            <a:r>
              <a:rPr lang="ko-KR" altLang="en-US" sz="1400" dirty="0"/>
              <a:t> 시도 </a:t>
            </a:r>
            <a:r>
              <a:rPr lang="en-US" altLang="ko-KR" sz="1400" dirty="0"/>
              <a:t>(</a:t>
            </a:r>
            <a:r>
              <a:rPr lang="ko-KR" altLang="en-US" sz="1400" dirty="0"/>
              <a:t>없는 클래스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8E82D67-90C6-CD91-BF32-42014E44F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833" y="4693399"/>
            <a:ext cx="3658221" cy="56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024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2243</Words>
  <Application>Microsoft Office PowerPoint</Application>
  <PresentationFormat>와이드스크린</PresentationFormat>
  <Paragraphs>327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맑은 고딕</vt:lpstr>
      <vt:lpstr>Arial</vt:lpstr>
      <vt:lpstr>Office 테마</vt:lpstr>
      <vt:lpstr>예외 처리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노찬희</dc:creator>
  <cp:lastModifiedBy>노찬희</cp:lastModifiedBy>
  <cp:revision>5</cp:revision>
  <dcterms:created xsi:type="dcterms:W3CDTF">2024-11-16T10:25:19Z</dcterms:created>
  <dcterms:modified xsi:type="dcterms:W3CDTF">2024-12-03T15:02:13Z</dcterms:modified>
</cp:coreProperties>
</file>