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컬렉션 프레임워크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자료구조와 컬렉션 프레임워크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자료구조</a:t>
            </a:r>
            <a:r>
              <a:rPr lang="en-US" altLang="ko-KR" sz="1400" b="1" dirty="0"/>
              <a:t>(Data Structure)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데이터를 효율적으로 저장하도록 설계된 구조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배열은 선언 시 정한 크기를 변경할 수 없고 항목을 저장</a:t>
            </a:r>
            <a:r>
              <a:rPr lang="en-US" altLang="ko-KR" sz="1400" dirty="0"/>
              <a:t>, </a:t>
            </a:r>
            <a:r>
              <a:rPr lang="ko-KR" altLang="en-US" sz="1400" dirty="0"/>
              <a:t>삭제 추가하는 메소드가 없기 때문에 직접 인덱스로 </a:t>
            </a:r>
            <a:r>
              <a:rPr lang="ko-KR" altLang="en-US" sz="1400" dirty="0" err="1"/>
              <a:t>접근해야함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이러한 불편을 해결하는 것이 컬렉션 프레임워크이다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b="1" dirty="0">
                <a:sym typeface="Wingdings" panose="05000000000000000000" pitchFamily="2" charset="2"/>
              </a:rPr>
              <a:t>컬렉션</a:t>
            </a:r>
            <a:r>
              <a:rPr lang="en-US" altLang="ko-KR" sz="1400" b="1" dirty="0">
                <a:sym typeface="Wingdings" panose="05000000000000000000" pitchFamily="2" charset="2"/>
              </a:rPr>
              <a:t>(Collection)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객체의 저장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b="1" dirty="0">
                <a:sym typeface="Wingdings" panose="05000000000000000000" pitchFamily="2" charset="2"/>
              </a:rPr>
              <a:t>프레임워크</a:t>
            </a:r>
            <a:r>
              <a:rPr lang="en-US" altLang="ko-KR" sz="1400" b="1" dirty="0">
                <a:sym typeface="Wingdings" panose="05000000000000000000" pitchFamily="2" charset="2"/>
              </a:rPr>
              <a:t>(Framework)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 err="1"/>
              <a:t>저장해놓은</a:t>
            </a:r>
            <a:r>
              <a:rPr lang="ko-KR" altLang="en-US" sz="1400" dirty="0"/>
              <a:t> 라이브러리</a:t>
            </a:r>
            <a:r>
              <a:rPr lang="en-US" altLang="ko-KR" sz="1400" dirty="0"/>
              <a:t>, </a:t>
            </a:r>
            <a:r>
              <a:rPr lang="ko-KR" altLang="en-US" sz="1400" dirty="0"/>
              <a:t>코드의 재사용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컬렉션 프레임워크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사용 방법을 정의한 인터페이스를 제공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ko-KR" altLang="en-US" sz="1400" dirty="0"/>
              <a:t> </a:t>
            </a:r>
            <a:r>
              <a:rPr lang="en-US" altLang="ko-KR" sz="1400" dirty="0"/>
              <a:t>List,</a:t>
            </a:r>
            <a:r>
              <a:rPr lang="ko-KR" altLang="en-US" sz="1400" dirty="0"/>
              <a:t> </a:t>
            </a:r>
            <a:r>
              <a:rPr lang="en-US" altLang="ko-KR" sz="1400" dirty="0"/>
              <a:t>Set,</a:t>
            </a:r>
            <a:r>
              <a:rPr lang="ko-KR" altLang="en-US" sz="1400" dirty="0"/>
              <a:t> </a:t>
            </a:r>
            <a:r>
              <a:rPr lang="en-US" altLang="ko-KR" sz="1400" dirty="0"/>
              <a:t>Map</a:t>
            </a:r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D5A9-9C7D-9B17-2CC0-5B76613F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141265-DA16-CA2E-30C4-D9251969B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b="1" dirty="0"/>
              <a:t>List </a:t>
            </a:r>
            <a:r>
              <a:rPr lang="ko-KR" altLang="en-US" sz="1400" b="1" dirty="0"/>
              <a:t>컬렉션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배열과 동일한 메모리 주소 관리</a:t>
            </a:r>
            <a:r>
              <a:rPr lang="en-US" altLang="ko-KR" sz="1400" dirty="0"/>
              <a:t>(</a:t>
            </a:r>
            <a:r>
              <a:rPr lang="ko-KR" altLang="en-US" sz="1400" dirty="0"/>
              <a:t>절대 주소</a:t>
            </a:r>
            <a:r>
              <a:rPr lang="en-US" altLang="ko-KR" sz="1400" dirty="0"/>
              <a:t>)				 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저장 용량 자동 증가</a:t>
            </a:r>
            <a:r>
              <a:rPr lang="en-US" altLang="ko-KR" sz="1400" dirty="0"/>
              <a:t>						 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객체를 저장할 때 자동으로 인덱스 부여</a:t>
            </a:r>
            <a:r>
              <a:rPr lang="en-US" altLang="ko-KR" sz="1400" dirty="0"/>
              <a:t>				 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추가</a:t>
            </a:r>
            <a:r>
              <a:rPr lang="en-US" altLang="ko-KR" sz="1400" dirty="0"/>
              <a:t>,</a:t>
            </a:r>
            <a:r>
              <a:rPr lang="ko-KR" altLang="en-US" sz="1400" dirty="0"/>
              <a:t>삭제</a:t>
            </a:r>
            <a:r>
              <a:rPr lang="en-US" altLang="ko-KR" sz="1400" dirty="0"/>
              <a:t>,</a:t>
            </a:r>
            <a:r>
              <a:rPr lang="ko-KR" altLang="en-US" sz="1400" dirty="0"/>
              <a:t>검색을 위한 다양한 메소드 제공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객체 자체를 저장하는 것이 아니라 객체의 참조 </a:t>
            </a:r>
            <a:r>
              <a:rPr lang="ko-KR" altLang="en-US" sz="1400" dirty="0" err="1"/>
              <a:t>변수값을</a:t>
            </a:r>
            <a:r>
              <a:rPr lang="ko-KR" altLang="en-US" sz="1400" dirty="0"/>
              <a:t> 저장함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List </a:t>
            </a:r>
            <a:r>
              <a:rPr lang="ko-KR" altLang="en-US" sz="1400" b="1" dirty="0"/>
              <a:t>컬렉션의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 추가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add(E e)		</a:t>
            </a:r>
            <a:r>
              <a:rPr lang="ko-KR" altLang="en-US" sz="1400" dirty="0"/>
              <a:t> 주어진 객체를 맨 끝에 추가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void add(int index, E element)	</a:t>
            </a:r>
            <a:r>
              <a:rPr lang="ko-KR" altLang="en-US" sz="1400" dirty="0"/>
              <a:t> 주어진 인덱스에 객체를 추가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E set(int index, E element)	</a:t>
            </a:r>
            <a:r>
              <a:rPr lang="ko-KR" altLang="en-US" sz="1400" dirty="0"/>
              <a:t> 인덱스에 저장된 객체를 주어진 객체로 바꿈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검색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E get(int index)		</a:t>
            </a:r>
            <a:r>
              <a:rPr lang="ko-KR" altLang="en-US" sz="1400" dirty="0"/>
              <a:t>주어진 인덱스에 저장된 객체를 리턴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contains(Object o)	</a:t>
            </a:r>
            <a:r>
              <a:rPr lang="ko-KR" altLang="en-US" sz="1400" dirty="0"/>
              <a:t>주어진 객체가 저장되어 있는지 조사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isEmpty</a:t>
            </a:r>
            <a:r>
              <a:rPr lang="en-US" altLang="ko-KR" sz="1400" dirty="0"/>
              <a:t>()		</a:t>
            </a:r>
            <a:r>
              <a:rPr lang="ko-KR" altLang="en-US" sz="1400" dirty="0"/>
              <a:t>컬렉션에 비어 있는지 조사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int size()			</a:t>
            </a:r>
            <a:r>
              <a:rPr lang="ko-KR" altLang="en-US" sz="1400" dirty="0"/>
              <a:t>저장되어 있는 전체 객체 수를 리턴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삭제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void clear() 		</a:t>
            </a:r>
            <a:r>
              <a:rPr lang="ko-KR" altLang="en-US" sz="1400" dirty="0"/>
              <a:t>저장된 모든 객체를 삭제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E remove(int index)		</a:t>
            </a:r>
            <a:r>
              <a:rPr lang="ko-KR" altLang="en-US" sz="1400" dirty="0"/>
              <a:t>주어진 인덱스에 저장된 객체를 삭제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remove(Object o) 	</a:t>
            </a:r>
            <a:r>
              <a:rPr lang="ko-KR" altLang="en-US" sz="1400" dirty="0"/>
              <a:t>주어진 객체를 삭제 </a:t>
            </a:r>
            <a:r>
              <a:rPr lang="en-US" altLang="ko-KR" sz="1400" dirty="0"/>
              <a:t>	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C6B939-A3B1-7290-B18B-4495DC520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24519"/>
              </p:ext>
            </p:extLst>
          </p:nvPr>
        </p:nvGraphicFramePr>
        <p:xfrm>
          <a:off x="1175693" y="1925219"/>
          <a:ext cx="9840614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5802">
                  <a:extLst>
                    <a:ext uri="{9D8B030D-6E8A-4147-A177-3AD203B41FA5}">
                      <a16:colId xmlns:a16="http://schemas.microsoft.com/office/drawing/2014/main" val="2494119250"/>
                    </a:ext>
                  </a:extLst>
                </a:gridCol>
                <a:gridCol w="1405802">
                  <a:extLst>
                    <a:ext uri="{9D8B030D-6E8A-4147-A177-3AD203B41FA5}">
                      <a16:colId xmlns:a16="http://schemas.microsoft.com/office/drawing/2014/main" val="719804472"/>
                    </a:ext>
                  </a:extLst>
                </a:gridCol>
                <a:gridCol w="1405802">
                  <a:extLst>
                    <a:ext uri="{9D8B030D-6E8A-4147-A177-3AD203B41FA5}">
                      <a16:colId xmlns:a16="http://schemas.microsoft.com/office/drawing/2014/main" val="1060681237"/>
                    </a:ext>
                  </a:extLst>
                </a:gridCol>
                <a:gridCol w="1405802">
                  <a:extLst>
                    <a:ext uri="{9D8B030D-6E8A-4147-A177-3AD203B41FA5}">
                      <a16:colId xmlns:a16="http://schemas.microsoft.com/office/drawing/2014/main" val="947957031"/>
                    </a:ext>
                  </a:extLst>
                </a:gridCol>
                <a:gridCol w="1405802">
                  <a:extLst>
                    <a:ext uri="{9D8B030D-6E8A-4147-A177-3AD203B41FA5}">
                      <a16:colId xmlns:a16="http://schemas.microsoft.com/office/drawing/2014/main" val="1654683980"/>
                    </a:ext>
                  </a:extLst>
                </a:gridCol>
                <a:gridCol w="1405802">
                  <a:extLst>
                    <a:ext uri="{9D8B030D-6E8A-4147-A177-3AD203B41FA5}">
                      <a16:colId xmlns:a16="http://schemas.microsoft.com/office/drawing/2014/main" val="325883100"/>
                    </a:ext>
                  </a:extLst>
                </a:gridCol>
                <a:gridCol w="1405802">
                  <a:extLst>
                    <a:ext uri="{9D8B030D-6E8A-4147-A177-3AD203B41FA5}">
                      <a16:colId xmlns:a16="http://schemas.microsoft.com/office/drawing/2014/main" val="24612875"/>
                    </a:ext>
                  </a:extLst>
                </a:gridCol>
              </a:tblGrid>
              <a:tr h="1200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9611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의 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의 번지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의 번지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의 번지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의 번지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의 번지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객체</a:t>
                      </a:r>
                      <a:r>
                        <a:rPr lang="en-US" altLang="ko-KR" sz="1200" dirty="0"/>
                        <a:t>7</a:t>
                      </a:r>
                      <a:r>
                        <a:rPr lang="ko-KR" altLang="en-US" sz="1200" dirty="0"/>
                        <a:t>의 번지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334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05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18687-4184-30C2-B619-9E7E0E12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00DBB-DFCE-4156-E1EE-15969F2E6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// List</a:t>
            </a:r>
            <a:r>
              <a:rPr lang="ko-KR" altLang="en-US" sz="1400" dirty="0"/>
              <a:t>에 객체 추가</a:t>
            </a:r>
            <a:r>
              <a:rPr lang="en-US" altLang="ko-KR" sz="1400" dirty="0"/>
              <a:t>, </a:t>
            </a:r>
            <a:r>
              <a:rPr lang="ko-KR" altLang="en-US" sz="1400" dirty="0"/>
              <a:t>검색</a:t>
            </a:r>
            <a:r>
              <a:rPr lang="en-US" altLang="ko-KR" sz="1400" dirty="0"/>
              <a:t>, </a:t>
            </a:r>
            <a:r>
              <a:rPr lang="ko-KR" altLang="en-US" sz="1400" dirty="0"/>
              <a:t>삭제의 예</a:t>
            </a:r>
          </a:p>
          <a:p>
            <a:pPr marL="0" indent="0">
              <a:buNone/>
            </a:pPr>
            <a:r>
              <a:rPr lang="en-US" altLang="ko-KR" sz="1400" dirty="0"/>
              <a:t>List&lt;String&gt; list = ...;</a:t>
            </a:r>
          </a:p>
          <a:p>
            <a:pPr marL="0" indent="0">
              <a:buNone/>
            </a:pPr>
            <a:r>
              <a:rPr lang="en-US" altLang="ko-KR" sz="1400" dirty="0" err="1"/>
              <a:t>list.add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              // </a:t>
            </a:r>
            <a:r>
              <a:rPr lang="ko-KR" altLang="en-US" sz="1400" dirty="0"/>
              <a:t>맨 끝에 객체 추가</a:t>
            </a:r>
          </a:p>
          <a:p>
            <a:pPr marL="0" indent="0">
              <a:buNone/>
            </a:pPr>
            <a:r>
              <a:rPr lang="en-US" altLang="ko-KR" sz="1400" dirty="0" err="1"/>
              <a:t>list.add</a:t>
            </a:r>
            <a:r>
              <a:rPr lang="en-US" altLang="ko-KR" sz="1400" dirty="0"/>
              <a:t>(1, "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");          // </a:t>
            </a:r>
            <a:r>
              <a:rPr lang="ko-KR" altLang="en-US" sz="1400" dirty="0"/>
              <a:t>지정된 인덱스에 객체 삽입</a:t>
            </a:r>
          </a:p>
          <a:p>
            <a:pPr marL="0" indent="0">
              <a:buNone/>
            </a:pPr>
            <a:r>
              <a:rPr lang="en-US" altLang="ko-KR" sz="1400" dirty="0"/>
              <a:t>String str = </a:t>
            </a:r>
            <a:r>
              <a:rPr lang="en-US" altLang="ko-KR" sz="1400" dirty="0" err="1"/>
              <a:t>list.get</a:t>
            </a:r>
            <a:r>
              <a:rPr lang="en-US" altLang="ko-KR" sz="1400" dirty="0"/>
              <a:t>(1);       // </a:t>
            </a:r>
            <a:r>
              <a:rPr lang="ko-KR" altLang="en-US" sz="1400" dirty="0"/>
              <a:t>인덱스 객체 검색</a:t>
            </a:r>
          </a:p>
          <a:p>
            <a:pPr marL="0" indent="0">
              <a:buNone/>
            </a:pPr>
            <a:r>
              <a:rPr lang="en-US" altLang="ko-KR" sz="1400" dirty="0" err="1"/>
              <a:t>list.remove</a:t>
            </a:r>
            <a:r>
              <a:rPr lang="en-US" altLang="ko-KR" sz="1400" dirty="0"/>
              <a:t>(0);                 // </a:t>
            </a:r>
            <a:r>
              <a:rPr lang="ko-KR" altLang="en-US" sz="1400" dirty="0"/>
              <a:t>인덱스로 객체 삭제</a:t>
            </a:r>
          </a:p>
          <a:p>
            <a:pPr marL="0" indent="0">
              <a:buNone/>
            </a:pPr>
            <a:r>
              <a:rPr lang="en-US" altLang="ko-KR" sz="1400" dirty="0" err="1"/>
              <a:t>list.remove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");          // </a:t>
            </a:r>
            <a:r>
              <a:rPr lang="ko-KR" altLang="en-US" sz="1400" dirty="0"/>
              <a:t>객체 삭제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ko-KR" altLang="en-US" sz="1400" dirty="0"/>
              <a:t>인덱스를 이용한 리스트 순회</a:t>
            </a:r>
          </a:p>
          <a:p>
            <a:pPr marL="0" indent="0">
              <a:buNone/>
            </a:pPr>
            <a:r>
              <a:rPr lang="en-US" altLang="ko-KR" sz="1400" dirty="0"/>
              <a:t>List&lt;String&gt; list = ...;</a:t>
            </a:r>
          </a:p>
          <a:p>
            <a:pPr marL="0" indent="0">
              <a:buNone/>
            </a:pPr>
            <a:r>
              <a:rPr lang="en-US" altLang="ko-KR" sz="1400" dirty="0"/>
              <a:t>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list.size</a:t>
            </a:r>
            <a:r>
              <a:rPr lang="en-US" altLang="ko-KR" sz="1400" dirty="0"/>
              <a:t>();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 // </a:t>
            </a:r>
            <a:r>
              <a:rPr lang="ko-KR" altLang="en-US" sz="1400" dirty="0"/>
              <a:t>저장된 객체 수만큼 반복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str = </a:t>
            </a:r>
            <a:r>
              <a:rPr lang="en-US" altLang="ko-KR" sz="1400" dirty="0" err="1"/>
              <a:t>list.get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        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인덱스의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객체를 가져옴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List&lt;String&gt; list = ...;</a:t>
            </a:r>
          </a:p>
          <a:p>
            <a:pPr marL="0" indent="0">
              <a:buNone/>
            </a:pPr>
            <a:r>
              <a:rPr lang="en-US" altLang="ko-KR" sz="1400" dirty="0"/>
              <a:t>-List</a:t>
            </a:r>
            <a:r>
              <a:rPr lang="ko-KR" altLang="en-US" sz="1400" dirty="0"/>
              <a:t> 컬렉션에 저장되는 객체를 </a:t>
            </a:r>
            <a:r>
              <a:rPr lang="en-US" altLang="ko-KR" sz="1400" dirty="0"/>
              <a:t>String </a:t>
            </a:r>
            <a:r>
              <a:rPr lang="ko-KR" altLang="en-US" sz="1400" dirty="0"/>
              <a:t>타입으로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9186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12A0C-1961-A650-C10E-D3906007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E6452-BDC2-861F-D7C7-C67FD31E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ArrayList</a:t>
            </a:r>
            <a:r>
              <a:rPr lang="en-US" altLang="ko-KR" sz="1400" b="1" dirty="0"/>
              <a:t> - </a:t>
            </a:r>
            <a:r>
              <a:rPr lang="en-US" altLang="ko-KR" sz="1400" dirty="0"/>
              <a:t>List</a:t>
            </a:r>
            <a:r>
              <a:rPr lang="ko-KR" altLang="en-US" sz="1400" dirty="0"/>
              <a:t> 인터페이스의 구현 클래스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 err="1"/>
              <a:t>ArrayList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List&lt;E&gt; list = new 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&lt;E&gt;();	//</a:t>
            </a:r>
            <a:r>
              <a:rPr lang="ko-KR" altLang="en-US" sz="1400" dirty="0"/>
              <a:t>저장할 객체 타입 </a:t>
            </a:r>
            <a:r>
              <a:rPr lang="en-US" altLang="ko-KR" sz="1400" dirty="0"/>
              <a:t>E</a:t>
            </a:r>
            <a:r>
              <a:rPr lang="ko-KR" altLang="en-US" sz="1400" dirty="0"/>
              <a:t>표기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List&lt;String&gt; list = new 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&lt;String&gt;();		=	 List&lt;String&gt; list = new 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&lt;&gt;(); //</a:t>
            </a:r>
            <a:r>
              <a:rPr lang="ko-KR" altLang="en-US" sz="1400" dirty="0"/>
              <a:t>파라미터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 err="1"/>
              <a:t>ArrayList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기본 생성자로 </a:t>
            </a:r>
            <a:r>
              <a:rPr lang="en-US" altLang="ko-KR" sz="1400" dirty="0" err="1"/>
              <a:t>ArrayList</a:t>
            </a:r>
            <a:r>
              <a:rPr lang="ko-KR" altLang="en-US" sz="1400" dirty="0"/>
              <a:t>생성시 </a:t>
            </a:r>
            <a:r>
              <a:rPr lang="en-US" altLang="ko-KR" sz="1400" dirty="0"/>
              <a:t>E</a:t>
            </a:r>
            <a:r>
              <a:rPr lang="ko-KR" altLang="en-US" sz="1400" dirty="0"/>
              <a:t>객체 </a:t>
            </a:r>
            <a:r>
              <a:rPr lang="en-US" altLang="ko-KR" sz="1400" dirty="0"/>
              <a:t>10</a:t>
            </a:r>
            <a:r>
              <a:rPr lang="ko-KR" altLang="en-US" sz="1400" dirty="0"/>
              <a:t>개를 저장할 수 있는 </a:t>
            </a:r>
            <a:r>
              <a:rPr lang="en-US" altLang="ko-KR" sz="1400" dirty="0"/>
              <a:t>10</a:t>
            </a:r>
            <a:r>
              <a:rPr lang="ko-KR" altLang="en-US" sz="1400" dirty="0"/>
              <a:t>의 크기를 가짐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특정 인덱스를 제거하면 빈 공간 없이 인덱스가 모두 앞으로 </a:t>
            </a:r>
            <a:r>
              <a:rPr lang="ko-KR" altLang="en-US" sz="1400" dirty="0" err="1"/>
              <a:t>당겨짐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			  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/>
              <a:t>객체</a:t>
            </a:r>
            <a:r>
              <a:rPr lang="en-US" altLang="ko-KR" sz="1400" dirty="0"/>
              <a:t>5 </a:t>
            </a:r>
            <a:r>
              <a:rPr lang="ko-KR" altLang="en-US" sz="1400" dirty="0"/>
              <a:t>삭제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동적 크기 조정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인덱스를 이용한 접근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유연성</a:t>
            </a:r>
            <a:r>
              <a:rPr lang="en-US" altLang="ko-KR" sz="1400" dirty="0"/>
              <a:t>(</a:t>
            </a:r>
            <a:r>
              <a:rPr lang="ko-KR" altLang="en-US" sz="1400" dirty="0"/>
              <a:t>다양한 메소드를 이용한 추가</a:t>
            </a:r>
            <a:r>
              <a:rPr lang="en-US" altLang="ko-KR" sz="1400" dirty="0"/>
              <a:t>,</a:t>
            </a:r>
            <a:r>
              <a:rPr lang="ko-KR" altLang="en-US" sz="1400" dirty="0"/>
              <a:t>제거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요소를 삽입하거나 삭제하면 뒤의 요소를 이동해야 하므로 시간이 </a:t>
            </a:r>
            <a:r>
              <a:rPr lang="ko-KR" altLang="en-US" sz="1400" dirty="0" err="1"/>
              <a:t>오래걸림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대규모 데이터 처리시 상대적 성능 저하</a:t>
            </a: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D0CF53-7C39-EBC5-0B45-724FF3E1E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852217"/>
              </p:ext>
            </p:extLst>
          </p:nvPr>
        </p:nvGraphicFramePr>
        <p:xfrm>
          <a:off x="166985" y="3734471"/>
          <a:ext cx="5219826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971">
                  <a:extLst>
                    <a:ext uri="{9D8B030D-6E8A-4147-A177-3AD203B41FA5}">
                      <a16:colId xmlns:a16="http://schemas.microsoft.com/office/drawing/2014/main" val="895044102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3654489489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1408449171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1390713653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769766449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1288821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075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1763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7F79638-2157-E870-B86A-AC05DCB44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20414"/>
              </p:ext>
            </p:extLst>
          </p:nvPr>
        </p:nvGraphicFramePr>
        <p:xfrm>
          <a:off x="7085849" y="3734471"/>
          <a:ext cx="4357732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971">
                  <a:extLst>
                    <a:ext uri="{9D8B030D-6E8A-4147-A177-3AD203B41FA5}">
                      <a16:colId xmlns:a16="http://schemas.microsoft.com/office/drawing/2014/main" val="895044102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3654489489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1408449171"/>
                    </a:ext>
                  </a:extLst>
                </a:gridCol>
                <a:gridCol w="869971">
                  <a:extLst>
                    <a:ext uri="{9D8B030D-6E8A-4147-A177-3AD203B41FA5}">
                      <a16:colId xmlns:a16="http://schemas.microsoft.com/office/drawing/2014/main" val="1390713653"/>
                    </a:ext>
                  </a:extLst>
                </a:gridCol>
                <a:gridCol w="877848">
                  <a:extLst>
                    <a:ext uri="{9D8B030D-6E8A-4147-A177-3AD203B41FA5}">
                      <a16:colId xmlns:a16="http://schemas.microsoft.com/office/drawing/2014/main" val="769766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075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17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148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3ED7-7DAB-01F6-6423-431F62BBA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318E08-0359-95B1-4C5E-A0AFAA9F1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ArrayListExample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List&lt;String&gt; list = new 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&lt;String&gt;();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요소 추가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("Java");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("JDBC");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("Servlet/JSP");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(2, "Database"); // 2</a:t>
            </a:r>
            <a:r>
              <a:rPr lang="ko-KR" altLang="en-US" sz="1400" dirty="0"/>
              <a:t>번 인덱스에 </a:t>
            </a:r>
            <a:r>
              <a:rPr lang="en-US" altLang="ko-KR" sz="1400" dirty="0"/>
              <a:t>"Database" </a:t>
            </a:r>
            <a:r>
              <a:rPr lang="ko-KR" altLang="en-US" sz="1400" dirty="0"/>
              <a:t>삽입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iBATIS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리스트 크기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size = </a:t>
            </a:r>
            <a:r>
              <a:rPr lang="en-US" altLang="ko-KR" sz="1400" dirty="0" err="1"/>
              <a:t>list.size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 </a:t>
            </a:r>
            <a:r>
              <a:rPr lang="ko-KR" altLang="en-US" sz="1400" dirty="0" err="1"/>
              <a:t>객체수</a:t>
            </a:r>
            <a:r>
              <a:rPr lang="en-US" altLang="ko-KR" sz="1400" dirty="0"/>
              <a:t>: " + size);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특정 인덱스의 요소 가져오기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skill = </a:t>
            </a:r>
            <a:r>
              <a:rPr lang="en-US" altLang="ko-KR" sz="1400" dirty="0" err="1"/>
              <a:t>list.get</a:t>
            </a:r>
            <a:r>
              <a:rPr lang="en-US" altLang="ko-KR" sz="1400" dirty="0"/>
              <a:t>(2);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("2: " + skill);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8326B48-8040-E422-638D-81ED917C1F55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전체 요소 출력 </a:t>
            </a:r>
            <a:r>
              <a:rPr lang="en-US" altLang="ko-KR" sz="1400" dirty="0"/>
              <a:t>(</a:t>
            </a:r>
            <a:r>
              <a:rPr lang="ko-KR" altLang="en-US" sz="1400" dirty="0"/>
              <a:t>기존 리스트</a:t>
            </a:r>
            <a:r>
              <a:rPr lang="en-US" altLang="ko-K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list.size</a:t>
            </a:r>
            <a:r>
              <a:rPr lang="en-US" altLang="ko-KR" sz="1400" dirty="0"/>
              <a:t>();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String str = </a:t>
            </a:r>
            <a:r>
              <a:rPr lang="en-US" altLang="ko-KR" sz="1400" dirty="0" err="1"/>
              <a:t>list.get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번째 요소 가져오기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":" + str);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요소 삭제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list.remove</a:t>
            </a:r>
            <a:r>
              <a:rPr lang="en-US" altLang="ko-KR" sz="1400" dirty="0"/>
              <a:t>(2); // 2</a:t>
            </a:r>
            <a:r>
              <a:rPr lang="ko-KR" altLang="en-US" sz="1400" dirty="0"/>
              <a:t>번 인덱스 요소 삭제</a:t>
            </a:r>
            <a:r>
              <a:rPr lang="en-US" altLang="ko-KR" sz="1400" dirty="0"/>
              <a:t>(Database)</a:t>
            </a:r>
            <a:endParaRPr lang="ko-KR" alt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list.remove</a:t>
            </a:r>
            <a:r>
              <a:rPr lang="en-US" altLang="ko-KR" sz="1400" dirty="0"/>
              <a:t>(2); // </a:t>
            </a:r>
            <a:r>
              <a:rPr lang="ko-KR" altLang="en-US" sz="1400" dirty="0"/>
              <a:t>다시 </a:t>
            </a:r>
            <a:r>
              <a:rPr lang="en-US" altLang="ko-KR" sz="1400" dirty="0"/>
              <a:t>2</a:t>
            </a:r>
            <a:r>
              <a:rPr lang="ko-KR" altLang="en-US" sz="1400" dirty="0"/>
              <a:t>번 인덱스 요소 삭제</a:t>
            </a:r>
            <a:r>
              <a:rPr lang="en-US" altLang="ko-KR" sz="1400" dirty="0"/>
              <a:t>(Servlet/JSP)</a:t>
            </a:r>
            <a:endParaRPr lang="ko-KR" alt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list.remove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iBATIS</a:t>
            </a:r>
            <a:r>
              <a:rPr lang="en-US" altLang="ko-KR" sz="1400" dirty="0"/>
              <a:t>"); // "</a:t>
            </a:r>
            <a:r>
              <a:rPr lang="en-US" altLang="ko-KR" sz="1400" dirty="0" err="1"/>
              <a:t>iBATIS</a:t>
            </a:r>
            <a:r>
              <a:rPr lang="en-US" altLang="ko-KR" sz="1400" dirty="0"/>
              <a:t>" </a:t>
            </a:r>
            <a:r>
              <a:rPr lang="ko-KR" altLang="en-US" sz="1400" dirty="0"/>
              <a:t>객체 삭제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전체 요소 출력 </a:t>
            </a:r>
            <a:r>
              <a:rPr lang="en-US" altLang="ko-KR" sz="1400" dirty="0"/>
              <a:t>(</a:t>
            </a:r>
            <a:r>
              <a:rPr lang="ko-KR" altLang="en-US" sz="1400" dirty="0"/>
              <a:t>삭제 후 리스트</a:t>
            </a:r>
            <a:r>
              <a:rPr lang="en-US" altLang="ko-K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list.size</a:t>
            </a:r>
            <a:r>
              <a:rPr lang="en-US" altLang="ko-KR" sz="1400" dirty="0"/>
              <a:t>();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String str = </a:t>
            </a:r>
            <a:r>
              <a:rPr lang="en-US" altLang="ko-KR" sz="1400" dirty="0" err="1"/>
              <a:t>list.get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번째 요소 가져오기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+ ":" + str);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EEA5BB-B731-15A7-8C7C-F8601C342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234" y="3177999"/>
            <a:ext cx="1653766" cy="368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762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D790F-E0B6-F49A-FBD3-C1AA2697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4B258-6E7D-372B-D329-4CBA476E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Vector - </a:t>
            </a:r>
            <a:r>
              <a:rPr lang="en-US" altLang="ko-KR" sz="1400" dirty="0"/>
              <a:t>List</a:t>
            </a:r>
            <a:r>
              <a:rPr lang="ko-KR" altLang="en-US" sz="1400" dirty="0"/>
              <a:t> 인터페이스의 구현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Vector </a:t>
            </a:r>
            <a:r>
              <a:rPr lang="ko-KR" altLang="en-US" sz="1400" b="1" dirty="0"/>
              <a:t>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List&lt;E&gt; list = new Vector&lt;E&gt;();		=	List&lt;E&gt; list = new Vector&lt;&gt;(); //</a:t>
            </a:r>
            <a:r>
              <a:rPr lang="ko-KR" altLang="en-US" sz="1400" dirty="0"/>
              <a:t>파라미터 생략 가능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ArrayList</a:t>
            </a:r>
            <a:r>
              <a:rPr lang="ko-KR" altLang="en-US" sz="1400" dirty="0"/>
              <a:t>와 동일한 내부 구조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ArrayList</a:t>
            </a:r>
            <a:r>
              <a:rPr lang="ko-KR" altLang="en-US" sz="1400" dirty="0"/>
              <a:t>와 다르게 </a:t>
            </a:r>
            <a:r>
              <a:rPr lang="ko-KR" altLang="en-US" sz="1400" b="1" dirty="0"/>
              <a:t>동기화된 메소드로 </a:t>
            </a:r>
            <a:r>
              <a:rPr lang="ko-KR" altLang="en-US" sz="1400" dirty="0"/>
              <a:t>구성되어 있음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동기화된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스레드가 사용 중인 객체를 다른 스레드가 변경할 수 없게 해야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임계 영역</a:t>
            </a:r>
            <a:r>
              <a:rPr lang="en-US" altLang="ko-KR" sz="1400" b="1" dirty="0"/>
              <a:t>(critical section): </a:t>
            </a:r>
            <a:r>
              <a:rPr lang="ko-KR" altLang="en-US" sz="1400" dirty="0"/>
              <a:t>멀티 스레드 프로그램에서 단 하나의 스레드만 실행할 수 있는 코드 영역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자바는 임계 영역을 지원하기 위해 동기화 메소드</a:t>
            </a:r>
            <a:r>
              <a:rPr lang="en-US" altLang="ko-KR" sz="1400" dirty="0">
                <a:sym typeface="Wingdings" panose="05000000000000000000" pitchFamily="2" charset="2"/>
              </a:rPr>
              <a:t>(synchronized method)</a:t>
            </a:r>
            <a:r>
              <a:rPr lang="ko-KR" altLang="en-US" sz="1400" dirty="0">
                <a:sym typeface="Wingdings" panose="05000000000000000000" pitchFamily="2" charset="2"/>
              </a:rPr>
              <a:t>를</a:t>
            </a:r>
            <a:r>
              <a:rPr lang="en-US" altLang="ko-KR" sz="1400" dirty="0"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ym typeface="Wingdings" panose="05000000000000000000" pitchFamily="2" charset="2"/>
              </a:rPr>
              <a:t>제공한다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ex)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public synchronized void method(){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	</a:t>
            </a:r>
            <a:r>
              <a:rPr lang="ko-KR" altLang="en-US" sz="1400" dirty="0">
                <a:sym typeface="Wingdings" panose="05000000000000000000" pitchFamily="2" charset="2"/>
              </a:rPr>
              <a:t>임계 영역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}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스레드가 동기화 메소드를 실행하는 즉시 객체 잠금 </a:t>
            </a:r>
            <a:r>
              <a:rPr lang="en-US" altLang="ko-KR" sz="1400" dirty="0"/>
              <a:t>(</a:t>
            </a:r>
            <a:r>
              <a:rPr lang="ko-KR" altLang="en-US" sz="1400" dirty="0"/>
              <a:t>외부에서 접근 불가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스레드가 동기화 메소드 실행을 종료하면 잠금이 풀림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단 외부에서 동기화 메소드를 제외한 일반 메소드는 접근이 가능하다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멀티 스레드가 동시에 </a:t>
            </a:r>
            <a:r>
              <a:rPr lang="en-US" altLang="ko-KR" sz="1400" dirty="0">
                <a:sym typeface="Wingdings" panose="05000000000000000000" pitchFamily="2" charset="2"/>
              </a:rPr>
              <a:t>Vector </a:t>
            </a:r>
            <a:r>
              <a:rPr lang="ko-KR" altLang="en-US" sz="1400" dirty="0">
                <a:sym typeface="Wingdings" panose="05000000000000000000" pitchFamily="2" charset="2"/>
              </a:rPr>
              <a:t>메소드 실행 불가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ko-KR" altLang="en-US" sz="1400" dirty="0">
                <a:sym typeface="Wingdings" panose="05000000000000000000" pitchFamily="2" charset="2"/>
              </a:rPr>
              <a:t>스레드 환경에서 안전적인 객체 관리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985347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C1C0-901E-E98B-54AE-35C31D8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8F5D1-E858-F855-691E-3DBBD81A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64586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java.util.List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java.util.Vector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VectorExample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Vector </a:t>
            </a:r>
            <a:r>
              <a:rPr lang="ko-KR" altLang="en-US" sz="1400" dirty="0"/>
              <a:t>생성 </a:t>
            </a:r>
            <a:r>
              <a:rPr lang="en-US" altLang="ko-KR" sz="1400" dirty="0"/>
              <a:t>(Board </a:t>
            </a:r>
            <a:r>
              <a:rPr lang="ko-KR" altLang="en-US" sz="1400" dirty="0"/>
              <a:t>객체를 저장할 리스트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List&lt;Board&gt; list = new Vector&lt;Board&gt;();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Board </a:t>
            </a:r>
            <a:r>
              <a:rPr lang="ko-KR" altLang="en-US" sz="1400" dirty="0"/>
              <a:t>객체를 리스트에 추가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(new Board("</a:t>
            </a:r>
            <a:r>
              <a:rPr lang="ko-KR" altLang="en-US" sz="1400" dirty="0"/>
              <a:t>제목</a:t>
            </a:r>
            <a:r>
              <a:rPr lang="en-US" altLang="ko-KR" sz="1400" dirty="0"/>
              <a:t>1", "</a:t>
            </a:r>
            <a:r>
              <a:rPr lang="ko-KR" altLang="en-US" sz="1400" dirty="0"/>
              <a:t>내용</a:t>
            </a:r>
            <a:r>
              <a:rPr lang="en-US" altLang="ko-KR" sz="1400" dirty="0"/>
              <a:t>1", "</a:t>
            </a:r>
            <a:r>
              <a:rPr lang="ko-KR" altLang="en-US" sz="1400" dirty="0"/>
              <a:t>글쓴이</a:t>
            </a:r>
            <a:r>
              <a:rPr lang="en-US" altLang="ko-KR" sz="1400" dirty="0"/>
              <a:t>1"));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(new Board("</a:t>
            </a:r>
            <a:r>
              <a:rPr lang="ko-KR" altLang="en-US" sz="1400" dirty="0"/>
              <a:t>제목</a:t>
            </a:r>
            <a:r>
              <a:rPr lang="en-US" altLang="ko-KR" sz="1400" dirty="0"/>
              <a:t>2", "</a:t>
            </a:r>
            <a:r>
              <a:rPr lang="ko-KR" altLang="en-US" sz="1400" dirty="0"/>
              <a:t>내용</a:t>
            </a:r>
            <a:r>
              <a:rPr lang="en-US" altLang="ko-KR" sz="1400" dirty="0"/>
              <a:t>2", "</a:t>
            </a:r>
            <a:r>
              <a:rPr lang="ko-KR" altLang="en-US" sz="1400" dirty="0"/>
              <a:t>글쓴이</a:t>
            </a:r>
            <a:r>
              <a:rPr lang="en-US" altLang="ko-KR" sz="1400" dirty="0"/>
              <a:t>2"));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(new Board("</a:t>
            </a:r>
            <a:r>
              <a:rPr lang="ko-KR" altLang="en-US" sz="1400" dirty="0"/>
              <a:t>제목</a:t>
            </a:r>
            <a:r>
              <a:rPr lang="en-US" altLang="ko-KR" sz="1400" dirty="0"/>
              <a:t>3", "</a:t>
            </a:r>
            <a:r>
              <a:rPr lang="ko-KR" altLang="en-US" sz="1400" dirty="0"/>
              <a:t>내용</a:t>
            </a:r>
            <a:r>
              <a:rPr lang="en-US" altLang="ko-KR" sz="1400" dirty="0"/>
              <a:t>3", "</a:t>
            </a:r>
            <a:r>
              <a:rPr lang="ko-KR" altLang="en-US" sz="1400" dirty="0"/>
              <a:t>글쓴이</a:t>
            </a:r>
            <a:r>
              <a:rPr lang="en-US" altLang="ko-KR" sz="1400" dirty="0"/>
              <a:t>3"));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(new Board("</a:t>
            </a:r>
            <a:r>
              <a:rPr lang="ko-KR" altLang="en-US" sz="1400" dirty="0"/>
              <a:t>제목</a:t>
            </a:r>
            <a:r>
              <a:rPr lang="en-US" altLang="ko-KR" sz="1400" dirty="0"/>
              <a:t>4", "</a:t>
            </a:r>
            <a:r>
              <a:rPr lang="ko-KR" altLang="en-US" sz="1400" dirty="0"/>
              <a:t>내용</a:t>
            </a:r>
            <a:r>
              <a:rPr lang="en-US" altLang="ko-KR" sz="1400" dirty="0"/>
              <a:t>4", "</a:t>
            </a:r>
            <a:r>
              <a:rPr lang="ko-KR" altLang="en-US" sz="1400" dirty="0"/>
              <a:t>글쓴이</a:t>
            </a:r>
            <a:r>
              <a:rPr lang="en-US" altLang="ko-KR" sz="1400" dirty="0"/>
              <a:t>4"));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list.add</a:t>
            </a:r>
            <a:r>
              <a:rPr lang="en-US" altLang="ko-KR" sz="1400" dirty="0"/>
              <a:t>(new Board("</a:t>
            </a:r>
            <a:r>
              <a:rPr lang="ko-KR" altLang="en-US" sz="1400" dirty="0"/>
              <a:t>제목</a:t>
            </a:r>
            <a:r>
              <a:rPr lang="en-US" altLang="ko-KR" sz="1400" dirty="0"/>
              <a:t>5", "</a:t>
            </a:r>
            <a:r>
              <a:rPr lang="ko-KR" altLang="en-US" sz="1400" dirty="0"/>
              <a:t>내용</a:t>
            </a:r>
            <a:r>
              <a:rPr lang="en-US" altLang="ko-KR" sz="1400" dirty="0"/>
              <a:t>5", "</a:t>
            </a:r>
            <a:r>
              <a:rPr lang="ko-KR" altLang="en-US" sz="1400" dirty="0"/>
              <a:t>글쓴이</a:t>
            </a:r>
            <a:r>
              <a:rPr lang="en-US" altLang="ko-KR" sz="1400" dirty="0"/>
              <a:t>5"));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리스트에서 요소 삭제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list.remove</a:t>
            </a:r>
            <a:r>
              <a:rPr lang="en-US" altLang="ko-KR" sz="1400" dirty="0"/>
              <a:t>(2); // </a:t>
            </a:r>
            <a:r>
              <a:rPr lang="ko-KR" altLang="en-US" sz="1400" dirty="0"/>
              <a:t>인덱스 </a:t>
            </a:r>
            <a:r>
              <a:rPr lang="en-US" altLang="ko-KR" sz="1400" dirty="0"/>
              <a:t>2</a:t>
            </a:r>
            <a:r>
              <a:rPr lang="ko-KR" altLang="en-US" sz="1400" dirty="0"/>
              <a:t>의 요소 삭제 </a:t>
            </a:r>
            <a:r>
              <a:rPr lang="en-US" altLang="ko-KR" sz="1400" dirty="0"/>
              <a:t>("</a:t>
            </a:r>
            <a:r>
              <a:rPr lang="ko-KR" altLang="en-US" sz="1400" dirty="0"/>
              <a:t>제목</a:t>
            </a:r>
            <a:r>
              <a:rPr lang="en-US" altLang="ko-KR" sz="1400" dirty="0"/>
              <a:t>3")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list.remove</a:t>
            </a:r>
            <a:r>
              <a:rPr lang="en-US" altLang="ko-KR" sz="1400" dirty="0"/>
              <a:t>(3); // </a:t>
            </a:r>
            <a:r>
              <a:rPr lang="ko-KR" altLang="en-US" sz="1400" dirty="0"/>
              <a:t>인덱스 </a:t>
            </a:r>
            <a:r>
              <a:rPr lang="en-US" altLang="ko-KR" sz="1400" dirty="0"/>
              <a:t>3</a:t>
            </a:r>
            <a:r>
              <a:rPr lang="ko-KR" altLang="en-US" sz="1400" dirty="0"/>
              <a:t>의 요소 삭제 </a:t>
            </a:r>
            <a:r>
              <a:rPr lang="en-US" altLang="ko-KR" sz="1400" dirty="0"/>
              <a:t>("</a:t>
            </a:r>
            <a:r>
              <a:rPr lang="ko-KR" altLang="en-US" sz="1400" dirty="0"/>
              <a:t>제목</a:t>
            </a:r>
            <a:r>
              <a:rPr lang="en-US" altLang="ko-KR" sz="1400" dirty="0"/>
              <a:t>5")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리스트의 모든 요소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</a:t>
            </a:r>
            <a:r>
              <a:rPr lang="en-US" altLang="ko-KR" sz="1400" dirty="0" err="1"/>
              <a:t>list.size</a:t>
            </a:r>
            <a:r>
              <a:rPr lang="en-US" altLang="ko-KR" sz="1400" dirty="0"/>
              <a:t>();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Board </a:t>
            </a:r>
            <a:r>
              <a:rPr lang="en-US" altLang="ko-KR" sz="1400" dirty="0" err="1"/>
              <a:t>board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list.get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); // </a:t>
            </a:r>
            <a:r>
              <a:rPr lang="en-US" altLang="ko-KR" sz="1400" dirty="0" err="1"/>
              <a:t>i</a:t>
            </a:r>
            <a:r>
              <a:rPr lang="ko-KR" altLang="en-US" sz="1400" dirty="0"/>
              <a:t>번째 </a:t>
            </a:r>
            <a:r>
              <a:rPr lang="en-US" altLang="ko-KR" sz="1400" dirty="0"/>
              <a:t>Board </a:t>
            </a:r>
            <a:r>
              <a:rPr lang="ko-KR" altLang="en-US" sz="1400" dirty="0"/>
              <a:t>객체 가져오기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board.subject</a:t>
            </a:r>
            <a:r>
              <a:rPr lang="en-US" altLang="ko-KR" sz="1400" dirty="0"/>
              <a:t> + "\t" + </a:t>
            </a:r>
            <a:r>
              <a:rPr lang="en-US" altLang="ko-KR" sz="1400" dirty="0" err="1"/>
              <a:t>board.content</a:t>
            </a:r>
            <a:r>
              <a:rPr lang="en-US" altLang="ko-KR" sz="1400" dirty="0"/>
              <a:t> + "\t" + </a:t>
            </a:r>
            <a:r>
              <a:rPr lang="en-US" altLang="ko-KR" sz="1400" dirty="0" err="1"/>
              <a:t>board.writer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ED2D76F1-CF74-D779-D977-91F9295DBCEE}"/>
              </a:ext>
            </a:extLst>
          </p:cNvPr>
          <p:cNvSpPr txBox="1">
            <a:spLocks/>
          </p:cNvSpPr>
          <p:nvPr/>
        </p:nvSpPr>
        <p:spPr>
          <a:xfrm>
            <a:off x="6019045" y="0"/>
            <a:ext cx="6172955" cy="3990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public class Board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게시글 정보를 저장할 필드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subject; // </a:t>
            </a:r>
            <a:r>
              <a:rPr lang="ko-KR" altLang="en-US" sz="1400" dirty="0"/>
              <a:t>제목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content; // </a:t>
            </a:r>
            <a:r>
              <a:rPr lang="ko-KR" altLang="en-US" sz="1400" dirty="0"/>
              <a:t>내용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writer;  // </a:t>
            </a:r>
            <a:r>
              <a:rPr lang="ko-KR" altLang="en-US" sz="1400" dirty="0"/>
              <a:t>글쓴이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생성자 </a:t>
            </a:r>
            <a:r>
              <a:rPr lang="en-US" altLang="ko-KR" sz="1400" dirty="0"/>
              <a:t>(</a:t>
            </a:r>
            <a:r>
              <a:rPr lang="ko-KR" altLang="en-US" sz="1400" dirty="0"/>
              <a:t>필드 초기화</a:t>
            </a:r>
            <a:r>
              <a:rPr lang="en-US" altLang="ko-K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public Board(String subject, String content, String writer)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this.subject</a:t>
            </a:r>
            <a:r>
              <a:rPr lang="en-US" altLang="ko-KR" sz="1400" dirty="0"/>
              <a:t> = subject;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this.content</a:t>
            </a:r>
            <a:r>
              <a:rPr lang="en-US" altLang="ko-KR" sz="1400" dirty="0"/>
              <a:t> = content;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this.writer</a:t>
            </a:r>
            <a:r>
              <a:rPr lang="en-US" altLang="ko-KR" sz="1400" dirty="0"/>
              <a:t> = writer;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FBF0C3-E184-657E-4CFB-1AE9D2B9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540" y="4119562"/>
            <a:ext cx="3573964" cy="143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0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842C9-199B-87A6-2B2D-8D1636B9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2996D9-530A-9EA3-D7C5-7E5F01650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LinkedList - </a:t>
            </a:r>
            <a:r>
              <a:rPr lang="en-US" altLang="ko-KR" sz="1400" dirty="0"/>
              <a:t>List</a:t>
            </a:r>
            <a:r>
              <a:rPr lang="ko-KR" altLang="en-US" sz="1400" dirty="0"/>
              <a:t> 인터페이스의 구현 클래스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ArrayList</a:t>
            </a:r>
            <a:r>
              <a:rPr lang="ko-KR" altLang="en-US" sz="1400" dirty="0"/>
              <a:t>는 내부 배열에 객체를 저장해서 관리했지만</a:t>
            </a:r>
            <a:r>
              <a:rPr lang="en-US" altLang="ko-KR" sz="1400" dirty="0"/>
              <a:t>, </a:t>
            </a:r>
            <a:r>
              <a:rPr lang="ko-KR" altLang="en-US" sz="1400" dirty="0"/>
              <a:t>노드 기반으로 인접한 </a:t>
            </a:r>
            <a:r>
              <a:rPr lang="ko-KR" altLang="en-US" sz="1400" dirty="0" err="1"/>
              <a:t>참조값을</a:t>
            </a:r>
            <a:r>
              <a:rPr lang="ko-KR" altLang="en-US" sz="1400" dirty="0"/>
              <a:t> 연결</a:t>
            </a:r>
            <a:r>
              <a:rPr lang="en-US" altLang="ko-KR" sz="1400" dirty="0"/>
              <a:t>(</a:t>
            </a:r>
            <a:r>
              <a:rPr lang="ko-KR" altLang="en-US" sz="1400" dirty="0"/>
              <a:t>링크</a:t>
            </a:r>
            <a:r>
              <a:rPr lang="en-US" altLang="ko-KR" sz="1400" dirty="0"/>
              <a:t>)</a:t>
            </a:r>
            <a:r>
              <a:rPr lang="ko-KR" altLang="en-US" sz="1400" dirty="0"/>
              <a:t>해서 체인처럼 관리한다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		           </a:t>
            </a:r>
            <a:r>
              <a:rPr lang="en-US" altLang="ko-KR" sz="1400" dirty="0">
                <a:sym typeface="Wingdings" panose="05000000000000000000" pitchFamily="2" charset="2"/>
              </a:rPr>
              <a:t></a:t>
            </a:r>
            <a:r>
              <a:rPr lang="en-US" altLang="ko-KR" sz="1400" dirty="0"/>
              <a:t>B</a:t>
            </a:r>
            <a:r>
              <a:rPr lang="ko-KR" altLang="en-US" sz="1400" dirty="0"/>
              <a:t>객체 삭제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LinkedList 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List&lt;E&gt; list = new LinkedList&lt;E&gt;();	=	 List&lt;E&gt; list = new LinkedList&lt;&gt;(); //</a:t>
            </a:r>
            <a:r>
              <a:rPr lang="ko-KR" altLang="en-US" sz="1400" dirty="0"/>
              <a:t>파라미터 생략 가능</a:t>
            </a:r>
            <a:endParaRPr lang="en-US" altLang="ko-KR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9B4A143-6FEC-9E3D-10EB-1DDB14D79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326237"/>
              </p:ext>
            </p:extLst>
          </p:nvPr>
        </p:nvGraphicFramePr>
        <p:xfrm>
          <a:off x="438594" y="1063699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89FE6E-E6FB-F539-B0A9-9F849E614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12225"/>
              </p:ext>
            </p:extLst>
          </p:nvPr>
        </p:nvGraphicFramePr>
        <p:xfrm>
          <a:off x="3285781" y="1063699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E6EB1FF-4A98-E584-B237-4E449315A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59032"/>
              </p:ext>
            </p:extLst>
          </p:nvPr>
        </p:nvGraphicFramePr>
        <p:xfrm>
          <a:off x="6132968" y="1063699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7A8D555-BB8A-A679-F4D5-72F8359DA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501417"/>
              </p:ext>
            </p:extLst>
          </p:nvPr>
        </p:nvGraphicFramePr>
        <p:xfrm>
          <a:off x="9195556" y="1057897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E1B5DA0-D47C-1D3E-EEB0-5B710B0BF195}"/>
              </a:ext>
            </a:extLst>
          </p:cNvPr>
          <p:cNvCxnSpPr/>
          <p:nvPr/>
        </p:nvCxnSpPr>
        <p:spPr>
          <a:xfrm>
            <a:off x="2761307" y="1195057"/>
            <a:ext cx="3983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3DEB32C-FBB6-24CE-B551-F6847699144E}"/>
              </a:ext>
            </a:extLst>
          </p:cNvPr>
          <p:cNvCxnSpPr/>
          <p:nvPr/>
        </p:nvCxnSpPr>
        <p:spPr>
          <a:xfrm>
            <a:off x="5634274" y="1195057"/>
            <a:ext cx="3983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8BF442C-ECC8-828E-8850-3787438603A6}"/>
              </a:ext>
            </a:extLst>
          </p:cNvPr>
          <p:cNvCxnSpPr/>
          <p:nvPr/>
        </p:nvCxnSpPr>
        <p:spPr>
          <a:xfrm>
            <a:off x="8581176" y="1195057"/>
            <a:ext cx="3983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569F0090-E146-3E34-019C-19F710AF7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988194"/>
              </p:ext>
            </p:extLst>
          </p:nvPr>
        </p:nvGraphicFramePr>
        <p:xfrm>
          <a:off x="1770458" y="2114285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2F8A421-D406-0267-A940-058890999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77102"/>
              </p:ext>
            </p:extLst>
          </p:nvPr>
        </p:nvGraphicFramePr>
        <p:xfrm>
          <a:off x="4717360" y="2115794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6210F6A-AAF2-436D-CB25-2EC9655F3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700184"/>
              </p:ext>
            </p:extLst>
          </p:nvPr>
        </p:nvGraphicFramePr>
        <p:xfrm>
          <a:off x="7664262" y="2114285"/>
          <a:ext cx="22321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060">
                  <a:extLst>
                    <a:ext uri="{9D8B030D-6E8A-4147-A177-3AD203B41FA5}">
                      <a16:colId xmlns:a16="http://schemas.microsoft.com/office/drawing/2014/main" val="2520857985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1270594519"/>
                    </a:ext>
                  </a:extLst>
                </a:gridCol>
                <a:gridCol w="744060">
                  <a:extLst>
                    <a:ext uri="{9D8B030D-6E8A-4147-A177-3AD203B41FA5}">
                      <a16:colId xmlns:a16="http://schemas.microsoft.com/office/drawing/2014/main" val="2169309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주소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78703"/>
                  </a:ext>
                </a:extLst>
              </a:tr>
            </a:tbl>
          </a:graphicData>
        </a:graphic>
      </p:graphicFrame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A65F5D3-7D0B-7826-796A-B3A972597DC7}"/>
              </a:ext>
            </a:extLst>
          </p:cNvPr>
          <p:cNvCxnSpPr/>
          <p:nvPr/>
        </p:nvCxnSpPr>
        <p:spPr>
          <a:xfrm>
            <a:off x="4202695" y="2258990"/>
            <a:ext cx="3983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0841B46-2F1A-5C02-679F-76C1A16CBA34}"/>
              </a:ext>
            </a:extLst>
          </p:cNvPr>
          <p:cNvCxnSpPr/>
          <p:nvPr/>
        </p:nvCxnSpPr>
        <p:spPr>
          <a:xfrm>
            <a:off x="7084586" y="2251445"/>
            <a:ext cx="3983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7A5C98CE-E491-6EA8-1021-110F8F159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77288"/>
              </p:ext>
            </p:extLst>
          </p:nvPr>
        </p:nvGraphicFramePr>
        <p:xfrm>
          <a:off x="98080" y="4129569"/>
          <a:ext cx="1199584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960">
                  <a:extLst>
                    <a:ext uri="{9D8B030D-6E8A-4147-A177-3AD203B41FA5}">
                      <a16:colId xmlns:a16="http://schemas.microsoft.com/office/drawing/2014/main" val="345105654"/>
                    </a:ext>
                  </a:extLst>
                </a:gridCol>
                <a:gridCol w="2998960">
                  <a:extLst>
                    <a:ext uri="{9D8B030D-6E8A-4147-A177-3AD203B41FA5}">
                      <a16:colId xmlns:a16="http://schemas.microsoft.com/office/drawing/2014/main" val="2043277532"/>
                    </a:ext>
                  </a:extLst>
                </a:gridCol>
                <a:gridCol w="2998960">
                  <a:extLst>
                    <a:ext uri="{9D8B030D-6E8A-4147-A177-3AD203B41FA5}">
                      <a16:colId xmlns:a16="http://schemas.microsoft.com/office/drawing/2014/main" val="3834723308"/>
                    </a:ext>
                  </a:extLst>
                </a:gridCol>
                <a:gridCol w="2998960">
                  <a:extLst>
                    <a:ext uri="{9D8B030D-6E8A-4147-A177-3AD203B41FA5}">
                      <a16:colId xmlns:a16="http://schemas.microsoft.com/office/drawing/2014/main" val="1602862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순차적 추가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중간에 추가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검색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055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ArrayList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빠르다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배열의 끝에 바로 추가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느리다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요소를 하나씩 이동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빠르다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인덱스로 바로 접근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475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LinkedList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느리다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기존 노드의 참조 변경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빠르다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참조만 변경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느리다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노드를 순차적으로 참조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48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5478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18CA-9095-1F08-9B72-66309AF6B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980C58-9818-D928-12F2-039421992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LinkedListExample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ArrayList</a:t>
            </a:r>
            <a:r>
              <a:rPr lang="ko-KR" altLang="en-US" sz="1400" dirty="0"/>
              <a:t>와 </a:t>
            </a:r>
            <a:r>
              <a:rPr lang="en-US" altLang="ko-KR" sz="1400" dirty="0"/>
              <a:t>LinkedList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List&lt;String&gt; list1 = new 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&lt;String&gt;();</a:t>
            </a:r>
          </a:p>
          <a:p>
            <a:pPr marL="0" indent="0">
              <a:buNone/>
            </a:pPr>
            <a:r>
              <a:rPr lang="en-US" altLang="ko-KR" sz="1400" dirty="0"/>
              <a:t>        List&lt;String&gt; list2 = new LinkedList&lt;String&gt;();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long </a:t>
            </a:r>
            <a:r>
              <a:rPr lang="en-US" altLang="ko-KR" sz="1400" dirty="0" err="1"/>
              <a:t>startTime</a:t>
            </a:r>
            <a:r>
              <a:rPr lang="en-US" altLang="ko-KR" sz="1400" dirty="0"/>
              <a:t>; // </a:t>
            </a:r>
            <a:r>
              <a:rPr lang="ko-KR" altLang="en-US" sz="1400" dirty="0"/>
              <a:t>실행 시작 시간 기록 변수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long </a:t>
            </a:r>
            <a:r>
              <a:rPr lang="en-US" altLang="ko-KR" sz="1400" dirty="0" err="1"/>
              <a:t>endTime</a:t>
            </a:r>
            <a:r>
              <a:rPr lang="en-US" altLang="ko-KR" sz="1400" dirty="0"/>
              <a:t>;   // </a:t>
            </a:r>
            <a:r>
              <a:rPr lang="ko-KR" altLang="en-US" sz="1400" dirty="0"/>
              <a:t>실행 종료 시간 기록 변수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ArrayList</a:t>
            </a:r>
            <a:r>
              <a:rPr lang="ko-KR" altLang="en-US" sz="1400" dirty="0"/>
              <a:t>의 맨 앞에 데이터 삽입 시간 측정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startTime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System.nanoTime</a:t>
            </a:r>
            <a:r>
              <a:rPr lang="en-US" altLang="ko-KR" sz="1400" dirty="0"/>
              <a:t>(); // </a:t>
            </a:r>
            <a:r>
              <a:rPr lang="ko-KR" altLang="en-US" sz="1400" dirty="0"/>
              <a:t>시작 시간 기록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10000;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list1.add(0, </a:t>
            </a:r>
            <a:r>
              <a:rPr lang="en-US" altLang="ko-KR" sz="1400" dirty="0" err="1"/>
              <a:t>String.valueOf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)); // </a:t>
            </a:r>
            <a:r>
              <a:rPr lang="ko-KR" altLang="en-US" sz="1400" dirty="0"/>
              <a:t>맨 앞에 데이터 삽입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endTime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System.nanoTime</a:t>
            </a:r>
            <a:r>
              <a:rPr lang="en-US" altLang="ko-KR" sz="1400" dirty="0"/>
              <a:t>(); // </a:t>
            </a:r>
            <a:r>
              <a:rPr lang="ko-KR" altLang="en-US" sz="1400" dirty="0"/>
              <a:t>종료 시간 기록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ArrayList</a:t>
            </a:r>
            <a:r>
              <a:rPr lang="en-US" altLang="ko-KR" sz="1400" dirty="0"/>
              <a:t> </a:t>
            </a:r>
            <a:r>
              <a:rPr lang="ko-KR" altLang="en-US" sz="1400" dirty="0" err="1"/>
              <a:t>걸린시간</a:t>
            </a:r>
            <a:r>
              <a:rPr lang="en-US" altLang="ko-KR" sz="1400" dirty="0"/>
              <a:t>: " + (</a:t>
            </a:r>
            <a:r>
              <a:rPr lang="en-US" altLang="ko-KR" sz="1400" dirty="0" err="1"/>
              <a:t>endTime</a:t>
            </a:r>
            <a:r>
              <a:rPr lang="en-US" altLang="ko-KR" sz="1400" dirty="0"/>
              <a:t> - </a:t>
            </a:r>
            <a:r>
              <a:rPr lang="en-US" altLang="ko-KR" sz="1400" dirty="0" err="1"/>
              <a:t>startTime</a:t>
            </a:r>
            <a:r>
              <a:rPr lang="en-US" altLang="ko-KR" sz="1400" dirty="0"/>
              <a:t>) + " ns");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LinkedList</a:t>
            </a:r>
            <a:r>
              <a:rPr lang="ko-KR" altLang="en-US" sz="1400" dirty="0"/>
              <a:t>의 맨 앞에 데이터 삽입 시간 측정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startTime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System.nanoTime</a:t>
            </a:r>
            <a:r>
              <a:rPr lang="en-US" altLang="ko-KR" sz="1400" dirty="0"/>
              <a:t>(); // </a:t>
            </a:r>
            <a:r>
              <a:rPr lang="ko-KR" altLang="en-US" sz="1400" dirty="0"/>
              <a:t>시작 시간 기록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(int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 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&lt; 10000;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++) {</a:t>
            </a:r>
          </a:p>
          <a:p>
            <a:pPr marL="0" indent="0">
              <a:buNone/>
            </a:pPr>
            <a:r>
              <a:rPr lang="en-US" altLang="ko-KR" sz="1400" dirty="0"/>
              <a:t>            list2.add(0, </a:t>
            </a:r>
            <a:r>
              <a:rPr lang="en-US" altLang="ko-KR" sz="1400" dirty="0" err="1"/>
              <a:t>String.valueOf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)); // </a:t>
            </a:r>
            <a:r>
              <a:rPr lang="ko-KR" altLang="en-US" sz="1400" dirty="0"/>
              <a:t>맨 앞에 데이터 삽입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endTime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System.nanoTime</a:t>
            </a:r>
            <a:r>
              <a:rPr lang="en-US" altLang="ko-KR" sz="1400" dirty="0"/>
              <a:t>(); // </a:t>
            </a:r>
            <a:r>
              <a:rPr lang="ko-KR" altLang="en-US" sz="1400" dirty="0"/>
              <a:t>종료 시간 기록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("LinkedList </a:t>
            </a:r>
            <a:r>
              <a:rPr lang="ko-KR" altLang="en-US" sz="1400" dirty="0" err="1"/>
              <a:t>걸린시간</a:t>
            </a:r>
            <a:r>
              <a:rPr lang="en-US" altLang="ko-KR" sz="1400" dirty="0"/>
              <a:t>: " + (</a:t>
            </a:r>
            <a:r>
              <a:rPr lang="en-US" altLang="ko-KR" sz="1400" dirty="0" err="1"/>
              <a:t>endTime</a:t>
            </a:r>
            <a:r>
              <a:rPr lang="en-US" altLang="ko-KR" sz="1400" dirty="0"/>
              <a:t> - </a:t>
            </a:r>
            <a:r>
              <a:rPr lang="en-US" altLang="ko-KR" sz="1400" dirty="0" err="1"/>
              <a:t>startTime</a:t>
            </a:r>
            <a:r>
              <a:rPr lang="en-US" altLang="ko-KR" sz="1400" dirty="0"/>
              <a:t>) + " ns");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7919DD-6C41-946C-5CE7-D3C9FED37DA4}"/>
              </a:ext>
            </a:extLst>
          </p:cNvPr>
          <p:cNvSpPr txBox="1"/>
          <p:nvPr/>
        </p:nvSpPr>
        <p:spPr>
          <a:xfrm>
            <a:off x="3965418" y="0"/>
            <a:ext cx="24082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java.util.ArrayList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java.util.LinkedList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java.util.List</a:t>
            </a:r>
            <a:r>
              <a:rPr lang="en-US" altLang="ko-KR" sz="1400" dirty="0"/>
              <a:t>;</a:t>
            </a:r>
          </a:p>
          <a:p>
            <a:endParaRPr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860E0-2685-0307-D854-C6A00A5797D7}"/>
              </a:ext>
            </a:extLst>
          </p:cNvPr>
          <p:cNvSpPr txBox="1"/>
          <p:nvPr/>
        </p:nvSpPr>
        <p:spPr>
          <a:xfrm>
            <a:off x="7268424" y="2044005"/>
            <a:ext cx="41208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400" dirty="0" err="1"/>
              <a:t>ArrayList</a:t>
            </a:r>
            <a:r>
              <a:rPr lang="ko-KR" altLang="en-US" sz="1400" dirty="0"/>
              <a:t>와 </a:t>
            </a:r>
            <a:r>
              <a:rPr lang="en-US" altLang="ko-KR" sz="1400" dirty="0"/>
              <a:t>LinkedList </a:t>
            </a:r>
            <a:r>
              <a:rPr lang="ko-KR" altLang="en-US" sz="1400" dirty="0"/>
              <a:t>비교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각 리스트 </a:t>
            </a:r>
            <a:r>
              <a:rPr lang="en-US" altLang="ko-KR" sz="1400" dirty="0"/>
              <a:t>0</a:t>
            </a:r>
            <a:r>
              <a:rPr lang="ko-KR" altLang="en-US" sz="1400" dirty="0"/>
              <a:t>번째 위치에 데이터 </a:t>
            </a:r>
            <a:r>
              <a:rPr lang="en-US" altLang="ko-KR" sz="1400" dirty="0"/>
              <a:t>10000</a:t>
            </a:r>
            <a:r>
              <a:rPr lang="ko-KR" altLang="en-US" sz="1400" dirty="0"/>
              <a:t>개를 넣음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list1.add(0, </a:t>
            </a:r>
            <a:r>
              <a:rPr lang="en-US" altLang="ko-KR" sz="1400" dirty="0" err="1"/>
              <a:t>String.valueOf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));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list2.add(0, </a:t>
            </a:r>
            <a:r>
              <a:rPr lang="en-US" altLang="ko-KR" sz="1400" dirty="0" err="1"/>
              <a:t>String.valueOf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</a:t>
            </a:r>
            <a:r>
              <a:rPr lang="en-US" altLang="ko-KR" sz="1400" dirty="0"/>
              <a:t>)); 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 err="1"/>
              <a:t>ArrayList</a:t>
            </a:r>
            <a:r>
              <a:rPr lang="ko-KR" altLang="en-US" sz="1400" dirty="0"/>
              <a:t>는 뒤쪽 인덱스를 </a:t>
            </a:r>
            <a:r>
              <a:rPr lang="en-US" altLang="ko-KR" sz="1400" dirty="0"/>
              <a:t>1</a:t>
            </a:r>
            <a:r>
              <a:rPr lang="ko-KR" altLang="en-US" sz="1400" dirty="0"/>
              <a:t>씩 증가 시켜야 되므로 처리 속도가 상대적으로 느림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LinkedList</a:t>
            </a:r>
            <a:r>
              <a:rPr lang="ko-KR" altLang="en-US" sz="1400" dirty="0"/>
              <a:t>는 앞뒤 링크 정보만 변경하므로 상대적으로 빠름 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3002BCD-E102-3384-D35E-AC2897CC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980" y="4506218"/>
            <a:ext cx="4030280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07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4A28-2F04-FAB9-4D71-56E12113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CBF66-6AD2-3CEE-04D5-94BBFA1D7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Set </a:t>
            </a:r>
            <a:r>
              <a:rPr lang="ko-KR" altLang="en-US" sz="1400" b="1" dirty="0"/>
              <a:t>컬렉션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-List </a:t>
            </a:r>
            <a:r>
              <a:rPr lang="ko-KR" altLang="en-US" sz="1400" dirty="0"/>
              <a:t>컬렉션과 다르게 객체의 순서가 유지되지 않는다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같은 객체 중복 저장 불가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하나의 </a:t>
            </a:r>
            <a:r>
              <a:rPr lang="en-US" altLang="ko-KR" sz="1400" dirty="0"/>
              <a:t>null</a:t>
            </a:r>
            <a:r>
              <a:rPr lang="ko-KR" altLang="en-US" sz="1400" dirty="0"/>
              <a:t>만 저장할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Set </a:t>
            </a:r>
            <a:r>
              <a:rPr lang="ko-KR" altLang="en-US" sz="1400" b="1" dirty="0"/>
              <a:t>인터페이스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 추가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add(E e)		</a:t>
            </a:r>
            <a:r>
              <a:rPr lang="ko-KR" altLang="en-US" sz="1400" dirty="0"/>
              <a:t>주어진 객체를 저장</a:t>
            </a:r>
            <a:r>
              <a:rPr lang="en-US" altLang="ko-KR" sz="1400" dirty="0"/>
              <a:t>. </a:t>
            </a:r>
            <a:r>
              <a:rPr lang="ko-KR" altLang="en-US" sz="1400" dirty="0"/>
              <a:t>객체가 성공적으로 저장되면 </a:t>
            </a:r>
            <a:r>
              <a:rPr lang="en-US" altLang="ko-KR" sz="1400" dirty="0"/>
              <a:t>true</a:t>
            </a:r>
            <a:r>
              <a:rPr lang="ko-KR" altLang="en-US" sz="1400" dirty="0"/>
              <a:t>를 리턴하고</a:t>
            </a:r>
            <a:r>
              <a:rPr lang="en-US" altLang="ko-KR" sz="1400" dirty="0"/>
              <a:t>, </a:t>
            </a:r>
            <a:r>
              <a:rPr lang="ko-KR" altLang="en-US" sz="1400" dirty="0"/>
              <a:t>실패하면 </a:t>
            </a:r>
            <a:r>
              <a:rPr lang="en-US" altLang="ko-KR" sz="1400" dirty="0"/>
              <a:t>false</a:t>
            </a:r>
            <a:r>
              <a:rPr lang="ko-KR" altLang="en-US" sz="1400" dirty="0"/>
              <a:t>를 리턴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검색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contains(Object o)	</a:t>
            </a:r>
            <a:r>
              <a:rPr lang="ko-KR" altLang="en-US" sz="1400" dirty="0"/>
              <a:t>주어진 객체가 저장되어 있는지 조사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isEmpty</a:t>
            </a:r>
            <a:r>
              <a:rPr lang="en-US" altLang="ko-KR" sz="1400" dirty="0"/>
              <a:t>()		</a:t>
            </a:r>
            <a:r>
              <a:rPr lang="ko-KR" altLang="en-US" sz="1400" dirty="0"/>
              <a:t>컬렉션이 비어 있는지 조사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-Iterator&lt;E&gt; 		iterator()	</a:t>
            </a:r>
            <a:r>
              <a:rPr lang="ko-KR" altLang="en-US" sz="1400" dirty="0"/>
              <a:t>저장된 객체를 한 번씩 가져오는 반복자를 리턴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-int size()			</a:t>
            </a:r>
            <a:r>
              <a:rPr lang="ko-KR" altLang="en-US" sz="1400" dirty="0"/>
              <a:t>저장되어 있는 전체 객체 수를 리턴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삭제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-void clear()		</a:t>
            </a:r>
            <a:r>
              <a:rPr lang="ko-KR" altLang="en-US" sz="1400" dirty="0"/>
              <a:t>저장된 모든 객체를 삭제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remove(Object o)	</a:t>
            </a:r>
            <a:r>
              <a:rPr lang="ko-KR" altLang="en-US" sz="1400" dirty="0"/>
              <a:t>주어진 객체를 삭제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29896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CF687-9C2D-7892-DE34-79E9B854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E52425-8B3E-C3F3-7057-57AE626FF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Set </a:t>
            </a:r>
            <a:r>
              <a:rPr lang="ko-KR" altLang="en-US" sz="1400" b="1" dirty="0"/>
              <a:t>컬렉션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Set&lt;String&gt;</a:t>
            </a:r>
            <a:r>
              <a:rPr lang="ko-KR" altLang="en-US" sz="1400" dirty="0"/>
              <a:t> </a:t>
            </a:r>
            <a:r>
              <a:rPr lang="en-US" altLang="ko-KR" sz="1400" dirty="0"/>
              <a:t>set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/>
              <a:t>...; //Set </a:t>
            </a:r>
            <a:r>
              <a:rPr lang="ko-KR" altLang="en-US" sz="1400" dirty="0"/>
              <a:t>컬렉션 선언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set.add</a:t>
            </a:r>
            <a:r>
              <a:rPr lang="en-US" altLang="ko-KR" sz="1400" dirty="0"/>
              <a:t>(“</a:t>
            </a:r>
            <a:r>
              <a:rPr lang="ko-KR" altLang="en-US" sz="1400" dirty="0"/>
              <a:t>홍길동</a:t>
            </a:r>
            <a:r>
              <a:rPr lang="en-US" altLang="ko-KR" sz="1400" dirty="0"/>
              <a:t>”); //</a:t>
            </a:r>
            <a:r>
              <a:rPr lang="ko-KR" altLang="en-US" sz="1400" dirty="0"/>
              <a:t>객체 추가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 err="1"/>
              <a:t>set.add</a:t>
            </a:r>
            <a:r>
              <a:rPr lang="en-US" altLang="ko-KR" sz="1400" dirty="0"/>
              <a:t>(“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”)</a:t>
            </a:r>
          </a:p>
          <a:p>
            <a:pPr marL="0" indent="0">
              <a:buNone/>
            </a:pPr>
            <a:r>
              <a:rPr lang="en-US" altLang="ko-KR" sz="1400" dirty="0" err="1"/>
              <a:t>set.remove</a:t>
            </a:r>
            <a:r>
              <a:rPr lang="en-US" altLang="ko-KR" sz="1400" dirty="0"/>
              <a:t>(“</a:t>
            </a:r>
            <a:r>
              <a:rPr lang="ko-KR" altLang="en-US" sz="1400" dirty="0"/>
              <a:t>홍길동</a:t>
            </a:r>
            <a:r>
              <a:rPr lang="en-US" altLang="ko-KR" sz="1400" dirty="0"/>
              <a:t>”); //</a:t>
            </a:r>
            <a:r>
              <a:rPr lang="ko-KR" altLang="en-US" sz="1400" dirty="0"/>
              <a:t>객체 삭제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Set </a:t>
            </a:r>
            <a:r>
              <a:rPr lang="ko-KR" altLang="en-US" sz="1400" b="1" dirty="0"/>
              <a:t>컬렉션의 반복자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전체</a:t>
            </a:r>
            <a:r>
              <a:rPr lang="en-US" altLang="ko-KR" sz="1400" dirty="0"/>
              <a:t> </a:t>
            </a:r>
            <a:r>
              <a:rPr lang="ko-KR" altLang="en-US" sz="1400" dirty="0"/>
              <a:t>객체를 대상으로 반복하는 반복자 제공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Set&lt;String&gt;</a:t>
            </a:r>
            <a:r>
              <a:rPr lang="ko-KR" altLang="en-US" sz="1400" dirty="0"/>
              <a:t> </a:t>
            </a:r>
            <a:r>
              <a:rPr lang="en-US" altLang="ko-KR" sz="1400" dirty="0"/>
              <a:t>set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/>
              <a:t>...;</a:t>
            </a:r>
          </a:p>
          <a:p>
            <a:pPr marL="0" indent="0">
              <a:buNone/>
            </a:pPr>
            <a:r>
              <a:rPr lang="en-US" altLang="ko-KR" sz="1400" dirty="0"/>
              <a:t>Iterator&lt;String&gt; iterator = </a:t>
            </a:r>
            <a:r>
              <a:rPr lang="en-US" altLang="ko-KR" sz="1400" dirty="0" err="1"/>
              <a:t>set.iterator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hasNext</a:t>
            </a:r>
            <a:r>
              <a:rPr lang="en-US" altLang="ko-KR" sz="1400" dirty="0"/>
              <a:t>()	</a:t>
            </a:r>
            <a:r>
              <a:rPr lang="ko-KR" altLang="en-US" sz="1400" dirty="0"/>
              <a:t>가져올 객체가 있으면 </a:t>
            </a:r>
            <a:r>
              <a:rPr lang="en-US" altLang="ko-KR" sz="1400" dirty="0"/>
              <a:t>true, </a:t>
            </a:r>
            <a:r>
              <a:rPr lang="ko-KR" altLang="en-US" sz="1400" dirty="0"/>
              <a:t>없으면 </a:t>
            </a:r>
            <a:r>
              <a:rPr lang="en-US" altLang="ko-KR" sz="1400" dirty="0" err="1"/>
              <a:t>fasle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E next()		</a:t>
            </a:r>
            <a:r>
              <a:rPr lang="ko-KR" altLang="en-US" sz="1400" dirty="0"/>
              <a:t>컬렉션에서 하나의 객체를 가져옴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void remove(()	Set </a:t>
            </a:r>
            <a:r>
              <a:rPr lang="ko-KR" altLang="en-US" sz="1400" dirty="0"/>
              <a:t>컬렉션에서 객체를 제거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Set&lt;String&gt;</a:t>
            </a:r>
            <a:r>
              <a:rPr lang="ko-KR" altLang="en-US" sz="1400" dirty="0"/>
              <a:t> </a:t>
            </a:r>
            <a:r>
              <a:rPr lang="en-US" altLang="ko-KR" sz="1400" dirty="0"/>
              <a:t>set</a:t>
            </a:r>
            <a:r>
              <a:rPr lang="ko-KR" altLang="en-US" sz="1400" dirty="0"/>
              <a:t> </a:t>
            </a:r>
            <a:r>
              <a:rPr lang="en-US" altLang="ko-KR" sz="1400" dirty="0"/>
              <a:t>=</a:t>
            </a:r>
            <a:r>
              <a:rPr lang="ko-KR" altLang="en-US" sz="1400" dirty="0"/>
              <a:t> </a:t>
            </a:r>
            <a:r>
              <a:rPr lang="en-US" altLang="ko-KR" sz="1400" dirty="0"/>
              <a:t>...;</a:t>
            </a:r>
          </a:p>
          <a:p>
            <a:pPr marL="0" indent="0">
              <a:buNone/>
            </a:pPr>
            <a:r>
              <a:rPr lang="en-US" altLang="ko-KR" sz="1400" dirty="0"/>
              <a:t>Iterator&lt;String&gt; iterator = </a:t>
            </a:r>
            <a:r>
              <a:rPr lang="en-US" altLang="ko-KR" sz="1400" dirty="0" err="1"/>
              <a:t>set.iterator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while(</a:t>
            </a:r>
            <a:r>
              <a:rPr lang="en-US" altLang="ko-KR" sz="1400" dirty="0" err="1"/>
              <a:t>iterator.hasNext</a:t>
            </a:r>
            <a:r>
              <a:rPr lang="en-US" altLang="ko-KR" sz="1400" dirty="0"/>
              <a:t>()){</a:t>
            </a:r>
          </a:p>
          <a:p>
            <a:pPr marL="0" indent="0">
              <a:buNone/>
            </a:pPr>
            <a:r>
              <a:rPr lang="en-US" altLang="ko-KR" sz="1400" dirty="0"/>
              <a:t>	String str = </a:t>
            </a:r>
            <a:r>
              <a:rPr lang="en-US" altLang="ko-KR" sz="1400" dirty="0" err="1"/>
              <a:t>iterator.next</a:t>
            </a:r>
            <a:r>
              <a:rPr lang="en-US" altLang="ko-KR" sz="1400" dirty="0"/>
              <a:t>(); //String </a:t>
            </a:r>
            <a:r>
              <a:rPr lang="ko-KR" altLang="en-US" sz="1400" dirty="0"/>
              <a:t>객체를 하나 가져옴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6164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4E427-A83A-722D-3CD9-76FDB940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39735C-B7EF-29FB-7B5C-F9D182F21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HastSet</a:t>
            </a:r>
            <a:r>
              <a:rPr lang="en-US" altLang="ko-KR" sz="1400" b="1" dirty="0"/>
              <a:t> – </a:t>
            </a:r>
            <a:r>
              <a:rPr lang="en-US" altLang="ko-KR" sz="1400" dirty="0"/>
              <a:t>Set </a:t>
            </a:r>
            <a:r>
              <a:rPr lang="ko-KR" altLang="en-US" sz="1400" dirty="0"/>
              <a:t>인터페이스의 구현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객체들을 순서 없이 저장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중복 객체 저장</a:t>
            </a:r>
            <a:r>
              <a:rPr lang="en-US" altLang="ko-KR" sz="1400" dirty="0"/>
              <a:t>X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 err="1"/>
              <a:t>HastSet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Set&lt;E&gt; set = new HashSet&lt;E&gt;();		=	Set&lt;E&gt; set = new HashSet&lt;&gt;(); //</a:t>
            </a:r>
            <a:r>
              <a:rPr lang="ko-KR" altLang="en-US" sz="1400" dirty="0"/>
              <a:t>파라미터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 err="1"/>
              <a:t>HastSet</a:t>
            </a:r>
            <a:r>
              <a:rPr lang="ko-KR" altLang="en-US" sz="1400" b="1" dirty="0"/>
              <a:t>의 중복 객체 검사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1. </a:t>
            </a:r>
            <a:r>
              <a:rPr lang="en-US" altLang="ko-KR" sz="1400" dirty="0" err="1"/>
              <a:t>hashCode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메소드를 호출해서 해시코드를 얻어낸다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해시코드</a:t>
            </a:r>
            <a:r>
              <a:rPr lang="en-US" altLang="ko-KR" sz="1400" dirty="0"/>
              <a:t>: </a:t>
            </a:r>
            <a:r>
              <a:rPr lang="ko-KR" altLang="en-US" sz="1400" dirty="0"/>
              <a:t>객체를 식별하기 위해 생성된 정수 값</a:t>
            </a:r>
            <a:r>
              <a:rPr lang="en-US" altLang="ko-KR" sz="1400" dirty="0"/>
              <a:t>, </a:t>
            </a:r>
            <a:r>
              <a:rPr lang="ko-KR" altLang="en-US" sz="1400" dirty="0"/>
              <a:t>객체별로 고유한 값을 가짐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2. equals() </a:t>
            </a:r>
            <a:r>
              <a:rPr lang="ko-KR" altLang="en-US" sz="1400" dirty="0"/>
              <a:t>메소드를 호출해서 객체의 내용을 비교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객체의 내용</a:t>
            </a:r>
            <a:r>
              <a:rPr lang="en-US" altLang="ko-KR" sz="1400" dirty="0"/>
              <a:t>: </a:t>
            </a:r>
            <a:r>
              <a:rPr lang="ko-KR" altLang="en-US" sz="1400" dirty="0"/>
              <a:t>필드</a:t>
            </a:r>
            <a:r>
              <a:rPr lang="en-US" altLang="ko-KR" sz="1400" dirty="0"/>
              <a:t>, </a:t>
            </a:r>
            <a:r>
              <a:rPr lang="ko-KR" altLang="en-US" sz="1400" dirty="0"/>
              <a:t>메소드 등</a:t>
            </a:r>
            <a:r>
              <a:rPr lang="en-US" altLang="ko-KR" sz="1400" dirty="0"/>
              <a:t>..)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3. </a:t>
            </a:r>
            <a:r>
              <a:rPr lang="ko-KR" altLang="en-US" sz="1400" dirty="0"/>
              <a:t>두 메소드의 </a:t>
            </a:r>
            <a:r>
              <a:rPr lang="en-US" altLang="ko-KR" sz="1400" dirty="0" err="1"/>
              <a:t>boolean</a:t>
            </a:r>
            <a:r>
              <a:rPr lang="ko-KR" altLang="en-US" sz="1400" dirty="0"/>
              <a:t>형 반환 결과에 따라 </a:t>
            </a:r>
            <a:r>
              <a:rPr lang="en-US" altLang="ko-KR" sz="1400" dirty="0"/>
              <a:t>Set </a:t>
            </a:r>
            <a:r>
              <a:rPr lang="ko-KR" altLang="en-US" sz="1400" dirty="0"/>
              <a:t>컬렉션에 저장 여부를 정한다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039018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3677-F06E-8FCF-F842-9C9A460E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4533C4-F45D-D6F0-75ED-5B0546D4C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785164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HashSetExample1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HashSet </a:t>
            </a:r>
            <a:r>
              <a:rPr lang="ko-KR" altLang="en-US" sz="1400" dirty="0"/>
              <a:t>객체 생성 </a:t>
            </a:r>
            <a:r>
              <a:rPr lang="en-US" altLang="ko-KR" sz="1400" dirty="0"/>
              <a:t>(</a:t>
            </a:r>
            <a:r>
              <a:rPr lang="ko-KR" altLang="en-US" sz="1400" dirty="0"/>
              <a:t>중복을 허용하지 않는 </a:t>
            </a:r>
            <a:r>
              <a:rPr lang="en-US" altLang="ko-KR" sz="1400" dirty="0"/>
              <a:t>Set </a:t>
            </a:r>
            <a:r>
              <a:rPr lang="ko-KR" altLang="en-US" sz="1400" dirty="0"/>
              <a:t>컬렉션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Set&lt;String&gt; set = new HashSet&lt;String&gt;();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객체 추가 </a:t>
            </a:r>
            <a:r>
              <a:rPr lang="en-US" altLang="ko-KR" sz="1400" dirty="0"/>
              <a:t>(</a:t>
            </a:r>
            <a:r>
              <a:rPr lang="ko-KR" altLang="en-US" sz="1400" dirty="0"/>
              <a:t>중복된 </a:t>
            </a:r>
            <a:r>
              <a:rPr lang="en-US" altLang="ko-KR" sz="1400" dirty="0"/>
              <a:t>"Java"</a:t>
            </a:r>
            <a:r>
              <a:rPr lang="ko-KR" altLang="en-US" sz="1400" dirty="0"/>
              <a:t>는 한 번만 저장됨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("Java");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("JDBC");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("Servlet/JSP");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("Java");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iBATIS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저장된 객체 수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size = </a:t>
            </a:r>
            <a:r>
              <a:rPr lang="en-US" altLang="ko-KR" sz="1400" dirty="0" err="1"/>
              <a:t>set.size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 </a:t>
            </a:r>
            <a:r>
              <a:rPr lang="ko-KR" altLang="en-US" sz="1400" dirty="0" err="1"/>
              <a:t>객체수</a:t>
            </a:r>
            <a:r>
              <a:rPr lang="en-US" altLang="ko-KR" sz="1400" dirty="0"/>
              <a:t>: " + size);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Iterator</a:t>
            </a:r>
            <a:r>
              <a:rPr lang="ko-KR" altLang="en-US" sz="1400" dirty="0"/>
              <a:t>를 이용해 </a:t>
            </a:r>
            <a:r>
              <a:rPr lang="en-US" altLang="ko-KR" sz="1400" dirty="0"/>
              <a:t>Set</a:t>
            </a:r>
            <a:r>
              <a:rPr lang="ko-KR" altLang="en-US" sz="1400" dirty="0"/>
              <a:t>의 모든 객체를 순회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Iterator&lt;String&gt; iterator = </a:t>
            </a:r>
            <a:r>
              <a:rPr lang="en-US" altLang="ko-KR" sz="1400" dirty="0" err="1"/>
              <a:t>set.iterator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while (</a:t>
            </a:r>
            <a:r>
              <a:rPr lang="en-US" altLang="ko-KR" sz="1400" dirty="0" err="1"/>
              <a:t>iterator.hasNext</a:t>
            </a:r>
            <a:r>
              <a:rPr lang="en-US" altLang="ko-KR" sz="1400" dirty="0"/>
              <a:t>()) {</a:t>
            </a:r>
          </a:p>
          <a:p>
            <a:pPr marL="0" indent="0">
              <a:buNone/>
            </a:pPr>
            <a:r>
              <a:rPr lang="en-US" altLang="ko-KR" sz="1400" dirty="0"/>
              <a:t>            String element = </a:t>
            </a:r>
            <a:r>
              <a:rPr lang="en-US" altLang="ko-KR" sz="1400" dirty="0" err="1"/>
              <a:t>iterator.next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("\t" + element);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9744881-3240-1A53-0E4B-D6BCFCACF77F}"/>
              </a:ext>
            </a:extLst>
          </p:cNvPr>
          <p:cNvSpPr txBox="1">
            <a:spLocks/>
          </p:cNvSpPr>
          <p:nvPr/>
        </p:nvSpPr>
        <p:spPr>
          <a:xfrm>
            <a:off x="4737980" y="0"/>
            <a:ext cx="5785164" cy="685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ko-KR" altLang="en-US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특정 객체 삭제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set.remove</a:t>
            </a:r>
            <a:r>
              <a:rPr lang="en-US" altLang="ko-KR" sz="1400" dirty="0"/>
              <a:t>("JDBC");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set.remove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iBATIS</a:t>
            </a:r>
            <a:r>
              <a:rPr lang="en-US" altLang="ko-KR" sz="1400" dirty="0"/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삭제 후 객체 수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 </a:t>
            </a:r>
            <a:r>
              <a:rPr lang="ko-KR" altLang="en-US" sz="1400" dirty="0" err="1"/>
              <a:t>객체수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set.size</a:t>
            </a:r>
            <a:r>
              <a:rPr lang="en-US" altLang="ko-KR" sz="1400" dirty="0"/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향상된 </a:t>
            </a:r>
            <a:r>
              <a:rPr lang="en-US" altLang="ko-KR" sz="1400" dirty="0"/>
              <a:t>for</a:t>
            </a:r>
            <a:r>
              <a:rPr lang="ko-KR" altLang="en-US" sz="1400" dirty="0"/>
              <a:t>문을 이용한 모든 객체 출력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for (String element : set)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("\t" + element);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모든 객체 제거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set.clear</a:t>
            </a:r>
            <a:r>
              <a:rPr lang="en-US" altLang="ko-KR" sz="1400" dirty="0"/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컬렉션이 비어 있는지 확인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set.isEmpty</a:t>
            </a:r>
            <a:r>
              <a:rPr lang="en-US" altLang="ko-KR" sz="1400" dirty="0"/>
              <a:t>())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비어 있음</a:t>
            </a:r>
            <a:r>
              <a:rPr lang="en-US" altLang="ko-KR" sz="1400" dirty="0"/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6F262C-328E-975B-00BD-D21DAAA7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246" y="3429000"/>
            <a:ext cx="1839693" cy="242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62E9-D4B6-0375-20CB-738A8162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9CB5B-FB11-9A85-1D47-1DEF59B81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Member {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String name;</a:t>
            </a:r>
          </a:p>
          <a:p>
            <a:pPr marL="0" indent="0">
              <a:buNone/>
            </a:pPr>
            <a:r>
              <a:rPr lang="en-US" altLang="ko-KR" sz="1400" dirty="0"/>
              <a:t>    public int age;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Member(String name, int age) {</a:t>
            </a:r>
          </a:p>
          <a:p>
            <a:pPr marL="0" indent="0">
              <a:buNone/>
            </a:pPr>
            <a:r>
              <a:rPr lang="en-US" altLang="ko-KR" sz="1400" dirty="0"/>
              <a:t>        this.name = name;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this.age</a:t>
            </a:r>
            <a:r>
              <a:rPr lang="en-US" altLang="ko-KR" sz="1400" dirty="0"/>
              <a:t> = age;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// equals() </a:t>
            </a:r>
            <a:r>
              <a:rPr lang="ko-KR" altLang="en-US" sz="1400" dirty="0"/>
              <a:t>메서드</a:t>
            </a:r>
            <a:r>
              <a:rPr lang="en-US" altLang="ko-KR" sz="1400" dirty="0"/>
              <a:t>: </a:t>
            </a:r>
            <a:r>
              <a:rPr lang="ko-KR" altLang="en-US" sz="1400" dirty="0"/>
              <a:t>두 객체의 동등성을 비교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equals(Object obj) {</a:t>
            </a:r>
          </a:p>
          <a:p>
            <a:pPr marL="0" indent="0">
              <a:buNone/>
            </a:pPr>
            <a:r>
              <a:rPr lang="en-US" altLang="ko-KR" sz="1400" dirty="0"/>
              <a:t>        // obj</a:t>
            </a:r>
            <a:r>
              <a:rPr lang="ko-KR" altLang="en-US" sz="1400" dirty="0"/>
              <a:t>가 </a:t>
            </a:r>
            <a:r>
              <a:rPr lang="en-US" altLang="ko-KR" sz="1400" dirty="0"/>
              <a:t>Member </a:t>
            </a:r>
            <a:r>
              <a:rPr lang="ko-KR" altLang="en-US" sz="1400" dirty="0"/>
              <a:t>타입인지 확인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if (obj </a:t>
            </a:r>
            <a:r>
              <a:rPr lang="en-US" altLang="ko-KR" sz="1400" dirty="0" err="1"/>
              <a:t>instanceof</a:t>
            </a:r>
            <a:r>
              <a:rPr lang="en-US" altLang="ko-KR" sz="1400" dirty="0"/>
              <a:t> Member) {</a:t>
            </a:r>
          </a:p>
          <a:p>
            <a:pPr marL="0" indent="0">
              <a:buNone/>
            </a:pPr>
            <a:r>
              <a:rPr lang="en-US" altLang="ko-KR" sz="1400" dirty="0"/>
              <a:t>            Member </a:t>
            </a:r>
            <a:r>
              <a:rPr lang="en-US" altLang="ko-KR" sz="1400" dirty="0" err="1"/>
              <a:t>member</a:t>
            </a:r>
            <a:r>
              <a:rPr lang="en-US" altLang="ko-KR" sz="1400" dirty="0"/>
              <a:t> = (Member) obj; // Member </a:t>
            </a:r>
            <a:r>
              <a:rPr lang="ko-KR" altLang="en-US" sz="1400" dirty="0"/>
              <a:t>타입으로 캐스팅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name</a:t>
            </a:r>
            <a:r>
              <a:rPr lang="ko-KR" altLang="en-US" sz="1400" dirty="0"/>
              <a:t>과 </a:t>
            </a:r>
            <a:r>
              <a:rPr lang="en-US" altLang="ko-KR" sz="1400" dirty="0"/>
              <a:t>age </a:t>
            </a:r>
            <a:r>
              <a:rPr lang="ko-KR" altLang="en-US" sz="1400" dirty="0"/>
              <a:t>필드 값이 모두 같으면 </a:t>
            </a:r>
            <a:r>
              <a:rPr lang="en-US" altLang="ko-KR" sz="1400" dirty="0"/>
              <a:t>true</a:t>
            </a:r>
            <a:r>
              <a:rPr lang="ko-KR" altLang="en-US" sz="1400" dirty="0"/>
              <a:t>를 반환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return </a:t>
            </a:r>
            <a:r>
              <a:rPr lang="en-US" altLang="ko-KR" sz="1400" dirty="0" err="1"/>
              <a:t>member.name.equals</a:t>
            </a:r>
            <a:r>
              <a:rPr lang="en-US" altLang="ko-KR" sz="1400" dirty="0"/>
              <a:t>(name) &amp;&amp; (</a:t>
            </a:r>
            <a:r>
              <a:rPr lang="en-US" altLang="ko-KR" sz="1400" dirty="0" err="1"/>
              <a:t>member.age</a:t>
            </a:r>
            <a:r>
              <a:rPr lang="en-US" altLang="ko-KR" sz="1400" dirty="0"/>
              <a:t> == age);</a:t>
            </a:r>
          </a:p>
          <a:p>
            <a:pPr marL="0" indent="0">
              <a:buNone/>
            </a:pPr>
            <a:r>
              <a:rPr lang="en-US" altLang="ko-KR" sz="1400" dirty="0"/>
              <a:t>        } else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타입이 다르면 </a:t>
            </a:r>
            <a:r>
              <a:rPr lang="en-US" altLang="ko-KR" sz="1400" dirty="0"/>
              <a:t>false </a:t>
            </a:r>
            <a:r>
              <a:rPr lang="ko-KR" altLang="en-US" sz="1400" dirty="0"/>
              <a:t>반환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return false;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hashCode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해시값을</a:t>
            </a:r>
            <a:r>
              <a:rPr lang="ko-KR" altLang="en-US" sz="1400" dirty="0"/>
              <a:t>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int </a:t>
            </a:r>
            <a:r>
              <a:rPr lang="en-US" altLang="ko-KR" sz="1400" dirty="0" err="1"/>
              <a:t>hashCode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// name</a:t>
            </a:r>
            <a:r>
              <a:rPr lang="ko-KR" altLang="en-US" sz="1400" dirty="0"/>
              <a:t>의 해시코드와 </a:t>
            </a:r>
            <a:r>
              <a:rPr lang="en-US" altLang="ko-KR" sz="1400" dirty="0"/>
              <a:t>age</a:t>
            </a:r>
            <a:r>
              <a:rPr lang="ko-KR" altLang="en-US" sz="1400" dirty="0"/>
              <a:t>를 더해서 고유한 </a:t>
            </a:r>
            <a:r>
              <a:rPr lang="ko-KR" altLang="en-US" sz="1400" dirty="0" err="1"/>
              <a:t>해시값을</a:t>
            </a:r>
            <a:r>
              <a:rPr lang="ko-KR" altLang="en-US" sz="1400" dirty="0"/>
              <a:t>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return </a:t>
            </a:r>
            <a:r>
              <a:rPr lang="en-US" altLang="ko-KR" sz="1400" dirty="0" err="1"/>
              <a:t>name.hashCode</a:t>
            </a:r>
            <a:r>
              <a:rPr lang="en-US" altLang="ko-KR" sz="1400" dirty="0"/>
              <a:t>() + age;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4B7788-93DD-276B-991D-149CCA287749}"/>
              </a:ext>
            </a:extLst>
          </p:cNvPr>
          <p:cNvSpPr txBox="1"/>
          <p:nvPr/>
        </p:nvSpPr>
        <p:spPr>
          <a:xfrm>
            <a:off x="6271034" y="0"/>
            <a:ext cx="5920966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</a:t>
            </a:r>
          </a:p>
          <a:p>
            <a:endParaRPr lang="en-US" altLang="ko-KR" sz="1400" dirty="0"/>
          </a:p>
          <a:p>
            <a:r>
              <a:rPr lang="en-US" altLang="ko-KR" sz="1400" dirty="0"/>
              <a:t>public class </a:t>
            </a:r>
            <a:r>
              <a:rPr lang="en-US" altLang="ko-KR" sz="1400" dirty="0" err="1"/>
              <a:t>HashSetExample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	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		Set&lt;Member&gt; set = new HashSet&lt;Member&gt;();</a:t>
            </a:r>
          </a:p>
          <a:p>
            <a:r>
              <a:rPr lang="en-US" altLang="ko-KR" sz="1400" dirty="0"/>
              <a:t>		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(new Member("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30));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set.add</a:t>
            </a:r>
            <a:r>
              <a:rPr lang="en-US" altLang="ko-KR" sz="1400" dirty="0"/>
              <a:t>(new Member("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30));</a:t>
            </a:r>
          </a:p>
          <a:p>
            <a:r>
              <a:rPr lang="en-US" altLang="ko-KR" sz="1400" dirty="0"/>
              <a:t>		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 </a:t>
            </a:r>
            <a:r>
              <a:rPr lang="ko-KR" altLang="en-US" sz="1400" dirty="0" err="1"/>
              <a:t>객체수</a:t>
            </a:r>
            <a:r>
              <a:rPr lang="ko-KR" altLang="en-US" sz="1400" dirty="0"/>
              <a:t> 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set.size</a:t>
            </a:r>
            <a:r>
              <a:rPr lang="en-US" altLang="ko-KR" sz="1400" dirty="0"/>
              <a:t>());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70EB1D-9E20-3245-3A27-D311B9555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874" y="4524564"/>
            <a:ext cx="2007285" cy="72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68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3D756-0778-89FB-429D-5741BCBF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3B21D-BE6C-A0F5-8FAF-BB5F0FB01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Map </a:t>
            </a:r>
            <a:r>
              <a:rPr lang="ko-KR" altLang="en-US" sz="1400" b="1" dirty="0"/>
              <a:t>컬렉션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-Key</a:t>
            </a:r>
            <a:r>
              <a:rPr lang="ko-KR" altLang="en-US" sz="1400" dirty="0"/>
              <a:t>와 </a:t>
            </a:r>
            <a:r>
              <a:rPr lang="en-US" altLang="ko-KR" sz="1400" dirty="0"/>
              <a:t>value</a:t>
            </a:r>
            <a:r>
              <a:rPr lang="ko-KR" altLang="en-US" sz="1400" dirty="0"/>
              <a:t>로 구성되어 객체를 저장되는 구조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-Key</a:t>
            </a:r>
            <a:r>
              <a:rPr lang="ko-KR" altLang="en-US" sz="1400" dirty="0"/>
              <a:t>와 </a:t>
            </a:r>
            <a:r>
              <a:rPr lang="en-US" altLang="ko-KR" sz="1400" dirty="0"/>
              <a:t>value </a:t>
            </a:r>
            <a:r>
              <a:rPr lang="ko-KR" altLang="en-US" sz="1400" dirty="0"/>
              <a:t>모두 객체임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-Key</a:t>
            </a:r>
            <a:r>
              <a:rPr lang="ko-KR" altLang="en-US" sz="1400" dirty="0"/>
              <a:t>값의 중복은 가능함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단 </a:t>
            </a:r>
            <a:r>
              <a:rPr lang="en-US" altLang="ko-KR" sz="1400" dirty="0"/>
              <a:t>Key</a:t>
            </a:r>
            <a:r>
              <a:rPr lang="ko-KR" altLang="en-US" sz="1400" dirty="0"/>
              <a:t>값이 중복되면 기존의 값은 없어지고 새로운 값으로 대체됨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Map </a:t>
            </a:r>
            <a:r>
              <a:rPr lang="ko-KR" altLang="en-US" sz="1400" b="1" dirty="0"/>
              <a:t>컬렉션의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 추가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 put(K key, V value)			</a:t>
            </a:r>
            <a:r>
              <a:rPr lang="ko-KR" altLang="en-US" sz="1400" dirty="0"/>
              <a:t>주어진 키로 값을 저장</a:t>
            </a:r>
            <a:r>
              <a:rPr lang="en-US" altLang="ko-KR" sz="1400" dirty="0"/>
              <a:t>. </a:t>
            </a:r>
            <a:r>
              <a:rPr lang="ko-KR" altLang="en-US" sz="1400" dirty="0"/>
              <a:t>동일한 키가 있을 경우 값을 대체하고 이전 값을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containsKey</a:t>
            </a:r>
            <a:r>
              <a:rPr lang="en-US" altLang="ko-KR" sz="1400" dirty="0"/>
              <a:t>(Object key)		</a:t>
            </a:r>
            <a:r>
              <a:rPr lang="ko-KR" altLang="en-US" sz="1400" dirty="0"/>
              <a:t>주어진 키가 있는지 여부를 확인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containsValue</a:t>
            </a:r>
            <a:r>
              <a:rPr lang="en-US" altLang="ko-KR" sz="1400" dirty="0"/>
              <a:t>(Object value)	</a:t>
            </a:r>
            <a:r>
              <a:rPr lang="ko-KR" altLang="en-US" sz="1400" dirty="0"/>
              <a:t>주어진 값이 있는지 여부를 확인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-Set&lt;</a:t>
            </a:r>
            <a:r>
              <a:rPr lang="en-US" altLang="ko-KR" sz="1400" dirty="0" err="1"/>
              <a:t>Map.Entry</a:t>
            </a:r>
            <a:r>
              <a:rPr lang="en-US" altLang="ko-KR" sz="1400" dirty="0"/>
              <a:t>&lt;K, V&gt;&gt; </a:t>
            </a:r>
            <a:r>
              <a:rPr lang="en-US" altLang="ko-KR" sz="1400" dirty="0" err="1"/>
              <a:t>entrySet</a:t>
            </a:r>
            <a:r>
              <a:rPr lang="en-US" altLang="ko-KR" sz="1400" dirty="0"/>
              <a:t>()	</a:t>
            </a:r>
            <a:r>
              <a:rPr lang="ko-KR" altLang="en-US" sz="1400" dirty="0"/>
              <a:t>키와 값의 쌍으로 구성된 모든 </a:t>
            </a:r>
            <a:r>
              <a:rPr lang="en-US" altLang="ko-KR" sz="1400" dirty="0" err="1"/>
              <a:t>Map.Entry</a:t>
            </a:r>
            <a:r>
              <a:rPr lang="en-US" altLang="ko-KR" sz="1400" dirty="0"/>
              <a:t> </a:t>
            </a:r>
            <a:r>
              <a:rPr lang="ko-KR" altLang="en-US" sz="1400" dirty="0"/>
              <a:t>객체를 </a:t>
            </a:r>
            <a:r>
              <a:rPr lang="en-US" altLang="ko-KR" sz="1400" dirty="0"/>
              <a:t>Set</a:t>
            </a:r>
            <a:r>
              <a:rPr lang="ko-KR" altLang="en-US" sz="1400" dirty="0"/>
              <a:t>에 담아서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검색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-V get(Object key)			</a:t>
            </a:r>
            <a:r>
              <a:rPr lang="ko-KR" altLang="en-US" sz="1400" dirty="0"/>
              <a:t>주어진 키에 있는 값을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isEmpty</a:t>
            </a:r>
            <a:r>
              <a:rPr lang="en-US" altLang="ko-KR" sz="1400" dirty="0"/>
              <a:t>()			</a:t>
            </a:r>
            <a:r>
              <a:rPr lang="ko-KR" altLang="en-US" sz="1400" dirty="0"/>
              <a:t>컬렉션이 비어 있는지 여부를 확인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-Set&lt;K&gt; </a:t>
            </a:r>
            <a:r>
              <a:rPr lang="en-US" altLang="ko-KR" sz="1400" dirty="0" err="1"/>
              <a:t>keySet</a:t>
            </a:r>
            <a:r>
              <a:rPr lang="en-US" altLang="ko-KR" sz="1400" dirty="0"/>
              <a:t>()			</a:t>
            </a:r>
            <a:r>
              <a:rPr lang="ko-KR" altLang="en-US" sz="1400" dirty="0"/>
              <a:t>모든 키를 </a:t>
            </a:r>
            <a:r>
              <a:rPr lang="en-US" altLang="ko-KR" sz="1400" dirty="0"/>
              <a:t>Set </a:t>
            </a:r>
            <a:r>
              <a:rPr lang="ko-KR" altLang="en-US" sz="1400" dirty="0"/>
              <a:t>객체에 담아서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-int size()				</a:t>
            </a:r>
            <a:r>
              <a:rPr lang="ko-KR" altLang="en-US" sz="1400" dirty="0"/>
              <a:t>저장된 키의 총 수를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-Collection&lt;V&gt; values()			</a:t>
            </a:r>
            <a:r>
              <a:rPr lang="ko-KR" altLang="en-US" sz="1400" dirty="0"/>
              <a:t>저장된 모든 값을 </a:t>
            </a:r>
            <a:r>
              <a:rPr lang="en-US" altLang="ko-KR" sz="1400" dirty="0"/>
              <a:t>Collection</a:t>
            </a:r>
            <a:r>
              <a:rPr lang="ko-KR" altLang="en-US" sz="1400" dirty="0"/>
              <a:t>에 담아서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객체 삭제	</a:t>
            </a:r>
          </a:p>
          <a:p>
            <a:pPr marL="0" indent="0">
              <a:buNone/>
            </a:pPr>
            <a:r>
              <a:rPr lang="en-US" altLang="ko-KR" sz="1400" dirty="0"/>
              <a:t>-void clear()				</a:t>
            </a:r>
            <a:r>
              <a:rPr lang="ko-KR" altLang="en-US" sz="1400" dirty="0"/>
              <a:t>모든 </a:t>
            </a:r>
            <a:r>
              <a:rPr lang="en-US" altLang="ko-KR" sz="1400" dirty="0" err="1"/>
              <a:t>Map.Entry</a:t>
            </a:r>
            <a:r>
              <a:rPr lang="en-US" altLang="ko-KR" sz="1400" dirty="0"/>
              <a:t>(</a:t>
            </a:r>
            <a:r>
              <a:rPr lang="ko-KR" altLang="en-US" sz="1400" dirty="0"/>
              <a:t>키와 값</a:t>
            </a:r>
            <a:r>
              <a:rPr lang="en-US" altLang="ko-KR" sz="1400" dirty="0"/>
              <a:t>)</a:t>
            </a:r>
            <a:r>
              <a:rPr lang="ko-KR" altLang="en-US" sz="1400" dirty="0"/>
              <a:t>를 삭제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-V remove(Object key)			</a:t>
            </a:r>
            <a:r>
              <a:rPr lang="ko-KR" altLang="en-US" sz="1400" dirty="0"/>
              <a:t>주어진 키와 일치하는 </a:t>
            </a:r>
            <a:r>
              <a:rPr lang="en-US" altLang="ko-KR" sz="1400" dirty="0" err="1"/>
              <a:t>Map.Entry</a:t>
            </a:r>
            <a:r>
              <a:rPr lang="ko-KR" altLang="en-US" sz="1400" dirty="0"/>
              <a:t>를 삭제하고 값을 리턴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50847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582B3-D076-01CE-C9EC-4542E4D5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C93B06-EAF8-05F4-A1F9-9AFC59FC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z="1400" b="1" dirty="0"/>
              <a:t>Map </a:t>
            </a:r>
            <a:r>
              <a:rPr lang="ko-KR" altLang="en-US" sz="1400" b="1" dirty="0"/>
              <a:t>컬렉션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Map&lt;String, Integer&gt; map = ...;</a:t>
            </a:r>
          </a:p>
          <a:p>
            <a:pPr marL="0" indent="0">
              <a:buNone/>
            </a:pPr>
            <a:r>
              <a:rPr lang="en-US" altLang="ko-KR" sz="1400" dirty="0" err="1"/>
              <a:t>map.put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30);       // </a:t>
            </a:r>
            <a:r>
              <a:rPr lang="ko-KR" altLang="en-US" sz="1400" dirty="0"/>
              <a:t>객체 추가</a:t>
            </a:r>
            <a:r>
              <a:rPr lang="en-US" altLang="ko-KR" sz="1400" dirty="0"/>
              <a:t>(</a:t>
            </a:r>
            <a:r>
              <a:rPr lang="ko-KR" altLang="en-US" sz="1400" dirty="0"/>
              <a:t>키 객체</a:t>
            </a:r>
            <a:r>
              <a:rPr lang="en-US" altLang="ko-KR" sz="1400" dirty="0"/>
              <a:t>: String </a:t>
            </a:r>
            <a:r>
              <a:rPr lang="ko-KR" altLang="en-US" sz="1400" dirty="0"/>
              <a:t>값 객체</a:t>
            </a:r>
            <a:r>
              <a:rPr lang="en-US" altLang="ko-KR" sz="1400" dirty="0"/>
              <a:t>: Integer)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int score = </a:t>
            </a:r>
            <a:r>
              <a:rPr lang="en-US" altLang="ko-KR" sz="1400" dirty="0" err="1"/>
              <a:t>map.get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 // </a:t>
            </a:r>
            <a:r>
              <a:rPr lang="ko-KR" altLang="en-US" sz="1400" dirty="0"/>
              <a:t>객체 검색</a:t>
            </a:r>
          </a:p>
          <a:p>
            <a:pPr marL="0" indent="0">
              <a:buNone/>
            </a:pPr>
            <a:r>
              <a:rPr lang="en-US" altLang="ko-KR" sz="1400" dirty="0" err="1"/>
              <a:t>map.remove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        // </a:t>
            </a:r>
            <a:r>
              <a:rPr lang="ko-KR" altLang="en-US" sz="1400" dirty="0"/>
              <a:t>객체 삭제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ko-KR" altLang="en-US" sz="1400" dirty="0"/>
              <a:t>키 순회</a:t>
            </a:r>
            <a:r>
              <a:rPr lang="en-US" altLang="ko-KR" sz="1400" dirty="0"/>
              <a:t>: Map</a:t>
            </a:r>
            <a:r>
              <a:rPr lang="ko-KR" altLang="en-US" sz="1400" dirty="0"/>
              <a:t>에 저장된 모든 키를 순회하며 해당 키에 대한 값을 가져옴</a:t>
            </a:r>
          </a:p>
          <a:p>
            <a:pPr marL="0" indent="0">
              <a:buNone/>
            </a:pPr>
            <a:r>
              <a:rPr lang="en-US" altLang="ko-KR" sz="1400" dirty="0"/>
              <a:t>Set&lt;K&gt; </a:t>
            </a:r>
            <a:r>
              <a:rPr lang="en-US" altLang="ko-KR" sz="1400" dirty="0" err="1"/>
              <a:t>keySet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map.keySet</a:t>
            </a:r>
            <a:r>
              <a:rPr lang="en-US" altLang="ko-KR" sz="1400" dirty="0"/>
              <a:t>(); // Map</a:t>
            </a:r>
            <a:r>
              <a:rPr lang="ko-KR" altLang="en-US" sz="1400" dirty="0"/>
              <a:t>의 모든 키를 </a:t>
            </a:r>
            <a:r>
              <a:rPr lang="en-US" altLang="ko-KR" sz="1400" dirty="0"/>
              <a:t>Set</a:t>
            </a:r>
            <a:r>
              <a:rPr lang="ko-KR" altLang="en-US" sz="1400" dirty="0"/>
              <a:t>으로 반환</a:t>
            </a:r>
          </a:p>
          <a:p>
            <a:pPr marL="0" indent="0">
              <a:buNone/>
            </a:pPr>
            <a:r>
              <a:rPr lang="en-US" altLang="ko-KR" sz="1400" dirty="0"/>
              <a:t>Iterator&lt;K&gt; </a:t>
            </a:r>
            <a:r>
              <a:rPr lang="en-US" altLang="ko-KR" sz="1400" dirty="0" err="1"/>
              <a:t>keyIterator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keySet.iterator</a:t>
            </a:r>
            <a:r>
              <a:rPr lang="en-US" altLang="ko-KR" sz="1400" dirty="0"/>
              <a:t>(); // </a:t>
            </a:r>
            <a:r>
              <a:rPr lang="ko-KR" altLang="en-US" sz="1400" dirty="0"/>
              <a:t>키의 반복자</a:t>
            </a:r>
            <a:r>
              <a:rPr lang="en-US" altLang="ko-KR" sz="1400" dirty="0"/>
              <a:t>(iterator)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en-US" altLang="ko-KR" sz="1400" dirty="0"/>
              <a:t>while (</a:t>
            </a:r>
            <a:r>
              <a:rPr lang="en-US" altLang="ko-KR" sz="1400" dirty="0" err="1"/>
              <a:t>keyIterator.hasNext</a:t>
            </a:r>
            <a:r>
              <a:rPr lang="en-US" altLang="ko-KR" sz="1400" dirty="0"/>
              <a:t>())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K key = </a:t>
            </a:r>
            <a:r>
              <a:rPr lang="en-US" altLang="ko-KR" sz="1400" dirty="0" err="1"/>
              <a:t>keyIterator.next</a:t>
            </a:r>
            <a:r>
              <a:rPr lang="en-US" altLang="ko-KR" sz="1400" dirty="0"/>
              <a:t>();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 value = </a:t>
            </a:r>
            <a:r>
              <a:rPr lang="en-US" altLang="ko-KR" sz="1400" dirty="0" err="1"/>
              <a:t>map.get</a:t>
            </a:r>
            <a:r>
              <a:rPr lang="en-US" altLang="ko-KR" sz="1400" dirty="0"/>
              <a:t>(key);  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</a:t>
            </a:r>
            <a:r>
              <a:rPr lang="ko-KR" altLang="en-US" sz="1400" dirty="0"/>
              <a:t>엔트리 순회</a:t>
            </a:r>
            <a:r>
              <a:rPr lang="en-US" altLang="ko-KR" sz="1400" dirty="0"/>
              <a:t>: Map</a:t>
            </a:r>
            <a:r>
              <a:rPr lang="ko-KR" altLang="en-US" sz="1400" dirty="0"/>
              <a:t>에 저장된 키</a:t>
            </a:r>
            <a:r>
              <a:rPr lang="en-US" altLang="ko-KR" sz="1400" dirty="0"/>
              <a:t>-</a:t>
            </a:r>
            <a:r>
              <a:rPr lang="ko-KR" altLang="en-US" sz="1400" dirty="0"/>
              <a:t>값 쌍을 순회하며 각각의 키와 값을 가져옴</a:t>
            </a:r>
          </a:p>
          <a:p>
            <a:pPr marL="0" indent="0">
              <a:buNone/>
            </a:pPr>
            <a:r>
              <a:rPr lang="en-US" altLang="ko-KR" sz="1400" dirty="0"/>
              <a:t>Set&lt;</a:t>
            </a:r>
            <a:r>
              <a:rPr lang="en-US" altLang="ko-KR" sz="1400" dirty="0" err="1"/>
              <a:t>Map.Entry</a:t>
            </a:r>
            <a:r>
              <a:rPr lang="en-US" altLang="ko-KR" sz="1400" dirty="0"/>
              <a:t>&lt;K, V&gt;&gt; </a:t>
            </a:r>
            <a:r>
              <a:rPr lang="en-US" altLang="ko-KR" sz="1400" dirty="0" err="1"/>
              <a:t>entrySet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map.entrySet</a:t>
            </a:r>
            <a:r>
              <a:rPr lang="en-US" altLang="ko-KR" sz="1400" dirty="0"/>
              <a:t>(); // Map</a:t>
            </a:r>
            <a:r>
              <a:rPr lang="ko-KR" altLang="en-US" sz="1400" dirty="0"/>
              <a:t>의 모든 키</a:t>
            </a:r>
            <a:r>
              <a:rPr lang="en-US" altLang="ko-KR" sz="1400" dirty="0"/>
              <a:t>-</a:t>
            </a:r>
            <a:r>
              <a:rPr lang="ko-KR" altLang="en-US" sz="1400" dirty="0"/>
              <a:t>값 쌍을 </a:t>
            </a:r>
            <a:r>
              <a:rPr lang="en-US" altLang="ko-KR" sz="1400" dirty="0"/>
              <a:t>Set</a:t>
            </a:r>
            <a:r>
              <a:rPr lang="ko-KR" altLang="en-US" sz="1400" dirty="0"/>
              <a:t>으로 반환</a:t>
            </a:r>
          </a:p>
          <a:p>
            <a:pPr marL="0" indent="0">
              <a:buNone/>
            </a:pPr>
            <a:r>
              <a:rPr lang="en-US" altLang="ko-KR" sz="1400" dirty="0"/>
              <a:t>Iterator&lt;</a:t>
            </a:r>
            <a:r>
              <a:rPr lang="en-US" altLang="ko-KR" sz="1400" dirty="0" err="1"/>
              <a:t>Map.Entry</a:t>
            </a:r>
            <a:r>
              <a:rPr lang="en-US" altLang="ko-KR" sz="1400" dirty="0"/>
              <a:t>&lt;K, V&gt;&gt; </a:t>
            </a:r>
            <a:r>
              <a:rPr lang="en-US" altLang="ko-KR" sz="1400" dirty="0" err="1"/>
              <a:t>entryIterator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entrySet.iterator</a:t>
            </a:r>
            <a:r>
              <a:rPr lang="en-US" altLang="ko-KR" sz="1400" dirty="0"/>
              <a:t>(); // </a:t>
            </a:r>
            <a:r>
              <a:rPr lang="ko-KR" altLang="en-US" sz="1400" dirty="0"/>
              <a:t>키</a:t>
            </a:r>
            <a:r>
              <a:rPr lang="en-US" altLang="ko-KR" sz="1400" dirty="0"/>
              <a:t>-</a:t>
            </a:r>
            <a:r>
              <a:rPr lang="ko-KR" altLang="en-US" sz="1400" dirty="0"/>
              <a:t>값 쌍의 반복자 생성</a:t>
            </a:r>
          </a:p>
          <a:p>
            <a:pPr marL="0" indent="0">
              <a:buNone/>
            </a:pPr>
            <a:r>
              <a:rPr lang="en-US" altLang="ko-KR" sz="1400" dirty="0"/>
              <a:t>while (</a:t>
            </a:r>
            <a:r>
              <a:rPr lang="en-US" altLang="ko-KR" sz="1400" dirty="0" err="1"/>
              <a:t>entryIterator.hasNext</a:t>
            </a:r>
            <a:r>
              <a:rPr lang="en-US" altLang="ko-KR" sz="1400" dirty="0"/>
              <a:t>()) {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Map.Entry</a:t>
            </a:r>
            <a:r>
              <a:rPr lang="en-US" altLang="ko-KR" sz="1400" dirty="0"/>
              <a:t>&lt;K, V&gt; entry = </a:t>
            </a:r>
            <a:r>
              <a:rPr lang="en-US" altLang="ko-KR" sz="1400" dirty="0" err="1"/>
              <a:t>entryIterator.next</a:t>
            </a:r>
            <a:r>
              <a:rPr lang="en-US" altLang="ko-KR" sz="1400" dirty="0"/>
              <a:t>(); // </a:t>
            </a:r>
            <a:r>
              <a:rPr lang="ko-KR" altLang="en-US" sz="1400" dirty="0"/>
              <a:t>현재 엔트리를 가져옴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K key = </a:t>
            </a:r>
            <a:r>
              <a:rPr lang="en-US" altLang="ko-KR" sz="1400" dirty="0" err="1"/>
              <a:t>entry.getKey</a:t>
            </a:r>
            <a:r>
              <a:rPr lang="en-US" altLang="ko-KR" sz="1400" dirty="0"/>
              <a:t>(); 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 value = </a:t>
            </a:r>
            <a:r>
              <a:rPr lang="en-US" altLang="ko-KR" sz="1400" dirty="0" err="1"/>
              <a:t>entry.getValue</a:t>
            </a:r>
            <a:r>
              <a:rPr lang="en-US" altLang="ko-KR" sz="1400" dirty="0"/>
              <a:t>();  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0873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5C0F-36E0-9FB5-DEB6-37D94B9FB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7129ED-5167-A7E9-CC3C-848F69ABE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HashMap</a:t>
            </a:r>
            <a:r>
              <a:rPr lang="en-US" altLang="ko-KR" sz="1400" dirty="0"/>
              <a:t> – Map </a:t>
            </a:r>
            <a:r>
              <a:rPr lang="ko-KR" altLang="en-US" sz="1400" dirty="0"/>
              <a:t>인터페이스의 구현 인터페이스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-Set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hashCode</a:t>
            </a:r>
            <a:r>
              <a:rPr lang="en-US" altLang="ko-KR" sz="1400" dirty="0"/>
              <a:t>()</a:t>
            </a:r>
            <a:r>
              <a:rPr lang="ko-KR" altLang="en-US" sz="1400" dirty="0"/>
              <a:t>와 </a:t>
            </a:r>
            <a:r>
              <a:rPr lang="en-US" altLang="ko-KR" sz="1400" dirty="0"/>
              <a:t>equals()</a:t>
            </a:r>
            <a:r>
              <a:rPr lang="ko-KR" altLang="en-US" sz="1400" dirty="0"/>
              <a:t>를 재정의해서 동등 객체가 될 조건을 </a:t>
            </a:r>
            <a:r>
              <a:rPr lang="ko-KR" altLang="en-US" sz="1400" dirty="0" err="1"/>
              <a:t>정해야됨</a:t>
            </a:r>
            <a:r>
              <a:rPr lang="ko-KR" altLang="en-US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중복 방지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동등 객체의 조건</a:t>
            </a:r>
            <a:r>
              <a:rPr lang="en-US" altLang="ko-KR" sz="1400" dirty="0"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sym typeface="Wingdings" panose="05000000000000000000" pitchFamily="2" charset="2"/>
              </a:rPr>
              <a:t>해시코드의 리턴 값이 </a:t>
            </a:r>
            <a:r>
              <a:rPr lang="ko-KR" altLang="en-US" sz="1400" dirty="0" err="1">
                <a:sym typeface="Wingdings" panose="05000000000000000000" pitchFamily="2" charset="2"/>
              </a:rPr>
              <a:t>같아야함</a:t>
            </a:r>
            <a:r>
              <a:rPr lang="en-US" altLang="ko-KR" sz="1400" dirty="0">
                <a:sym typeface="Wingdings" panose="05000000000000000000" pitchFamily="2" charset="2"/>
              </a:rPr>
              <a:t> + equals</a:t>
            </a:r>
            <a:r>
              <a:rPr lang="ko-KR" altLang="en-US" sz="1400" dirty="0">
                <a:sym typeface="Wingdings" panose="05000000000000000000" pitchFamily="2" charset="2"/>
              </a:rPr>
              <a:t>메소드가 </a:t>
            </a:r>
            <a:r>
              <a:rPr lang="en-US" altLang="ko-KR" sz="1400" dirty="0">
                <a:sym typeface="Wingdings" panose="05000000000000000000" pitchFamily="2" charset="2"/>
              </a:rPr>
              <a:t>true</a:t>
            </a:r>
            <a:r>
              <a:rPr lang="ko-KR" altLang="en-US" sz="1400" dirty="0">
                <a:sym typeface="Wingdings" panose="05000000000000000000" pitchFamily="2" charset="2"/>
              </a:rPr>
              <a:t>를 </a:t>
            </a:r>
            <a:r>
              <a:rPr lang="ko-KR" altLang="en-US" sz="1400" dirty="0" err="1">
                <a:sym typeface="Wingdings" panose="05000000000000000000" pitchFamily="2" charset="2"/>
              </a:rPr>
              <a:t>반환해야함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sz="1400" b="1" dirty="0">
                <a:sym typeface="Wingdings" panose="05000000000000000000" pitchFamily="2" charset="2"/>
              </a:rPr>
              <a:t>키와 값의 타입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-</a:t>
            </a:r>
            <a:r>
              <a:rPr lang="ko-KR" altLang="en-US" sz="1400" dirty="0">
                <a:sym typeface="Wingdings" panose="05000000000000000000" pitchFamily="2" charset="2"/>
              </a:rPr>
              <a:t>주로 키 타입은 </a:t>
            </a:r>
            <a:r>
              <a:rPr lang="en-US" altLang="ko-KR" sz="1400" dirty="0">
                <a:sym typeface="Wingdings" panose="05000000000000000000" pitchFamily="2" charset="2"/>
              </a:rPr>
              <a:t>String</a:t>
            </a:r>
            <a:r>
              <a:rPr lang="ko-KR" altLang="en-US" sz="1400" dirty="0">
                <a:sym typeface="Wingdings" panose="05000000000000000000" pitchFamily="2" charset="2"/>
              </a:rPr>
              <a:t>을 많이 사용한다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키와 값의 타입은 기본타입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bytem</a:t>
            </a:r>
            <a:r>
              <a:rPr lang="en-US" altLang="ko-KR" sz="1400" dirty="0"/>
              <a:t> short, int, float, double, </a:t>
            </a:r>
            <a:r>
              <a:rPr lang="en-US" altLang="ko-KR" sz="1400" dirty="0" err="1"/>
              <a:t>boolean</a:t>
            </a:r>
            <a:r>
              <a:rPr lang="en-US" altLang="ko-KR" sz="1400" dirty="0"/>
              <a:t>, char)</a:t>
            </a:r>
            <a:r>
              <a:rPr lang="ko-KR" altLang="en-US" sz="1400" dirty="0"/>
              <a:t>을 사용할 수 없고 클래스와 인터페이스만 사용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ko-KR" altLang="en-US" sz="1400" dirty="0"/>
              <a:t>키로 </a:t>
            </a:r>
            <a:r>
              <a:rPr lang="en-US" altLang="ko-KR" sz="1400" dirty="0"/>
              <a:t>String, </a:t>
            </a:r>
            <a:r>
              <a:rPr lang="ko-KR" altLang="en-US" sz="1400" dirty="0"/>
              <a:t>값으로 </a:t>
            </a:r>
            <a:r>
              <a:rPr lang="en-US" altLang="ko-KR" sz="1400" dirty="0"/>
              <a:t>Integer </a:t>
            </a:r>
            <a:r>
              <a:rPr lang="ko-KR" altLang="en-US" sz="1400" dirty="0"/>
              <a:t>타입을 사용하는 </a:t>
            </a:r>
            <a:r>
              <a:rPr lang="en-US" altLang="ko-KR" sz="1400" dirty="0"/>
              <a:t>HashMap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Map&lt;String, Integer&gt; map = new HashMap&lt;String, Integer&gt;();</a:t>
            </a:r>
          </a:p>
        </p:txBody>
      </p:sp>
    </p:spTree>
    <p:extLst>
      <p:ext uri="{BB962C8B-B14F-4D97-AF65-F5344CB8AC3E}">
        <p14:creationId xmlns:p14="http://schemas.microsoft.com/office/powerpoint/2010/main" val="1421910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D585-AAC5-3C4C-17FC-9DF975E6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A1ADE-96EC-C337-6272-B2308CA6B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java.util.HashMap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java.util.Iterator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java.util.Map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java.util.Set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HashMapExample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Map </a:t>
            </a:r>
            <a:r>
              <a:rPr lang="ko-KR" altLang="en-US" sz="1400" dirty="0"/>
              <a:t>컬렉션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Map&lt;String, Integer&gt; map = new HashMap&lt;String, Integer&gt;();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객체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", 85);     // </a:t>
            </a:r>
            <a:r>
              <a:rPr lang="ko-KR" altLang="en-US" sz="1400" dirty="0"/>
              <a:t>키</a:t>
            </a:r>
            <a:r>
              <a:rPr lang="en-US" altLang="ko-KR" sz="1400" dirty="0"/>
              <a:t>: "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", </a:t>
            </a:r>
            <a:r>
              <a:rPr lang="ko-KR" altLang="en-US" sz="1400" dirty="0"/>
              <a:t>값</a:t>
            </a:r>
            <a:r>
              <a:rPr lang="en-US" altLang="ko-KR" sz="1400" dirty="0"/>
              <a:t>: 85 </a:t>
            </a:r>
            <a:r>
              <a:rPr lang="ko-KR" altLang="en-US" sz="1400" dirty="0"/>
              <a:t>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90);     // </a:t>
            </a:r>
            <a:r>
              <a:rPr lang="ko-KR" altLang="en-US" sz="1400" dirty="0"/>
              <a:t>키</a:t>
            </a:r>
            <a:r>
              <a:rPr lang="en-US" altLang="ko-KR" sz="1400" dirty="0"/>
              <a:t>: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</a:t>
            </a:r>
            <a:r>
              <a:rPr lang="ko-KR" altLang="en-US" sz="1400" dirty="0"/>
              <a:t>값</a:t>
            </a:r>
            <a:r>
              <a:rPr lang="en-US" altLang="ko-KR" sz="1400" dirty="0"/>
              <a:t>: 90 </a:t>
            </a:r>
            <a:r>
              <a:rPr lang="ko-KR" altLang="en-US" sz="1400" dirty="0"/>
              <a:t>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</a:t>
            </a:r>
            <a:r>
              <a:rPr lang="ko-KR" altLang="en-US" sz="1400" dirty="0"/>
              <a:t>동장군</a:t>
            </a:r>
            <a:r>
              <a:rPr lang="en-US" altLang="ko-KR" sz="1400" dirty="0"/>
              <a:t>", 80);     // </a:t>
            </a:r>
            <a:r>
              <a:rPr lang="ko-KR" altLang="en-US" sz="1400" dirty="0"/>
              <a:t>키</a:t>
            </a:r>
            <a:r>
              <a:rPr lang="en-US" altLang="ko-KR" sz="1400" dirty="0"/>
              <a:t>: "</a:t>
            </a:r>
            <a:r>
              <a:rPr lang="ko-KR" altLang="en-US" sz="1400" dirty="0"/>
              <a:t>동장군</a:t>
            </a:r>
            <a:r>
              <a:rPr lang="en-US" altLang="ko-KR" sz="1400" dirty="0"/>
              <a:t>", </a:t>
            </a:r>
            <a:r>
              <a:rPr lang="ko-KR" altLang="en-US" sz="1400" dirty="0"/>
              <a:t>값</a:t>
            </a:r>
            <a:r>
              <a:rPr lang="en-US" altLang="ko-KR" sz="1400" dirty="0"/>
              <a:t>: 80 </a:t>
            </a:r>
            <a:r>
              <a:rPr lang="ko-KR" altLang="en-US" sz="1400" dirty="0"/>
              <a:t>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", 95);     // </a:t>
            </a:r>
            <a:r>
              <a:rPr lang="ko-KR" altLang="en-US" sz="1400" dirty="0"/>
              <a:t>키가 중복되므로 기존 </a:t>
            </a:r>
            <a:r>
              <a:rPr lang="en-US" altLang="ko-KR" sz="1400" dirty="0"/>
              <a:t>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 </a:t>
            </a:r>
            <a:r>
              <a:rPr lang="ko-KR" altLang="en-US" sz="1400" dirty="0"/>
              <a:t>값 </a:t>
            </a:r>
            <a:r>
              <a:rPr lang="en-US" altLang="ko-KR" sz="1400" dirty="0"/>
              <a:t>90</a:t>
            </a:r>
            <a:r>
              <a:rPr lang="ko-KR" altLang="en-US" sz="1400" dirty="0"/>
              <a:t>을 </a:t>
            </a:r>
            <a:r>
              <a:rPr lang="en-US" altLang="ko-KR" sz="1400" dirty="0"/>
              <a:t>95</a:t>
            </a:r>
            <a:r>
              <a:rPr lang="ko-KR" altLang="en-US" sz="1400" dirty="0"/>
              <a:t>로 덮어씀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총 </a:t>
            </a:r>
            <a:r>
              <a:rPr lang="en-US" altLang="ko-KR" sz="1400" dirty="0"/>
              <a:t>Entry </a:t>
            </a:r>
            <a:r>
              <a:rPr lang="ko-KR" altLang="en-US" sz="1400" dirty="0"/>
              <a:t>수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map.size</a:t>
            </a:r>
            <a:r>
              <a:rPr lang="en-US" altLang="ko-KR" sz="1400" dirty="0"/>
              <a:t>()); // </a:t>
            </a:r>
            <a:r>
              <a:rPr lang="ko-KR" altLang="en-US" sz="1400" dirty="0"/>
              <a:t>저장된 키</a:t>
            </a:r>
            <a:r>
              <a:rPr lang="en-US" altLang="ko-KR" sz="1400" dirty="0"/>
              <a:t>-</a:t>
            </a:r>
            <a:r>
              <a:rPr lang="ko-KR" altLang="en-US" sz="1400" dirty="0"/>
              <a:t>값 쌍의 총 개수 출력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객체 찾기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("\t</a:t>
            </a:r>
            <a:r>
              <a:rPr lang="ko-KR" altLang="en-US" sz="1400" dirty="0"/>
              <a:t>홍길동 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map.get</a:t>
            </a:r>
            <a:r>
              <a:rPr lang="en-US" altLang="ko-KR" sz="1400" dirty="0"/>
              <a:t>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")); //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 </a:t>
            </a:r>
            <a:r>
              <a:rPr lang="ko-KR" altLang="en-US" sz="1400" dirty="0"/>
              <a:t>키에 해당하는 값 </a:t>
            </a:r>
            <a:r>
              <a:rPr lang="en-US" altLang="ko-KR" sz="1400" dirty="0"/>
              <a:t>95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객체를 하나씩 처리 </a:t>
            </a:r>
            <a:r>
              <a:rPr lang="en-US" altLang="ko-KR" sz="1400" dirty="0"/>
              <a:t>(</a:t>
            </a:r>
            <a:r>
              <a:rPr lang="ko-KR" altLang="en-US" sz="1400" dirty="0"/>
              <a:t>키 기반 순회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Set&lt;String&gt; </a:t>
            </a:r>
            <a:r>
              <a:rPr lang="en-US" altLang="ko-KR" sz="1400" dirty="0" err="1"/>
              <a:t>keySet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map.keySet</a:t>
            </a:r>
            <a:r>
              <a:rPr lang="en-US" altLang="ko-KR" sz="1400" dirty="0"/>
              <a:t>(); // Map</a:t>
            </a:r>
            <a:r>
              <a:rPr lang="ko-KR" altLang="en-US" sz="1400" dirty="0"/>
              <a:t>의 모든 키를 </a:t>
            </a:r>
            <a:r>
              <a:rPr lang="en-US" altLang="ko-KR" sz="1400" dirty="0"/>
              <a:t>Set</a:t>
            </a:r>
            <a:r>
              <a:rPr lang="ko-KR" altLang="en-US" sz="1400" dirty="0"/>
              <a:t>으로 반환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Iterator&lt;String&gt; </a:t>
            </a:r>
            <a:r>
              <a:rPr lang="en-US" altLang="ko-KR" sz="1400" dirty="0" err="1"/>
              <a:t>keyIterator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keySet.iterator</a:t>
            </a:r>
            <a:r>
              <a:rPr lang="en-US" altLang="ko-KR" sz="1400" dirty="0"/>
              <a:t>(); // </a:t>
            </a:r>
            <a:r>
              <a:rPr lang="ko-KR" altLang="en-US" sz="1400" dirty="0"/>
              <a:t>키의 반복자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</a:t>
            </a:r>
            <a:r>
              <a:rPr lang="en-US" altLang="ko-KR" sz="1400" dirty="0" err="1"/>
              <a:t>keyIterator.hasNext</a:t>
            </a:r>
            <a:r>
              <a:rPr lang="en-US" altLang="ko-KR" sz="1400" dirty="0"/>
              <a:t>()) { // </a:t>
            </a:r>
            <a:r>
              <a:rPr lang="ko-KR" altLang="en-US" sz="1400" dirty="0"/>
              <a:t>키가 존재하면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String key = </a:t>
            </a:r>
            <a:r>
              <a:rPr lang="en-US" altLang="ko-KR" sz="1400" dirty="0" err="1"/>
              <a:t>keyIterator.next</a:t>
            </a:r>
            <a:r>
              <a:rPr lang="en-US" altLang="ko-KR" sz="1400" dirty="0"/>
              <a:t>(); // </a:t>
            </a:r>
            <a:r>
              <a:rPr lang="ko-KR" altLang="en-US" sz="1400" dirty="0"/>
              <a:t>현재 키 가져오기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Integer value = </a:t>
            </a:r>
            <a:r>
              <a:rPr lang="en-US" altLang="ko-KR" sz="1400" dirty="0" err="1"/>
              <a:t>map.get</a:t>
            </a:r>
            <a:r>
              <a:rPr lang="en-US" altLang="ko-KR" sz="1400" dirty="0"/>
              <a:t>(key); // </a:t>
            </a:r>
            <a:r>
              <a:rPr lang="ko-KR" altLang="en-US" sz="1400" dirty="0"/>
              <a:t>해당 키의 값 가져오기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("\t" + key + " : " + value);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14AEE-ECF1-5CEF-F294-3FAF22773E2A}"/>
              </a:ext>
            </a:extLst>
          </p:cNvPr>
          <p:cNvSpPr txBox="1"/>
          <p:nvPr/>
        </p:nvSpPr>
        <p:spPr>
          <a:xfrm>
            <a:off x="6096000" y="0"/>
            <a:ext cx="634270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 // 객체 삭제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map.remove</a:t>
            </a:r>
            <a:r>
              <a:rPr lang="ko-KR" altLang="en-US" sz="1000" dirty="0"/>
              <a:t>("홍길동"); // "홍길동" 키 삭제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System.out.println</a:t>
            </a:r>
            <a:r>
              <a:rPr lang="ko-KR" altLang="en-US" sz="1000" dirty="0"/>
              <a:t>("총 </a:t>
            </a:r>
            <a:r>
              <a:rPr lang="ko-KR" altLang="en-US" sz="1000" dirty="0" err="1"/>
              <a:t>Entry</a:t>
            </a:r>
            <a:r>
              <a:rPr lang="ko-KR" altLang="en-US" sz="1000" dirty="0"/>
              <a:t> 수: " + </a:t>
            </a:r>
            <a:r>
              <a:rPr lang="ko-KR" altLang="en-US" sz="1000" dirty="0" err="1"/>
              <a:t>map.size</a:t>
            </a:r>
            <a:r>
              <a:rPr lang="ko-KR" altLang="en-US" sz="1000" dirty="0"/>
              <a:t>()); // 남아 있는 키-값 쌍의 총 개수 출력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      // 객체를 하나씩 처리 (엔트리 기반 순회)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Set</a:t>
            </a:r>
            <a:r>
              <a:rPr lang="ko-KR" altLang="en-US" sz="1000" dirty="0"/>
              <a:t>&lt;</a:t>
            </a:r>
            <a:r>
              <a:rPr lang="ko-KR" altLang="en-US" sz="1000" dirty="0" err="1"/>
              <a:t>Map.Entry</a:t>
            </a:r>
            <a:r>
              <a:rPr lang="ko-KR" altLang="en-US" sz="1000" dirty="0"/>
              <a:t>&lt;</a:t>
            </a:r>
            <a:r>
              <a:rPr lang="ko-KR" altLang="en-US" sz="1000" dirty="0" err="1"/>
              <a:t>String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Integer</a:t>
            </a:r>
            <a:r>
              <a:rPr lang="ko-KR" altLang="en-US" sz="1000" dirty="0"/>
              <a:t>&gt;&gt; </a:t>
            </a:r>
            <a:r>
              <a:rPr lang="ko-KR" altLang="en-US" sz="1000" dirty="0" err="1"/>
              <a:t>entrySet</a:t>
            </a:r>
            <a:r>
              <a:rPr lang="ko-KR" altLang="en-US" sz="1000" dirty="0"/>
              <a:t> = </a:t>
            </a:r>
            <a:r>
              <a:rPr lang="ko-KR" altLang="en-US" sz="1000" dirty="0" err="1"/>
              <a:t>map.entrySet</a:t>
            </a:r>
            <a:r>
              <a:rPr lang="ko-KR" altLang="en-US" sz="1000" dirty="0"/>
              <a:t>(); // </a:t>
            </a:r>
            <a:r>
              <a:rPr lang="ko-KR" altLang="en-US" sz="1000" dirty="0" err="1"/>
              <a:t>Map의</a:t>
            </a:r>
            <a:r>
              <a:rPr lang="ko-KR" altLang="en-US" sz="1000" dirty="0"/>
              <a:t> 모든 엔트리를 </a:t>
            </a:r>
            <a:r>
              <a:rPr lang="ko-KR" altLang="en-US" sz="1000" dirty="0" err="1"/>
              <a:t>Set으로</a:t>
            </a:r>
            <a:r>
              <a:rPr lang="ko-KR" altLang="en-US" sz="1000" dirty="0"/>
              <a:t> 반환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Iterator</a:t>
            </a:r>
            <a:r>
              <a:rPr lang="ko-KR" altLang="en-US" sz="1000" dirty="0"/>
              <a:t>&lt;</a:t>
            </a:r>
            <a:r>
              <a:rPr lang="ko-KR" altLang="en-US" sz="1000" dirty="0" err="1"/>
              <a:t>Map.Entry</a:t>
            </a:r>
            <a:r>
              <a:rPr lang="ko-KR" altLang="en-US" sz="1000" dirty="0"/>
              <a:t>&lt;</a:t>
            </a:r>
            <a:r>
              <a:rPr lang="ko-KR" altLang="en-US" sz="1000" dirty="0" err="1"/>
              <a:t>String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Integer</a:t>
            </a:r>
            <a:r>
              <a:rPr lang="ko-KR" altLang="en-US" sz="1000" dirty="0"/>
              <a:t>&gt;&gt; </a:t>
            </a:r>
            <a:r>
              <a:rPr lang="ko-KR" altLang="en-US" sz="1000" dirty="0" err="1"/>
              <a:t>entryIterator</a:t>
            </a:r>
            <a:r>
              <a:rPr lang="ko-KR" altLang="en-US" sz="1000" dirty="0"/>
              <a:t> = </a:t>
            </a:r>
            <a:r>
              <a:rPr lang="ko-KR" altLang="en-US" sz="1000" dirty="0" err="1"/>
              <a:t>entrySet.iterator</a:t>
            </a:r>
            <a:r>
              <a:rPr lang="ko-KR" altLang="en-US" sz="1000" dirty="0"/>
              <a:t>(); // 엔트리의 반복자 생성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while</a:t>
            </a:r>
            <a:r>
              <a:rPr lang="ko-KR" altLang="en-US" sz="1000" dirty="0"/>
              <a:t> (</a:t>
            </a:r>
            <a:r>
              <a:rPr lang="ko-KR" altLang="en-US" sz="1000" dirty="0" err="1"/>
              <a:t>entryIterator.hasNext</a:t>
            </a:r>
            <a:r>
              <a:rPr lang="ko-KR" altLang="en-US" sz="1000" dirty="0"/>
              <a:t>()) { // 엔트리가 존재하면 반복</a:t>
            </a:r>
          </a:p>
          <a:p>
            <a:r>
              <a:rPr lang="ko-KR" altLang="en-US" sz="1000" dirty="0"/>
              <a:t>            </a:t>
            </a:r>
            <a:r>
              <a:rPr lang="ko-KR" altLang="en-US" sz="1000" dirty="0" err="1"/>
              <a:t>Map.Entry</a:t>
            </a:r>
            <a:r>
              <a:rPr lang="ko-KR" altLang="en-US" sz="1000" dirty="0"/>
              <a:t>&lt;</a:t>
            </a:r>
            <a:r>
              <a:rPr lang="ko-KR" altLang="en-US" sz="1000" dirty="0" err="1"/>
              <a:t>String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Integer</a:t>
            </a:r>
            <a:r>
              <a:rPr lang="ko-KR" altLang="en-US" sz="1000" dirty="0"/>
              <a:t>&gt; </a:t>
            </a:r>
            <a:r>
              <a:rPr lang="ko-KR" altLang="en-US" sz="1000" dirty="0" err="1"/>
              <a:t>entry</a:t>
            </a:r>
            <a:r>
              <a:rPr lang="ko-KR" altLang="en-US" sz="1000" dirty="0"/>
              <a:t> = </a:t>
            </a:r>
            <a:r>
              <a:rPr lang="ko-KR" altLang="en-US" sz="1000" dirty="0" err="1"/>
              <a:t>entryIterator.next</a:t>
            </a:r>
            <a:r>
              <a:rPr lang="ko-KR" altLang="en-US" sz="1000" dirty="0"/>
              <a:t>(); // 현재 엔트리 가져오기</a:t>
            </a:r>
          </a:p>
          <a:p>
            <a:r>
              <a:rPr lang="ko-KR" altLang="en-US" sz="1000" dirty="0"/>
              <a:t>            </a:t>
            </a:r>
            <a:r>
              <a:rPr lang="ko-KR" altLang="en-US" sz="1000" dirty="0" err="1"/>
              <a:t>String</a:t>
            </a:r>
            <a:r>
              <a:rPr lang="ko-KR" altLang="en-US" sz="1000" dirty="0"/>
              <a:t> </a:t>
            </a:r>
            <a:r>
              <a:rPr lang="ko-KR" altLang="en-US" sz="1000" dirty="0" err="1"/>
              <a:t>key</a:t>
            </a:r>
            <a:r>
              <a:rPr lang="ko-KR" altLang="en-US" sz="1000" dirty="0"/>
              <a:t> = </a:t>
            </a:r>
            <a:r>
              <a:rPr lang="ko-KR" altLang="en-US" sz="1000" dirty="0" err="1"/>
              <a:t>entry.getKey</a:t>
            </a:r>
            <a:r>
              <a:rPr lang="ko-KR" altLang="en-US" sz="1000" dirty="0"/>
              <a:t>(); // 엔트리의 키 가져오기</a:t>
            </a:r>
          </a:p>
          <a:p>
            <a:r>
              <a:rPr lang="ko-KR" altLang="en-US" sz="1000" dirty="0"/>
              <a:t>            </a:t>
            </a:r>
            <a:r>
              <a:rPr lang="ko-KR" altLang="en-US" sz="1000" dirty="0" err="1"/>
              <a:t>Integer</a:t>
            </a:r>
            <a:r>
              <a:rPr lang="ko-KR" altLang="en-US" sz="1000" dirty="0"/>
              <a:t> </a:t>
            </a:r>
            <a:r>
              <a:rPr lang="ko-KR" altLang="en-US" sz="1000" dirty="0" err="1"/>
              <a:t>value</a:t>
            </a:r>
            <a:r>
              <a:rPr lang="ko-KR" altLang="en-US" sz="1000" dirty="0"/>
              <a:t> = </a:t>
            </a:r>
            <a:r>
              <a:rPr lang="ko-KR" altLang="en-US" sz="1000" dirty="0" err="1"/>
              <a:t>entry.getValue</a:t>
            </a:r>
            <a:r>
              <a:rPr lang="ko-KR" altLang="en-US" sz="1000" dirty="0"/>
              <a:t>(); // 엔트리의 값 가져오기</a:t>
            </a:r>
          </a:p>
          <a:p>
            <a:r>
              <a:rPr lang="ko-KR" altLang="en-US" sz="1000" dirty="0"/>
              <a:t>            </a:t>
            </a:r>
            <a:r>
              <a:rPr lang="ko-KR" altLang="en-US" sz="1000" dirty="0" err="1"/>
              <a:t>System.out.println</a:t>
            </a:r>
            <a:r>
              <a:rPr lang="ko-KR" altLang="en-US" sz="1000" dirty="0"/>
              <a:t>("\</a:t>
            </a:r>
            <a:r>
              <a:rPr lang="ko-KR" altLang="en-US" sz="1000" dirty="0" err="1"/>
              <a:t>t</a:t>
            </a:r>
            <a:r>
              <a:rPr lang="ko-KR" altLang="en-US" sz="1000" dirty="0"/>
              <a:t>" + </a:t>
            </a:r>
            <a:r>
              <a:rPr lang="ko-KR" altLang="en-US" sz="1000" dirty="0" err="1"/>
              <a:t>key</a:t>
            </a:r>
            <a:r>
              <a:rPr lang="ko-KR" altLang="en-US" sz="1000" dirty="0"/>
              <a:t> + " : " + </a:t>
            </a:r>
            <a:r>
              <a:rPr lang="ko-KR" altLang="en-US" sz="1000" dirty="0" err="1"/>
              <a:t>value</a:t>
            </a:r>
            <a:r>
              <a:rPr lang="ko-KR" altLang="en-US" sz="1000" dirty="0"/>
              <a:t>);</a:t>
            </a:r>
          </a:p>
          <a:p>
            <a:r>
              <a:rPr lang="ko-KR" altLang="en-US" sz="1000" dirty="0"/>
              <a:t>        }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System.out.println</a:t>
            </a:r>
            <a:r>
              <a:rPr lang="ko-KR" altLang="en-US" sz="1000" dirty="0"/>
              <a:t>();</a:t>
            </a:r>
          </a:p>
          <a:p>
            <a:endParaRPr lang="ko-KR" altLang="en-US" sz="1000" dirty="0"/>
          </a:p>
          <a:p>
            <a:r>
              <a:rPr lang="ko-KR" altLang="en-US" sz="1000" dirty="0"/>
              <a:t>        // 객체 전체 삭제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map.clear</a:t>
            </a:r>
            <a:r>
              <a:rPr lang="ko-KR" altLang="en-US" sz="1000" dirty="0"/>
              <a:t>(); // 모든 키-값 쌍 삭제</a:t>
            </a:r>
          </a:p>
          <a:p>
            <a:r>
              <a:rPr lang="ko-KR" altLang="en-US" sz="1000" dirty="0"/>
              <a:t>        </a:t>
            </a:r>
            <a:r>
              <a:rPr lang="ko-KR" altLang="en-US" sz="1000" dirty="0" err="1"/>
              <a:t>System.out.println</a:t>
            </a:r>
            <a:r>
              <a:rPr lang="ko-KR" altLang="en-US" sz="1000" dirty="0"/>
              <a:t>("총 </a:t>
            </a:r>
            <a:r>
              <a:rPr lang="ko-KR" altLang="en-US" sz="1000" dirty="0" err="1"/>
              <a:t>Entry</a:t>
            </a:r>
            <a:r>
              <a:rPr lang="ko-KR" altLang="en-US" sz="1000" dirty="0"/>
              <a:t> 수: " + </a:t>
            </a:r>
            <a:r>
              <a:rPr lang="ko-KR" altLang="en-US" sz="1000" dirty="0" err="1"/>
              <a:t>map.size</a:t>
            </a:r>
            <a:r>
              <a:rPr lang="ko-KR" altLang="en-US" sz="1000" dirty="0"/>
              <a:t>()); // 남아 있는 키-값 쌍의 총 개수 출력</a:t>
            </a:r>
          </a:p>
          <a:p>
            <a:r>
              <a:rPr lang="ko-KR" altLang="en-US" sz="1000" dirty="0"/>
              <a:t>    }</a:t>
            </a:r>
          </a:p>
          <a:p>
            <a:r>
              <a:rPr lang="ko-KR" altLang="en-US" sz="1000" dirty="0"/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1E4EDC-C486-421A-9C40-7F27DBF3C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747" y="3546695"/>
            <a:ext cx="2072631" cy="29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492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EC555-F6B3-B8F1-AE78-F9E8F33F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FC59CB-6D52-23A3-A80C-91D3B976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/>
              <a:t>Hashtable</a:t>
            </a:r>
            <a:r>
              <a:rPr lang="en-US" altLang="ko-KR" sz="1400" b="1" dirty="0"/>
              <a:t> </a:t>
            </a:r>
            <a:r>
              <a:rPr lang="en-US" altLang="ko-KR" sz="1400" dirty="0"/>
              <a:t>– Map </a:t>
            </a:r>
            <a:r>
              <a:rPr lang="ko-KR" altLang="en-US" sz="1400" dirty="0"/>
              <a:t>인터페이스의 구현 인터페이스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-HashMap</a:t>
            </a:r>
            <a:r>
              <a:rPr lang="ko-KR" altLang="en-US" sz="1400" dirty="0"/>
              <a:t>과 동일한 내부 구조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en-US" altLang="ko-KR" sz="1400" dirty="0" err="1"/>
              <a:t>hashCode</a:t>
            </a:r>
            <a:r>
              <a:rPr lang="en-US" altLang="ko-KR" sz="1400" dirty="0"/>
              <a:t>(), equals()</a:t>
            </a:r>
            <a:r>
              <a:rPr lang="ko-KR" altLang="en-US" sz="1400" dirty="0"/>
              <a:t>를 이용한 중복 방지 메소드 재정의를 해야함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synchronized method</a:t>
            </a:r>
            <a:r>
              <a:rPr lang="ko-KR" altLang="en-US" sz="1400" dirty="0">
                <a:sym typeface="Wingdings" panose="05000000000000000000" pitchFamily="2" charset="2"/>
              </a:rPr>
              <a:t>로 구성되어 있음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 err="1"/>
              <a:t>Hashtable</a:t>
            </a:r>
            <a:r>
              <a:rPr lang="ko-KR" altLang="en-US" sz="1400" b="1" dirty="0">
                <a:sym typeface="Wingdings" panose="05000000000000000000" pitchFamily="2" charset="2"/>
              </a:rPr>
              <a:t> 생성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dirty="0"/>
              <a:t>Map&lt;K, V&gt; map = new </a:t>
            </a:r>
            <a:r>
              <a:rPr lang="en-US" altLang="ko-KR" sz="1400" dirty="0" err="1"/>
              <a:t>Hashtable</a:t>
            </a:r>
            <a:r>
              <a:rPr lang="en-US" altLang="ko-KR" sz="1400" dirty="0"/>
              <a:t>&lt;K, V&gt;();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ko-KR" altLang="en-US" sz="1400" dirty="0"/>
              <a:t>키로 </a:t>
            </a:r>
            <a:r>
              <a:rPr lang="en-US" altLang="ko-KR" sz="1400" dirty="0"/>
              <a:t>String </a:t>
            </a:r>
            <a:r>
              <a:rPr lang="ko-KR" altLang="en-US" sz="1400" dirty="0"/>
              <a:t>타입을 사용하고</a:t>
            </a:r>
            <a:r>
              <a:rPr lang="en-US" altLang="ko-KR" sz="1400" dirty="0"/>
              <a:t>, </a:t>
            </a:r>
            <a:r>
              <a:rPr lang="ko-KR" altLang="en-US" sz="1400" dirty="0"/>
              <a:t>값으로 </a:t>
            </a:r>
            <a:r>
              <a:rPr lang="en-US" altLang="ko-KR" sz="1400" dirty="0"/>
              <a:t>Integer </a:t>
            </a:r>
            <a:r>
              <a:rPr lang="ko-KR" altLang="en-US" sz="1400" dirty="0"/>
              <a:t>타입을 사용하는 </a:t>
            </a:r>
            <a:r>
              <a:rPr lang="en-US" altLang="ko-KR" sz="1400" dirty="0" err="1"/>
              <a:t>Hashtable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Map&lt;String, Integer&gt; map = new </a:t>
            </a:r>
            <a:r>
              <a:rPr lang="en-US" altLang="ko-KR" sz="1400" dirty="0" err="1"/>
              <a:t>Hashtable</a:t>
            </a:r>
            <a:r>
              <a:rPr lang="en-US" altLang="ko-KR" sz="1400" dirty="0"/>
              <a:t> &lt;String, Integer&gt;();</a:t>
            </a:r>
          </a:p>
          <a:p>
            <a:pPr marL="0" indent="0">
              <a:buNone/>
            </a:pPr>
            <a:r>
              <a:rPr lang="en-US" altLang="ko-KR" sz="1400" dirty="0"/>
              <a:t>Map&lt;String, Integer&gt; map = new </a:t>
            </a:r>
            <a:r>
              <a:rPr lang="en-US" altLang="ko-KR" sz="1400" dirty="0" err="1"/>
              <a:t>Hashtable</a:t>
            </a:r>
            <a:r>
              <a:rPr lang="en-US" altLang="ko-KR" sz="1400" dirty="0"/>
              <a:t> &lt;&gt;(); //</a:t>
            </a:r>
            <a:r>
              <a:rPr lang="ko-KR" altLang="en-US" sz="1400" dirty="0"/>
              <a:t>파라미터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87357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CFA5B-99B7-F228-FEF4-DEBDC987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B34936-3FC7-2698-E102-E394CF5A5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993394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</a:t>
            </a:r>
            <a:r>
              <a:rPr lang="en-US" altLang="ko-KR" sz="1400" dirty="0"/>
              <a:t>.*;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HashtableExample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Hashtable</a:t>
            </a:r>
            <a:r>
              <a:rPr lang="ko-KR" altLang="en-US" sz="1400" dirty="0"/>
              <a:t>을 사용한 </a:t>
            </a:r>
            <a:r>
              <a:rPr lang="en-US" altLang="ko-KR" sz="1400" dirty="0"/>
              <a:t>Map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Map&lt;String, String&gt; map = new </a:t>
            </a:r>
            <a:r>
              <a:rPr lang="en-US" altLang="ko-KR" sz="1400" dirty="0" err="1"/>
              <a:t>Hashtable</a:t>
            </a:r>
            <a:r>
              <a:rPr lang="en-US" altLang="ko-KR" sz="1400" dirty="0"/>
              <a:t>&lt;&gt;();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ID</a:t>
            </a:r>
            <a:r>
              <a:rPr lang="ko-KR" altLang="en-US" sz="1400" dirty="0"/>
              <a:t>와 비밀번호를 </a:t>
            </a:r>
            <a:r>
              <a:rPr lang="en-US" altLang="ko-KR" sz="1400" dirty="0"/>
              <a:t>Map</a:t>
            </a:r>
            <a:r>
              <a:rPr lang="ko-KR" altLang="en-US" sz="1400" dirty="0"/>
              <a:t>에 추가 </a:t>
            </a:r>
            <a:r>
              <a:rPr lang="en-US" altLang="ko-KR" sz="1400" dirty="0"/>
              <a:t>(</a:t>
            </a:r>
            <a:r>
              <a:rPr lang="ko-KR" altLang="en-US" sz="1400" dirty="0"/>
              <a:t>아이디</a:t>
            </a:r>
            <a:r>
              <a:rPr lang="en-US" altLang="ko-KR" sz="1400" dirty="0"/>
              <a:t>: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("spring", "12");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("summer", "123");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("fall", "1234");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map.put</a:t>
            </a:r>
            <a:r>
              <a:rPr lang="en-US" altLang="ko-KR" sz="1400" dirty="0"/>
              <a:t>("winter", "12345");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사용자 입력을 받기 위한 </a:t>
            </a:r>
            <a:r>
              <a:rPr lang="en-US" altLang="ko-KR" sz="1400" dirty="0"/>
              <a:t>Scanner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Scanner </a:t>
            </a:r>
            <a:r>
              <a:rPr lang="en-US" altLang="ko-KR" sz="1400" dirty="0" err="1"/>
              <a:t>scanner</a:t>
            </a:r>
            <a:r>
              <a:rPr lang="en-US" altLang="ko-KR" sz="1400" dirty="0"/>
              <a:t> = new Scanner(System.in);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while (true)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사용자에게 아이디와 비밀번호 입력 요청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아이디와 비밀번호를 입력해주세요</a:t>
            </a:r>
            <a:r>
              <a:rPr lang="en-US" altLang="ko-KR" sz="1400" dirty="0"/>
              <a:t>");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</a:t>
            </a:r>
            <a:r>
              <a:rPr lang="ko-KR" altLang="en-US" sz="1400" dirty="0"/>
              <a:t>아이디</a:t>
            </a:r>
            <a:r>
              <a:rPr lang="en-US" altLang="ko-KR" sz="1400" dirty="0"/>
              <a:t>: ");</a:t>
            </a:r>
          </a:p>
          <a:p>
            <a:pPr marL="0" indent="0">
              <a:buNone/>
            </a:pPr>
            <a:r>
              <a:rPr lang="en-US" altLang="ko-KR" sz="1400" dirty="0"/>
              <a:t>            String id = </a:t>
            </a:r>
            <a:r>
              <a:rPr lang="en-US" altLang="ko-KR" sz="1400" dirty="0" err="1"/>
              <a:t>scanner.nextLine</a:t>
            </a:r>
            <a:r>
              <a:rPr lang="en-US" altLang="ko-KR" sz="1400" dirty="0"/>
              <a:t>(); // </a:t>
            </a:r>
            <a:r>
              <a:rPr lang="ko-KR" altLang="en-US" sz="1400" dirty="0"/>
              <a:t>아이디 </a:t>
            </a:r>
            <a:r>
              <a:rPr lang="ko-KR" altLang="en-US" sz="1400" dirty="0" err="1"/>
              <a:t>입력받음</a:t>
            </a:r>
            <a:endParaRPr lang="ko-KR" altLang="en-US" sz="1400" dirty="0"/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</a:t>
            </a:r>
            <a:r>
              <a:rPr lang="en-US" altLang="ko-KR" sz="1400" dirty="0"/>
              <a:t>("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: ");</a:t>
            </a:r>
          </a:p>
          <a:p>
            <a:pPr marL="0" indent="0">
              <a:buNone/>
            </a:pPr>
            <a:r>
              <a:rPr lang="en-US" altLang="ko-KR" sz="1400" dirty="0"/>
              <a:t>            String password = </a:t>
            </a:r>
            <a:r>
              <a:rPr lang="en-US" altLang="ko-KR" sz="1400" dirty="0" err="1"/>
              <a:t>scanner.nextLine</a:t>
            </a:r>
            <a:r>
              <a:rPr lang="en-US" altLang="ko-KR" sz="1400" dirty="0"/>
              <a:t>(); // </a:t>
            </a:r>
            <a:r>
              <a:rPr lang="ko-KR" altLang="en-US" sz="1400" dirty="0"/>
              <a:t>비밀번호 </a:t>
            </a:r>
            <a:r>
              <a:rPr lang="ko-KR" altLang="en-US" sz="1400" dirty="0" err="1"/>
              <a:t>입력받음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();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6E8DEE0-72E7-1E1E-5BF2-932F1777FD17}"/>
              </a:ext>
            </a:extLst>
          </p:cNvPr>
          <p:cNvSpPr txBox="1">
            <a:spLocks/>
          </p:cNvSpPr>
          <p:nvPr/>
        </p:nvSpPr>
        <p:spPr>
          <a:xfrm>
            <a:off x="6096000" y="0"/>
            <a:ext cx="5993394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입력된 아이디가 </a:t>
            </a:r>
            <a:r>
              <a:rPr lang="en-US" altLang="ko-KR" sz="1400" dirty="0"/>
              <a:t>Map</a:t>
            </a:r>
            <a:r>
              <a:rPr lang="ko-KR" altLang="en-US" sz="1400" dirty="0"/>
              <a:t>에 존재하는지 확인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map.containsKey</a:t>
            </a:r>
            <a:r>
              <a:rPr lang="en-US" altLang="ko-KR" sz="1400" dirty="0"/>
              <a:t>(id))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입력된 아이디가 존재하면 비밀번호를 확인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if (</a:t>
            </a:r>
            <a:r>
              <a:rPr lang="en-US" altLang="ko-KR" sz="1400" dirty="0" err="1"/>
              <a:t>map.get</a:t>
            </a:r>
            <a:r>
              <a:rPr lang="en-US" altLang="ko-KR" sz="1400" dirty="0"/>
              <a:t>(id).equals(password))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        // </a:t>
            </a:r>
            <a:r>
              <a:rPr lang="ko-KR" altLang="en-US" sz="1400" dirty="0"/>
              <a:t>비밀번호가 일치하는 경우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로그인 되었습니다</a:t>
            </a:r>
            <a:r>
              <a:rPr lang="en-US" altLang="ko-KR" sz="1400" dirty="0"/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        break; // while </a:t>
            </a:r>
            <a:r>
              <a:rPr lang="ko-KR" altLang="en-US" sz="1400" dirty="0"/>
              <a:t>루프 종료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} else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        // </a:t>
            </a:r>
            <a:r>
              <a:rPr lang="ko-KR" altLang="en-US" sz="1400" dirty="0"/>
              <a:t>비밀번호가 일치하지 않는 경우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비밀번호가 일치하지 않습니다</a:t>
            </a:r>
            <a:r>
              <a:rPr lang="en-US" altLang="ko-KR" sz="1400" dirty="0"/>
              <a:t>.");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} else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아이디가 존재하지 않는 경우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입력하신 아이디가 존재하지 않습니다</a:t>
            </a:r>
            <a:r>
              <a:rPr lang="en-US" altLang="ko-KR" sz="1400" dirty="0"/>
              <a:t>");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5BB97-D721-743E-09BD-7BDFECCBD3D0}"/>
              </a:ext>
            </a:extLst>
          </p:cNvPr>
          <p:cNvSpPr txBox="1"/>
          <p:nvPr/>
        </p:nvSpPr>
        <p:spPr>
          <a:xfrm>
            <a:off x="6998329" y="6369174"/>
            <a:ext cx="530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Hashtable</a:t>
            </a:r>
            <a:r>
              <a:rPr lang="ko-KR" altLang="en-US" sz="1200" dirty="0"/>
              <a:t>에 저장되어 있는 키</a:t>
            </a:r>
            <a:r>
              <a:rPr lang="en-US" altLang="ko-KR" sz="1200" dirty="0"/>
              <a:t>(</a:t>
            </a:r>
            <a:r>
              <a:rPr lang="ko-KR" altLang="en-US" sz="1200" dirty="0"/>
              <a:t>아이디</a:t>
            </a:r>
            <a:r>
              <a:rPr lang="en-US" altLang="ko-KR" sz="1200" dirty="0"/>
              <a:t>)</a:t>
            </a:r>
            <a:r>
              <a:rPr lang="ko-KR" altLang="en-US" sz="1200" dirty="0"/>
              <a:t>와 값</a:t>
            </a:r>
            <a:r>
              <a:rPr lang="en-US" altLang="ko-KR" sz="1200" dirty="0"/>
              <a:t>(</a:t>
            </a:r>
            <a:r>
              <a:rPr lang="ko-KR" altLang="en-US" sz="1200" dirty="0"/>
              <a:t>비밀번호</a:t>
            </a:r>
            <a:r>
              <a:rPr lang="en-US" altLang="ko-KR" sz="1200" dirty="0"/>
              <a:t>)</a:t>
            </a:r>
            <a:r>
              <a:rPr lang="ko-KR" altLang="en-US" sz="1200" dirty="0"/>
              <a:t>를 비교한 후 로그인 여부를 출력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DD42D9-BCCD-C0D7-0174-C7E7AF3A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395" y="4628733"/>
            <a:ext cx="2955586" cy="127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16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54F5D-A2FA-B7B4-1E8C-A2E0179E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AC2E9-7EF6-637E-5D69-038AE147D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Stack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LIFO(Last In First Out) </a:t>
            </a:r>
            <a:r>
              <a:rPr lang="ko-KR" altLang="en-US" sz="1400" dirty="0"/>
              <a:t>자료구조를 구현한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LIFO(Last In First Out): </a:t>
            </a:r>
            <a:r>
              <a:rPr lang="ko-KR" altLang="en-US" sz="1400" dirty="0"/>
              <a:t>나중에 넣은 객체가 먼저 빠져나가는 자료구조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Stack</a:t>
            </a:r>
            <a:r>
              <a:rPr lang="ko-KR" altLang="en-US" sz="1400" b="1" dirty="0"/>
              <a:t>클래스의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-push(E item)	</a:t>
            </a:r>
            <a:r>
              <a:rPr lang="ko-KR" altLang="en-US" sz="1400" dirty="0"/>
              <a:t>주어진 객체를 스택에 삽입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-peek()		</a:t>
            </a:r>
            <a:r>
              <a:rPr lang="ko-KR" altLang="en-US" sz="1400" dirty="0"/>
              <a:t>스택의 맨 위 객체를 가져옴</a:t>
            </a:r>
            <a:r>
              <a:rPr lang="en-US" altLang="ko-KR" sz="1400" dirty="0"/>
              <a:t>(</a:t>
            </a:r>
            <a:r>
              <a:rPr lang="ko-KR" altLang="en-US" sz="1400" dirty="0"/>
              <a:t>스택에서 제거하지 않음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-pop()		</a:t>
            </a:r>
            <a:r>
              <a:rPr lang="ko-KR" altLang="en-US" sz="1400" dirty="0"/>
              <a:t>스택의 맨 위 객체를 가져옴</a:t>
            </a:r>
            <a:r>
              <a:rPr lang="en-US" altLang="ko-KR" sz="1400" dirty="0"/>
              <a:t>(</a:t>
            </a:r>
            <a:r>
              <a:rPr lang="ko-KR" altLang="en-US" sz="1400" dirty="0"/>
              <a:t>스택에서 제거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Stack</a:t>
            </a:r>
            <a:r>
              <a:rPr lang="ko-KR" altLang="en-US" sz="1400" b="1" dirty="0"/>
              <a:t>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Stack&lt;E&gt; stack = new Stack&lt;E&gt;();</a:t>
            </a:r>
          </a:p>
          <a:p>
            <a:pPr marL="0" indent="0">
              <a:buNone/>
            </a:pPr>
            <a:r>
              <a:rPr lang="en-US" altLang="ko-KR" sz="1400" dirty="0"/>
              <a:t>Stack&lt;E&gt; stack = new Stack&lt;&gt;(); //</a:t>
            </a:r>
            <a:r>
              <a:rPr lang="ko-KR" altLang="en-US" sz="1400" dirty="0"/>
              <a:t>파라미터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1026" name="Picture 2" descr="스택(Stack)">
            <a:extLst>
              <a:ext uri="{FF2B5EF4-FFF2-40B4-BE49-F238E27FC236}">
                <a16:creationId xmlns:a16="http://schemas.microsoft.com/office/drawing/2014/main" id="{009B16B8-36CC-9625-CA5D-80DCEA547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248" y="4529138"/>
            <a:ext cx="6451811" cy="232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81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80E2-1A9A-20CA-052A-AA3BA22A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E7FB4E-C957-9154-9499-F3248D9F5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java.util.Stack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StackExample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Coin </a:t>
            </a:r>
            <a:r>
              <a:rPr lang="ko-KR" altLang="en-US" sz="1400" dirty="0"/>
              <a:t>객체를 저장할 </a:t>
            </a:r>
            <a:r>
              <a:rPr lang="en-US" altLang="ko-KR" sz="1400" dirty="0"/>
              <a:t>Stack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Stack&lt;Coin&gt; </a:t>
            </a:r>
            <a:r>
              <a:rPr lang="en-US" altLang="ko-KR" sz="1400" dirty="0" err="1"/>
              <a:t>coinBox</a:t>
            </a:r>
            <a:r>
              <a:rPr lang="en-US" altLang="ko-KR" sz="1400" dirty="0"/>
              <a:t> = new Stack&lt;Coin&gt;();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Stack</a:t>
            </a:r>
            <a:r>
              <a:rPr lang="ko-KR" altLang="en-US" sz="1400" dirty="0"/>
              <a:t>에 동전 객체 추가 </a:t>
            </a:r>
            <a:r>
              <a:rPr lang="en-US" altLang="ko-KR" sz="1400" dirty="0"/>
              <a:t>(push)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coinBox.push</a:t>
            </a:r>
            <a:r>
              <a:rPr lang="en-US" altLang="ko-KR" sz="1400" dirty="0"/>
              <a:t>(new Coin(100)); // 100</a:t>
            </a:r>
            <a:r>
              <a:rPr lang="ko-KR" altLang="en-US" sz="1400" dirty="0"/>
              <a:t>원 동전 추가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coinBox.push</a:t>
            </a:r>
            <a:r>
              <a:rPr lang="en-US" altLang="ko-KR" sz="1400" dirty="0"/>
              <a:t>(new Coin(50));  // 50</a:t>
            </a:r>
            <a:r>
              <a:rPr lang="ko-KR" altLang="en-US" sz="1400" dirty="0"/>
              <a:t>원 동전 추가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coinBox.push</a:t>
            </a:r>
            <a:r>
              <a:rPr lang="en-US" altLang="ko-KR" sz="1400" dirty="0"/>
              <a:t>(new Coin(500)); // 500</a:t>
            </a:r>
            <a:r>
              <a:rPr lang="ko-KR" altLang="en-US" sz="1400" dirty="0"/>
              <a:t>원 동전 추가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coinBox.push</a:t>
            </a:r>
            <a:r>
              <a:rPr lang="en-US" altLang="ko-KR" sz="1400" dirty="0"/>
              <a:t>(new Coin(10));  // 10</a:t>
            </a:r>
            <a:r>
              <a:rPr lang="ko-KR" altLang="en-US" sz="1400" dirty="0"/>
              <a:t>원 동전 추가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Stack</a:t>
            </a:r>
            <a:r>
              <a:rPr lang="ko-KR" altLang="en-US" sz="1400" dirty="0"/>
              <a:t>이 비어 있지 않을 때까지 반복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(!</a:t>
            </a:r>
            <a:r>
              <a:rPr lang="en-US" altLang="ko-KR" sz="1400" dirty="0" err="1"/>
              <a:t>coinBox.isEmpty</a:t>
            </a:r>
            <a:r>
              <a:rPr lang="en-US" altLang="ko-KR" sz="1400" dirty="0"/>
              <a:t>()) { // </a:t>
            </a:r>
            <a:r>
              <a:rPr lang="en-US" altLang="ko-KR" sz="1400" dirty="0" err="1"/>
              <a:t>isEmpty</a:t>
            </a:r>
            <a:r>
              <a:rPr lang="en-US" altLang="ko-KR" sz="1400" dirty="0"/>
              <a:t>()</a:t>
            </a:r>
            <a:r>
              <a:rPr lang="ko-KR" altLang="en-US" sz="1400" dirty="0"/>
              <a:t>로 </a:t>
            </a:r>
            <a:r>
              <a:rPr lang="en-US" altLang="ko-KR" sz="1400" dirty="0"/>
              <a:t>Stack</a:t>
            </a:r>
            <a:r>
              <a:rPr lang="ko-KR" altLang="en-US" sz="1400" dirty="0"/>
              <a:t>이 비어 있는지 확인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Coin </a:t>
            </a:r>
            <a:r>
              <a:rPr lang="en-US" altLang="ko-KR" sz="1400" dirty="0" err="1"/>
              <a:t>coin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coinBox.pop</a:t>
            </a:r>
            <a:r>
              <a:rPr lang="en-US" altLang="ko-KR" sz="1400" dirty="0"/>
              <a:t>(); // Stack</a:t>
            </a:r>
            <a:r>
              <a:rPr lang="ko-KR" altLang="en-US" sz="1400" dirty="0"/>
              <a:t>에서 가장 위에 있는 동전 제거 및 반환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꺼내온</a:t>
            </a:r>
            <a:r>
              <a:rPr lang="ko-KR" altLang="en-US" sz="1400" dirty="0"/>
              <a:t> 동전 </a:t>
            </a:r>
            <a:r>
              <a:rPr lang="en-US" altLang="ko-KR" sz="1400" dirty="0"/>
              <a:t>: " + </a:t>
            </a:r>
            <a:r>
              <a:rPr lang="en-US" altLang="ko-KR" sz="1400" dirty="0" err="1"/>
              <a:t>coin.getValue</a:t>
            </a:r>
            <a:r>
              <a:rPr lang="en-US" altLang="ko-KR" sz="1400" dirty="0"/>
              <a:t>() + "</a:t>
            </a:r>
            <a:r>
              <a:rPr lang="ko-KR" altLang="en-US" sz="1400" dirty="0"/>
              <a:t>원</a:t>
            </a:r>
            <a:r>
              <a:rPr lang="en-US" altLang="ko-KR" sz="1400" dirty="0"/>
              <a:t>"); // </a:t>
            </a:r>
            <a:r>
              <a:rPr lang="ko-KR" altLang="en-US" sz="1400" dirty="0"/>
              <a:t>동전의 가치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49FDA9-1872-519C-2C1A-5AC43D7DA692}"/>
              </a:ext>
            </a:extLst>
          </p:cNvPr>
          <p:cNvSpPr txBox="1"/>
          <p:nvPr/>
        </p:nvSpPr>
        <p:spPr>
          <a:xfrm>
            <a:off x="6858000" y="0"/>
            <a:ext cx="533400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Coin {</a:t>
            </a:r>
          </a:p>
          <a:p>
            <a:r>
              <a:rPr lang="en-US" altLang="ko-KR" sz="1400" dirty="0"/>
              <a:t>    private int value; // </a:t>
            </a:r>
            <a:r>
              <a:rPr lang="ko-KR" altLang="en-US" sz="1400" dirty="0"/>
              <a:t>동전의 가치를 저장하는 필드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public Coin(int value)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this.value</a:t>
            </a:r>
            <a:r>
              <a:rPr lang="en-US" altLang="ko-KR" sz="1400" dirty="0"/>
              <a:t> = value; // </a:t>
            </a:r>
            <a:r>
              <a:rPr lang="ko-KR" altLang="en-US" sz="1400" dirty="0"/>
              <a:t>생성자를 통해 동전의 가치를 초기화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public int </a:t>
            </a:r>
            <a:r>
              <a:rPr lang="en-US" altLang="ko-KR" sz="1400" dirty="0" err="1"/>
              <a:t>getValue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        return value; // </a:t>
            </a:r>
            <a:r>
              <a:rPr lang="ko-KR" altLang="en-US" sz="1400" dirty="0"/>
              <a:t>동전의 가치를 반환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}</a:t>
            </a:r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28A397-3D83-9D1A-C1EC-D7E7865CB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820" y="3971924"/>
            <a:ext cx="2252855" cy="154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4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7256-0126-3CB6-3AF0-3A24DAA6D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240CC3-8421-5252-BC40-764405A32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Queue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FIFO(First In First Out)</a:t>
            </a:r>
            <a:r>
              <a:rPr lang="ko-KR" altLang="en-US" sz="1400" dirty="0"/>
              <a:t>자료구조를 구현한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FIFO(First In First Out): </a:t>
            </a:r>
            <a:r>
              <a:rPr lang="ko-KR" altLang="en-US" sz="1400" dirty="0"/>
              <a:t>먼저 넣은 객체가 먼저 빠져 나가는 자료구조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Queue </a:t>
            </a:r>
            <a:r>
              <a:rPr lang="ko-KR" altLang="en-US" sz="1400" b="1" dirty="0"/>
              <a:t>클래스의 메소드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-offer(E e)		</a:t>
            </a:r>
            <a:r>
              <a:rPr lang="ko-KR" altLang="en-US" sz="1400" dirty="0"/>
              <a:t>주어진 객체를 삽입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-peek()		</a:t>
            </a:r>
            <a:r>
              <a:rPr lang="ko-KR" altLang="en-US" sz="1400" dirty="0"/>
              <a:t>큐의 맨 위 객체를 가져옴</a:t>
            </a:r>
            <a:r>
              <a:rPr lang="en-US" altLang="ko-KR" sz="1400" dirty="0"/>
              <a:t>(</a:t>
            </a:r>
            <a:r>
              <a:rPr lang="ko-KR" altLang="en-US" sz="1400" dirty="0"/>
              <a:t>큐에서 제거하지 않음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-poll()		</a:t>
            </a:r>
            <a:r>
              <a:rPr lang="ko-KR" altLang="en-US" sz="1400" dirty="0"/>
              <a:t>큐의 맨 위 객체를 가져옴</a:t>
            </a:r>
            <a:r>
              <a:rPr lang="en-US" altLang="ko-KR" sz="1400" dirty="0"/>
              <a:t>(</a:t>
            </a:r>
            <a:r>
              <a:rPr lang="ko-KR" altLang="en-US" sz="1400" dirty="0"/>
              <a:t>큐에서 제거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Queue </a:t>
            </a:r>
            <a:r>
              <a:rPr lang="ko-KR" altLang="en-US" sz="1400" b="1" dirty="0"/>
              <a:t>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- </a:t>
            </a:r>
            <a:r>
              <a:rPr lang="en-US" altLang="ko-KR" sz="1400" dirty="0"/>
              <a:t>Queue</a:t>
            </a:r>
            <a:r>
              <a:rPr lang="ko-KR" altLang="en-US" sz="1400" dirty="0"/>
              <a:t>인터페이스를 구현한 대표적인 클래스</a:t>
            </a:r>
            <a:r>
              <a:rPr lang="en-US" altLang="ko-KR" sz="1400" dirty="0"/>
              <a:t>: LinkedList</a:t>
            </a:r>
          </a:p>
          <a:p>
            <a:pPr marL="0" indent="0">
              <a:buNone/>
            </a:pPr>
            <a:r>
              <a:rPr lang="en-US" altLang="ko-KR" sz="1400" dirty="0"/>
              <a:t>-Queue &lt;E&gt; stack = new LinkedList &lt;E&gt;();</a:t>
            </a:r>
          </a:p>
          <a:p>
            <a:pPr marL="0" indent="0">
              <a:buNone/>
            </a:pPr>
            <a:r>
              <a:rPr lang="en-US" altLang="ko-KR" sz="1400" dirty="0"/>
              <a:t>-Queue &lt;E&gt; stack = new LinkedList &lt;&gt;(); //</a:t>
            </a:r>
            <a:r>
              <a:rPr lang="ko-KR" altLang="en-US" sz="1400" dirty="0"/>
              <a:t>파라미터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2050" name="Picture 2" descr="자료구조] 큐 (Queue)">
            <a:extLst>
              <a:ext uri="{FF2B5EF4-FFF2-40B4-BE49-F238E27FC236}">
                <a16:creationId xmlns:a16="http://schemas.microsoft.com/office/drawing/2014/main" id="{13BC8BEB-1694-0B46-ABF4-ED7FB580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537" y="3981450"/>
            <a:ext cx="5643217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115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3E103-E0F4-8DB5-8B33-973885970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2CA195-201F-8631-A4EA-5397F1E47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java.util.LinkedList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import </a:t>
            </a:r>
            <a:r>
              <a:rPr lang="en-US" altLang="ko-KR" sz="1400" dirty="0" err="1"/>
              <a:t>java.util.Queue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QueueExample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Message </a:t>
            </a:r>
            <a:r>
              <a:rPr lang="ko-KR" altLang="en-US" sz="1400" dirty="0"/>
              <a:t>객체를 저장할 </a:t>
            </a:r>
            <a:r>
              <a:rPr lang="en-US" altLang="ko-KR" sz="1400" dirty="0"/>
              <a:t>Queue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Queue&lt;Message&gt; </a:t>
            </a:r>
            <a:r>
              <a:rPr lang="en-US" altLang="ko-KR" sz="1400" dirty="0" err="1"/>
              <a:t>messageQueue</a:t>
            </a:r>
            <a:r>
              <a:rPr lang="en-US" altLang="ko-KR" sz="1400" dirty="0"/>
              <a:t> = new LinkedList&lt;Message&gt;();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Queue</a:t>
            </a:r>
            <a:r>
              <a:rPr lang="ko-KR" altLang="en-US" sz="1400" dirty="0"/>
              <a:t>에 </a:t>
            </a:r>
            <a:r>
              <a:rPr lang="en-US" altLang="ko-KR" sz="1400" dirty="0"/>
              <a:t>Message </a:t>
            </a:r>
            <a:r>
              <a:rPr lang="ko-KR" altLang="en-US" sz="1400" dirty="0"/>
              <a:t>객체 추가 </a:t>
            </a:r>
            <a:r>
              <a:rPr lang="en-US" altLang="ko-KR" sz="1400" dirty="0"/>
              <a:t>(offer)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messageQueue.offer</a:t>
            </a:r>
            <a:r>
              <a:rPr lang="en-US" altLang="ko-KR" sz="1400" dirty="0"/>
              <a:t>(new Message("</a:t>
            </a:r>
            <a:r>
              <a:rPr lang="en-US" altLang="ko-KR" sz="1400" dirty="0" err="1"/>
              <a:t>sendMail</a:t>
            </a:r>
            <a:r>
              <a:rPr lang="en-US" altLang="ko-KR" sz="1400" dirty="0"/>
              <a:t>",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"));       // 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</a:t>
            </a:r>
            <a:r>
              <a:rPr lang="ko-KR" altLang="en-US" sz="1400" dirty="0"/>
              <a:t>에게 메일 전송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messageQueue.offer</a:t>
            </a:r>
            <a:r>
              <a:rPr lang="en-US" altLang="ko-KR" sz="1400" dirty="0"/>
              <a:t>(new Message("</a:t>
            </a:r>
            <a:r>
              <a:rPr lang="en-US" altLang="ko-KR" sz="1400" dirty="0" err="1"/>
              <a:t>sendSMS</a:t>
            </a:r>
            <a:r>
              <a:rPr lang="en-US" altLang="ko-KR" sz="1400" dirty="0"/>
              <a:t>", "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"));        // "</a:t>
            </a:r>
            <a:r>
              <a:rPr lang="ko-KR" altLang="en-US" sz="1400" dirty="0" err="1"/>
              <a:t>신용권</a:t>
            </a:r>
            <a:r>
              <a:rPr lang="en-US" altLang="ko-KR" sz="1400" dirty="0"/>
              <a:t>"</a:t>
            </a:r>
            <a:r>
              <a:rPr lang="ko-KR" altLang="en-US" sz="1400" dirty="0"/>
              <a:t>에게 </a:t>
            </a:r>
            <a:r>
              <a:rPr lang="en-US" altLang="ko-KR" sz="1400" dirty="0"/>
              <a:t>SMS </a:t>
            </a:r>
            <a:r>
              <a:rPr lang="ko-KR" altLang="en-US" sz="1400" dirty="0"/>
              <a:t>전송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messageQueue.offer</a:t>
            </a:r>
            <a:r>
              <a:rPr lang="en-US" altLang="ko-KR" sz="1400" dirty="0"/>
              <a:t>(new Message("</a:t>
            </a:r>
            <a:r>
              <a:rPr lang="en-US" altLang="ko-KR" sz="1400" dirty="0" err="1"/>
              <a:t>sendKakaotalk</a:t>
            </a:r>
            <a:r>
              <a:rPr lang="en-US" altLang="ko-KR" sz="1400" dirty="0"/>
              <a:t>", "</a:t>
            </a:r>
            <a:r>
              <a:rPr lang="ko-KR" altLang="en-US" sz="1400" dirty="0" err="1"/>
              <a:t>홍두께</a:t>
            </a:r>
            <a:r>
              <a:rPr lang="en-US" altLang="ko-KR" sz="1400" dirty="0"/>
              <a:t>")); // "</a:t>
            </a:r>
            <a:r>
              <a:rPr lang="ko-KR" altLang="en-US" sz="1400" dirty="0" err="1"/>
              <a:t>홍두께</a:t>
            </a:r>
            <a:r>
              <a:rPr lang="en-US" altLang="ko-KR" sz="1400" dirty="0"/>
              <a:t>"</a:t>
            </a:r>
            <a:r>
              <a:rPr lang="ko-KR" altLang="en-US" sz="1400" dirty="0"/>
              <a:t>에게 카카오톡 전송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Queue</a:t>
            </a:r>
            <a:r>
              <a:rPr lang="ko-KR" altLang="en-US" sz="1400" dirty="0"/>
              <a:t>에서 </a:t>
            </a:r>
            <a:r>
              <a:rPr lang="en-US" altLang="ko-KR" sz="1400" dirty="0"/>
              <a:t>Message </a:t>
            </a:r>
            <a:r>
              <a:rPr lang="ko-KR" altLang="en-US" sz="1400" dirty="0"/>
              <a:t>객체를 하나씩 꺼내 처리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while (!</a:t>
            </a:r>
            <a:r>
              <a:rPr lang="en-US" altLang="ko-KR" sz="1400" dirty="0" err="1"/>
              <a:t>messageQueue.isEmpty</a:t>
            </a:r>
            <a:r>
              <a:rPr lang="en-US" altLang="ko-KR" sz="1400" dirty="0"/>
              <a:t>()) { // Queue</a:t>
            </a:r>
            <a:r>
              <a:rPr lang="ko-KR" altLang="en-US" sz="1400" dirty="0"/>
              <a:t>가 </a:t>
            </a:r>
            <a:r>
              <a:rPr lang="ko-KR" altLang="en-US" sz="1400" dirty="0" err="1"/>
              <a:t>비어있지</a:t>
            </a:r>
            <a:r>
              <a:rPr lang="ko-KR" altLang="en-US" sz="1400" dirty="0"/>
              <a:t> 않은 동안 반복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Message </a:t>
            </a:r>
            <a:r>
              <a:rPr lang="en-US" altLang="ko-KR" sz="1400" dirty="0" err="1"/>
              <a:t>message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messageQueue.poll</a:t>
            </a:r>
            <a:r>
              <a:rPr lang="en-US" altLang="ko-KR" sz="1400" dirty="0"/>
              <a:t>(); // Queue</a:t>
            </a:r>
            <a:r>
              <a:rPr lang="ko-KR" altLang="en-US" sz="1400" dirty="0"/>
              <a:t>의 첫 번째 객체를 꺼냄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 Message</a:t>
            </a:r>
            <a:r>
              <a:rPr lang="ko-KR" altLang="en-US" sz="1400" dirty="0"/>
              <a:t>의 </a:t>
            </a:r>
            <a:r>
              <a:rPr lang="en-US" altLang="ko-KR" sz="1400" dirty="0"/>
              <a:t>command</a:t>
            </a:r>
            <a:r>
              <a:rPr lang="ko-KR" altLang="en-US" sz="1400" dirty="0"/>
              <a:t>에 따라 작업 수행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switch (</a:t>
            </a:r>
            <a:r>
              <a:rPr lang="en-US" altLang="ko-KR" sz="1400" dirty="0" err="1"/>
              <a:t>message.command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        case "</a:t>
            </a:r>
            <a:r>
              <a:rPr lang="en-US" altLang="ko-KR" sz="1400" dirty="0" err="1"/>
              <a:t>sendMail</a:t>
            </a:r>
            <a:r>
              <a:rPr lang="en-US" altLang="ko-KR" sz="1400" dirty="0"/>
              <a:t>":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(message.to + "</a:t>
            </a:r>
            <a:r>
              <a:rPr lang="ko-KR" altLang="en-US" sz="1400" dirty="0" err="1"/>
              <a:t>님에게</a:t>
            </a:r>
            <a:r>
              <a:rPr lang="ko-KR" altLang="en-US" sz="1400" dirty="0"/>
              <a:t> 메일을 보냅니다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    case "</a:t>
            </a:r>
            <a:r>
              <a:rPr lang="en-US" altLang="ko-KR" sz="1400" dirty="0" err="1"/>
              <a:t>sendSMS</a:t>
            </a:r>
            <a:r>
              <a:rPr lang="en-US" altLang="ko-KR" sz="1400" dirty="0"/>
              <a:t>":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(message.to + "</a:t>
            </a:r>
            <a:r>
              <a:rPr lang="ko-KR" altLang="en-US" sz="1400" dirty="0" err="1"/>
              <a:t>님에게</a:t>
            </a:r>
            <a:r>
              <a:rPr lang="ko-KR" altLang="en-US" sz="1400" dirty="0"/>
              <a:t> </a:t>
            </a:r>
            <a:r>
              <a:rPr lang="en-US" altLang="ko-KR" sz="1400" dirty="0"/>
              <a:t>SMS</a:t>
            </a:r>
            <a:r>
              <a:rPr lang="ko-KR" altLang="en-US" sz="1400" dirty="0"/>
              <a:t>를 보냅니다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    case "</a:t>
            </a:r>
            <a:r>
              <a:rPr lang="en-US" altLang="ko-KR" sz="1400" dirty="0" err="1"/>
              <a:t>sendKakaotalk</a:t>
            </a:r>
            <a:r>
              <a:rPr lang="en-US" altLang="ko-KR" sz="1400" dirty="0"/>
              <a:t>":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(message.to + "</a:t>
            </a:r>
            <a:r>
              <a:rPr lang="ko-KR" altLang="en-US" sz="1400" dirty="0" err="1"/>
              <a:t>님에게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카카오톡를</a:t>
            </a:r>
            <a:r>
              <a:rPr lang="ko-KR" altLang="en-US" sz="1400" dirty="0"/>
              <a:t> 보냅니다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    break;</a:t>
            </a:r>
          </a:p>
          <a:p>
            <a:pPr marL="0" indent="0">
              <a:buNone/>
            </a:pPr>
            <a:r>
              <a:rPr lang="en-US" altLang="ko-KR" sz="1400" dirty="0"/>
              <a:t>            }}}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11E75A-3E5B-4AA7-BB34-0EB71C158009}"/>
              </a:ext>
            </a:extLst>
          </p:cNvPr>
          <p:cNvSpPr txBox="1"/>
          <p:nvPr/>
        </p:nvSpPr>
        <p:spPr>
          <a:xfrm>
            <a:off x="6057900" y="0"/>
            <a:ext cx="61341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public class Message {</a:t>
            </a:r>
          </a:p>
          <a:p>
            <a:r>
              <a:rPr lang="en-US" altLang="ko-KR" sz="1200" dirty="0"/>
              <a:t>    public String command; // </a:t>
            </a:r>
            <a:r>
              <a:rPr lang="ko-KR" altLang="en-US" sz="1200" dirty="0"/>
              <a:t>작업 명령 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"</a:t>
            </a:r>
            <a:r>
              <a:rPr lang="en-US" altLang="ko-KR" sz="1200" dirty="0" err="1"/>
              <a:t>sendMail</a:t>
            </a:r>
            <a:r>
              <a:rPr lang="en-US" altLang="ko-KR" sz="1200" dirty="0"/>
              <a:t>", "</a:t>
            </a:r>
            <a:r>
              <a:rPr lang="en-US" altLang="ko-KR" sz="1200" dirty="0" err="1"/>
              <a:t>sendSMS</a:t>
            </a:r>
            <a:r>
              <a:rPr lang="en-US" altLang="ko-KR" sz="1200" dirty="0"/>
              <a:t>", "</a:t>
            </a:r>
            <a:r>
              <a:rPr lang="en-US" altLang="ko-KR" sz="1200" dirty="0" err="1"/>
              <a:t>sendKakaotalk</a:t>
            </a:r>
            <a:r>
              <a:rPr lang="en-US" altLang="ko-KR" sz="1200" dirty="0"/>
              <a:t>")</a:t>
            </a:r>
          </a:p>
          <a:p>
            <a:r>
              <a:rPr lang="en-US" altLang="ko-KR" sz="1200" dirty="0"/>
              <a:t>    public String to;      // </a:t>
            </a:r>
            <a:r>
              <a:rPr lang="ko-KR" altLang="en-US" sz="1200" dirty="0"/>
              <a:t>대상 이름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public Message(String command, String to) {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this.command</a:t>
            </a:r>
            <a:r>
              <a:rPr lang="en-US" altLang="ko-KR" sz="1200" dirty="0"/>
              <a:t> = command; // </a:t>
            </a:r>
            <a:r>
              <a:rPr lang="ko-KR" altLang="en-US" sz="1200" dirty="0"/>
              <a:t>명령어 초기화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this.to = to;           // </a:t>
            </a:r>
            <a:r>
              <a:rPr lang="ko-KR" altLang="en-US" sz="1200" dirty="0"/>
              <a:t>대상 초기화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}</a:t>
            </a:r>
          </a:p>
          <a:p>
            <a:r>
              <a:rPr lang="en-US" altLang="ko-KR" sz="1200" dirty="0"/>
              <a:t>}</a:t>
            </a:r>
          </a:p>
          <a:p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D65CF9-FF8E-7BF7-D096-56EAAF6A5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988" y="4014787"/>
            <a:ext cx="4697249" cy="145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5128</Words>
  <Application>Microsoft Office PowerPoint</Application>
  <PresentationFormat>와이드스크린</PresentationFormat>
  <Paragraphs>700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맑은 고딕</vt:lpstr>
      <vt:lpstr>Arial</vt:lpstr>
      <vt:lpstr>Wingdings</vt:lpstr>
      <vt:lpstr>Office 테마</vt:lpstr>
      <vt:lpstr>컬렉션 프레임워크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7</cp:revision>
  <dcterms:created xsi:type="dcterms:W3CDTF">2024-11-16T10:25:19Z</dcterms:created>
  <dcterms:modified xsi:type="dcterms:W3CDTF">2024-12-19T15:32:48Z</dcterms:modified>
</cp:coreProperties>
</file>