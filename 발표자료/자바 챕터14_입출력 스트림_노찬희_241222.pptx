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1" r:id="rId26"/>
    <p:sldId id="282" r:id="rId27"/>
    <p:sldId id="283" r:id="rId28"/>
    <p:sldId id="284" r:id="rId29"/>
    <p:sldId id="286" r:id="rId30"/>
    <p:sldId id="287" r:id="rId31"/>
    <p:sldId id="288" r:id="rId32"/>
    <p:sldId id="289" r:id="rId33"/>
    <p:sldId id="290" r:id="rId34"/>
    <p:sldId id="291" r:id="rId3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95239-5CF3-0163-4E77-E0461FDBED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A31259-BD30-935B-D387-45B3E31CC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3B1B8A-95EC-EFA9-2920-F63B2B794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867E84-F464-7617-2A4F-F6CB0B59B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798FA4-C784-B71C-1800-E7643231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207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845901-A360-9685-C9D0-142CCDAAE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AC0030-103B-F0B2-93BB-09A79E01C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28B7FC-CFE9-A1B1-61A3-F690FB838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9E0150-4E12-697A-4C86-B3AB0DC6C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5CCAB7-DF93-BE29-9512-E931DEC4F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298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83D85-5E19-97F2-3064-601817BE8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769AC2-8D3A-E503-0482-84BE500F2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72415A-9B8A-1649-C3DB-B58BBFADC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6FC505-307D-710D-9B2D-8CD38D4C5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3321C3-40EB-C385-F7BC-33EDC2F9D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921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528D41-6C2A-BB83-569C-9F7D19BDB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94FD90-E620-EBF8-5ABA-7933243C65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9E51A9-2C81-17B9-B136-1C00D6A29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3AE586-D237-B216-A46C-449CFC72F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1630C6-7555-6475-8C0D-1D67E0BAD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3BA23D-2DDE-3FBF-2D07-2F703F8C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205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D3E44-57FE-E878-C3F0-147004A67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87131D-3D2B-012E-A66A-8E30E2C96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805DF5-0FA8-8FFD-652A-4F33E38C3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3DBA8AD-906A-39ED-3BB7-936A94C385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35706EB-24D1-CC6F-9DC1-9DFF86CE7E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B27AF02-54A9-DB68-4741-6CDD9D48F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37EAC82-DBD9-3C65-8485-01FAEC07C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875241-56BC-92B7-7AC9-8908C8B06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097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70CEC6-0EEB-F7D8-36FB-4CC361E9D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AE1C994-75C3-F586-18DE-655E1E330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C1E02ED-170A-9378-D809-F1E89D2E1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AB6E09-B1CE-D992-28A9-996C95F7E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3462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E4D4D0-30C2-1A42-7BFD-1FCA28A8E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1FF2AF-E9CE-7DFF-5AB8-DE9CAA593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AE1EF6-009E-CE70-1756-A209BB24C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5120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17FCAC-EDB7-E9D5-ACAE-6AF29CD04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512EA7-D4FB-75D4-59FD-A5BC9D611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4957F2-9394-A780-CD79-49FA95621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FB6710-7882-05E9-DCB6-7A9000DF2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7288B3-2C9D-FB46-0008-809686080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2C2E2B-662C-8684-8B5B-5A9887E37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02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97221-A3FD-730E-D90A-5379E3100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B98F2B0-6718-BABD-16A1-3EB697FB5A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66ACBD-FC1B-641F-5CC6-7756D2C29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54DB35-05A7-D287-0E02-E2FD660D8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48E70F-9E5A-C63A-CFFD-86F3F05AD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1C41B3-2B05-16A1-4C36-8851832D3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246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776D03-4244-CDB4-A0AA-6EC97D300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9DE395-258F-131A-3FCC-3D6C79B51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AB054D-722A-59C1-7F26-0E4C5550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C49381-C005-307D-0F92-EB858DFDD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1F4D8C-6A57-4311-1EE8-A9FD58E15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929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1A65F19-A2F8-5263-A730-DB27A39D38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B4B96C3-41E6-B4B6-F577-19B3AFBC3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920CEF-7883-1C42-98F3-FAF3D0EB0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ABB99E-F997-25BB-1DDC-CA167E4A7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7C83B0-6BCA-922E-441D-02F2FBE12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41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F1C1FB-C942-1B7F-03B1-F1EBC277F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B46AF7-8D50-FA89-32E4-80BDD3046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FF720A-8206-2226-991F-692E888E52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C0DED9-6D52-4114-887A-5B887536C1D4}" type="datetimeFigureOut">
              <a:rPr lang="ko-KR" altLang="en-US" smtClean="0"/>
              <a:t>2024-12-22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208A6F-441C-48ED-B698-20ABF185A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0F683-D894-398B-528C-A86652958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387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F0C12-5D4E-6E9B-D505-E45EE68426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입출력 스트림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4ABD2CA-D85E-35E0-EF91-C329042963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노찬희</a:t>
            </a:r>
          </a:p>
        </p:txBody>
      </p:sp>
    </p:spTree>
    <p:extLst>
      <p:ext uri="{BB962C8B-B14F-4D97-AF65-F5344CB8AC3E}">
        <p14:creationId xmlns:p14="http://schemas.microsoft.com/office/powerpoint/2010/main" val="758356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19EE5B-A781-399B-FE3E-668C18E60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스트림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프로그램은 데이터를 읽고 출력하는 작업을 빈번히 수행함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자바에서 데이터는 스트림</a:t>
            </a:r>
            <a:r>
              <a:rPr lang="en-US" altLang="ko-KR" sz="1400" dirty="0"/>
              <a:t>(Stream)</a:t>
            </a:r>
            <a:r>
              <a:rPr lang="ko-KR" altLang="en-US" sz="1400" dirty="0"/>
              <a:t>을 통해 입출력됨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스트림</a:t>
            </a:r>
            <a:r>
              <a:rPr lang="en-US" altLang="ko-KR" sz="1400" dirty="0"/>
              <a:t>: </a:t>
            </a:r>
            <a:r>
              <a:rPr lang="ko-KR" altLang="en-US" sz="1400" dirty="0"/>
              <a:t>단일 반향으로 흘러가는 것을 말함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스트림의 흐름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입력 스트림</a:t>
            </a:r>
            <a:r>
              <a:rPr lang="en-US" altLang="ko-KR" sz="1400" dirty="0"/>
              <a:t>(</a:t>
            </a:r>
            <a:r>
              <a:rPr lang="ko-KR" altLang="en-US" sz="1400" dirty="0"/>
              <a:t>출발지</a:t>
            </a:r>
            <a:r>
              <a:rPr lang="en-US" altLang="ko-KR" sz="1400" dirty="0"/>
              <a:t>): </a:t>
            </a:r>
            <a:r>
              <a:rPr lang="ko-KR" altLang="en-US" sz="1400" dirty="0"/>
              <a:t>키보드</a:t>
            </a:r>
            <a:r>
              <a:rPr lang="en-US" altLang="ko-KR" sz="1400" dirty="0"/>
              <a:t>, </a:t>
            </a:r>
            <a:r>
              <a:rPr lang="ko-KR" altLang="en-US" sz="1400" dirty="0"/>
              <a:t>파일</a:t>
            </a:r>
            <a:r>
              <a:rPr lang="en-US" altLang="ko-KR" sz="1400" dirty="0"/>
              <a:t>, </a:t>
            </a:r>
            <a:r>
              <a:rPr lang="ko-KR" altLang="en-US" sz="1400" dirty="0"/>
              <a:t>프로그램</a:t>
            </a:r>
            <a:r>
              <a:rPr lang="en-US" altLang="ko-KR" sz="1400" dirty="0"/>
              <a:t>	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-</a:t>
            </a:r>
            <a:r>
              <a:rPr lang="ko-KR" altLang="en-US" sz="1400" dirty="0">
                <a:sym typeface="Wingdings" panose="05000000000000000000" pitchFamily="2" charset="2"/>
              </a:rPr>
              <a:t>프로그램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-</a:t>
            </a:r>
            <a:r>
              <a:rPr lang="ko-KR" altLang="en-US" sz="1400" dirty="0">
                <a:sym typeface="Wingdings" panose="05000000000000000000" pitchFamily="2" charset="2"/>
              </a:rPr>
              <a:t>도착 스트림</a:t>
            </a:r>
            <a:r>
              <a:rPr lang="en-US" altLang="ko-KR" sz="1400" dirty="0">
                <a:sym typeface="Wingdings" panose="05000000000000000000" pitchFamily="2" charset="2"/>
              </a:rPr>
              <a:t>(</a:t>
            </a:r>
            <a:r>
              <a:rPr lang="ko-KR" altLang="en-US" sz="1400" dirty="0">
                <a:sym typeface="Wingdings" panose="05000000000000000000" pitchFamily="2" charset="2"/>
              </a:rPr>
              <a:t>도착지</a:t>
            </a:r>
            <a:r>
              <a:rPr lang="en-US" altLang="ko-KR" sz="1400" dirty="0">
                <a:sym typeface="Wingdings" panose="05000000000000000000" pitchFamily="2" charset="2"/>
              </a:rPr>
              <a:t>): </a:t>
            </a:r>
            <a:r>
              <a:rPr lang="ko-KR" altLang="en-US" sz="1400" dirty="0">
                <a:sym typeface="Wingdings" panose="05000000000000000000" pitchFamily="2" charset="2"/>
              </a:rPr>
              <a:t>모니터</a:t>
            </a:r>
            <a:r>
              <a:rPr lang="en-US" altLang="ko-KR" sz="1400" dirty="0">
                <a:sym typeface="Wingdings" panose="05000000000000000000" pitchFamily="2" charset="2"/>
              </a:rPr>
              <a:t>, </a:t>
            </a:r>
            <a:r>
              <a:rPr lang="ko-KR" altLang="en-US" sz="1400" dirty="0">
                <a:sym typeface="Wingdings" panose="05000000000000000000" pitchFamily="2" charset="2"/>
              </a:rPr>
              <a:t>파일</a:t>
            </a:r>
            <a:r>
              <a:rPr lang="en-US" altLang="ko-KR" sz="1400" dirty="0">
                <a:sym typeface="Wingdings" panose="05000000000000000000" pitchFamily="2" charset="2"/>
              </a:rPr>
              <a:t>, </a:t>
            </a:r>
            <a:r>
              <a:rPr lang="ko-KR" altLang="en-US" sz="1400" dirty="0">
                <a:sym typeface="Wingdings" panose="05000000000000000000" pitchFamily="2" charset="2"/>
              </a:rPr>
              <a:t>프로그램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-</a:t>
            </a:r>
            <a:r>
              <a:rPr lang="ko-KR" altLang="en-US" sz="1400" dirty="0">
                <a:sym typeface="Wingdings" panose="05000000000000000000" pitchFamily="2" charset="2"/>
              </a:rPr>
              <a:t>프로그램이 도착지면 흘러나온 데이터를 </a:t>
            </a:r>
            <a:r>
              <a:rPr lang="ko-KR" altLang="en-US" sz="1400" dirty="0" err="1">
                <a:sym typeface="Wingdings" panose="05000000000000000000" pitchFamily="2" charset="2"/>
              </a:rPr>
              <a:t>입력받아야</a:t>
            </a:r>
            <a:r>
              <a:rPr lang="ko-KR" altLang="en-US" sz="1400" dirty="0">
                <a:sym typeface="Wingdings" panose="05000000000000000000" pitchFamily="2" charset="2"/>
              </a:rPr>
              <a:t> 됨 </a:t>
            </a:r>
            <a:r>
              <a:rPr lang="en-US" altLang="ko-KR" sz="1400" dirty="0">
                <a:sym typeface="Wingdings" panose="05000000000000000000" pitchFamily="2" charset="2"/>
              </a:rPr>
              <a:t> </a:t>
            </a:r>
            <a:r>
              <a:rPr lang="ko-KR" altLang="en-US" sz="1400" dirty="0">
                <a:sym typeface="Wingdings" panose="05000000000000000000" pitchFamily="2" charset="2"/>
              </a:rPr>
              <a:t>입력 스트림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-</a:t>
            </a:r>
            <a:r>
              <a:rPr lang="ko-KR" altLang="en-US" sz="1400" dirty="0">
                <a:sym typeface="Wingdings" panose="05000000000000000000" pitchFamily="2" charset="2"/>
              </a:rPr>
              <a:t>프로그램이 출발지면 데이터를 출력해야 됨 </a:t>
            </a:r>
            <a:r>
              <a:rPr lang="en-US" altLang="ko-KR" sz="1400" dirty="0">
                <a:sym typeface="Wingdings" panose="05000000000000000000" pitchFamily="2" charset="2"/>
              </a:rPr>
              <a:t> </a:t>
            </a:r>
            <a:r>
              <a:rPr lang="ko-KR" altLang="en-US" sz="1400" dirty="0">
                <a:sym typeface="Wingdings" panose="05000000000000000000" pitchFamily="2" charset="2"/>
              </a:rPr>
              <a:t>출력 스트림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	</a:t>
            </a:r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675757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49E01-CF29-3026-D560-2A3C3A0AB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B29985-BCF2-C0F2-9053-212F68614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입출력 스트림의 종류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-java.io </a:t>
            </a:r>
            <a:r>
              <a:rPr lang="ko-KR" altLang="en-US" sz="1400" dirty="0"/>
              <a:t>패키지에서 여러가지 </a:t>
            </a:r>
            <a:r>
              <a:rPr lang="en-US" altLang="ko-KR" sz="1400" dirty="0"/>
              <a:t>Stream </a:t>
            </a:r>
            <a:r>
              <a:rPr lang="ko-KR" altLang="en-US" sz="1400" dirty="0"/>
              <a:t>클래스 제공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바이트</a:t>
            </a:r>
            <a:r>
              <a:rPr lang="en-US" altLang="ko-KR" sz="1400" dirty="0"/>
              <a:t>(byte)</a:t>
            </a:r>
            <a:r>
              <a:rPr lang="ko-KR" altLang="en-US" sz="1400" dirty="0"/>
              <a:t>기반 스트림</a:t>
            </a:r>
            <a:r>
              <a:rPr lang="en-US" altLang="ko-KR" sz="1400" dirty="0"/>
              <a:t>: </a:t>
            </a:r>
            <a:r>
              <a:rPr lang="ko-KR" altLang="en-US" sz="1400" dirty="0"/>
              <a:t>그림</a:t>
            </a:r>
            <a:r>
              <a:rPr lang="en-US" altLang="ko-KR" sz="1400" dirty="0"/>
              <a:t>, </a:t>
            </a:r>
            <a:r>
              <a:rPr lang="ko-KR" altLang="en-US" sz="1400" dirty="0"/>
              <a:t>멀티미디어 등의 </a:t>
            </a:r>
            <a:r>
              <a:rPr lang="en-US" altLang="ko-KR" sz="1400" dirty="0"/>
              <a:t>2</a:t>
            </a:r>
            <a:r>
              <a:rPr lang="ko-KR" altLang="en-US" sz="1400" dirty="0"/>
              <a:t>진 데이터를 읽고 출력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문자</a:t>
            </a:r>
            <a:r>
              <a:rPr lang="en-US" altLang="ko-KR" sz="1400" dirty="0"/>
              <a:t>(character)</a:t>
            </a:r>
            <a:r>
              <a:rPr lang="ko-KR" altLang="en-US" sz="1400" dirty="0"/>
              <a:t>기반 스트림</a:t>
            </a:r>
            <a:r>
              <a:rPr lang="en-US" altLang="ko-KR" sz="1400" dirty="0"/>
              <a:t>: </a:t>
            </a:r>
            <a:r>
              <a:rPr lang="ko-KR" altLang="en-US" sz="1400" dirty="0"/>
              <a:t>문자 데이터를 읽고 출력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바이트</a:t>
            </a:r>
            <a:r>
              <a:rPr lang="en-US" altLang="ko-KR" sz="1400" dirty="0"/>
              <a:t> </a:t>
            </a:r>
            <a:r>
              <a:rPr lang="ko-KR" altLang="en-US" sz="1400" dirty="0"/>
              <a:t>기반 스트림은 클래스 접미사로 </a:t>
            </a:r>
            <a:r>
              <a:rPr lang="en-US" altLang="ko-KR" sz="1400" dirty="0" err="1">
                <a:solidFill>
                  <a:schemeClr val="tx1"/>
                </a:solidFill>
              </a:rPr>
              <a:t>InputStream</a:t>
            </a:r>
            <a:r>
              <a:rPr lang="en-US" altLang="ko-KR" sz="1400" dirty="0"/>
              <a:t>, </a:t>
            </a:r>
            <a:r>
              <a:rPr lang="en-US" altLang="ko-KR" sz="1400" dirty="0" err="1">
                <a:solidFill>
                  <a:schemeClr val="tx1"/>
                </a:solidFill>
              </a:rPr>
              <a:t>OutputStream</a:t>
            </a:r>
            <a:r>
              <a:rPr lang="ko-KR" altLang="en-US" sz="1400" dirty="0">
                <a:solidFill>
                  <a:schemeClr val="tx1"/>
                </a:solidFill>
              </a:rPr>
              <a:t>가 붙음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1400" dirty="0"/>
              <a:t>ex) </a:t>
            </a:r>
            <a:r>
              <a:rPr lang="en-US" altLang="ko-KR" sz="1400" dirty="0" err="1"/>
              <a:t>FileInputStream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FileOutputStream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문자 기반 스트림은 클래스 접미사로 </a:t>
            </a:r>
            <a:r>
              <a:rPr lang="en-US" altLang="ko-KR" sz="1400" dirty="0"/>
              <a:t>Reader, Writer</a:t>
            </a:r>
            <a:r>
              <a:rPr lang="ko-KR" altLang="en-US" sz="1400" dirty="0"/>
              <a:t>가 붙음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 </a:t>
            </a:r>
            <a:r>
              <a:rPr lang="en-US" altLang="ko-KR" sz="1400" dirty="0" err="1"/>
              <a:t>FileReader</a:t>
            </a:r>
            <a:r>
              <a:rPr lang="en-US" altLang="ko-KR" sz="1400" dirty="0"/>
              <a:t> ,</a:t>
            </a:r>
            <a:r>
              <a:rPr lang="en-US" altLang="ko-KR" sz="1400" dirty="0" err="1"/>
              <a:t>FileWriter</a:t>
            </a:r>
            <a:r>
              <a:rPr lang="en-US" altLang="ko-KR" sz="1400" dirty="0"/>
              <a:t>	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51731DA-2262-D27F-EF85-6B6AC62A4C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444216"/>
              </p:ext>
            </p:extLst>
          </p:nvPr>
        </p:nvGraphicFramePr>
        <p:xfrm>
          <a:off x="2031999" y="1798320"/>
          <a:ext cx="8128001" cy="163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39282326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7261554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0578916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86513290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923868555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바이트 기반 스트림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문자 기반 스트림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06336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입력 스트림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출력 스트림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입력 스트림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출력 스트림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999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최상위 클래스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</a:rPr>
                        <a:t>InputStream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</a:rPr>
                        <a:t>OutputStream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Reader 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Writer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577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하위 클래스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</a:rPr>
                        <a:t>XXXInputStream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</a:rPr>
                        <a:t>XXXOutputStream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</a:rPr>
                        <a:t>XXXReader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</a:rPr>
                        <a:t>XXXWriter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653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0878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20472-A198-AAFE-2708-93470B182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2AF8AE-7676-8377-A171-C9B2639DA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바이트 출력 스트림</a:t>
            </a:r>
            <a:r>
              <a:rPr lang="en-US" altLang="ko-KR" sz="1400" b="1" dirty="0"/>
              <a:t>: </a:t>
            </a:r>
            <a:r>
              <a:rPr lang="en-US" altLang="ko-KR" sz="1400" b="1" dirty="0" err="1">
                <a:solidFill>
                  <a:schemeClr val="tx1"/>
                </a:solidFill>
              </a:rPr>
              <a:t>OutputStream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바이트 기반 출력 스트림의 최상위 클래스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모든 바이트 기반 출력 스트림은 </a:t>
            </a:r>
            <a:r>
              <a:rPr lang="en-US" altLang="ko-KR" sz="1400" dirty="0" err="1">
                <a:solidFill>
                  <a:schemeClr val="tx1"/>
                </a:solidFill>
              </a:rPr>
              <a:t>OutputStream</a:t>
            </a:r>
            <a:r>
              <a:rPr lang="ko-KR" altLang="en-US" sz="1400" dirty="0">
                <a:solidFill>
                  <a:schemeClr val="tx1"/>
                </a:solidFill>
              </a:rPr>
              <a:t>를 상속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en-US" altLang="ko-KR" sz="1400" dirty="0" err="1"/>
              <a:t>FileOutputStream</a:t>
            </a:r>
            <a:r>
              <a:rPr lang="en-US" altLang="ko-KR" sz="1400" dirty="0"/>
              <a:t>: </a:t>
            </a:r>
            <a:r>
              <a:rPr lang="ko-KR" altLang="en-US" sz="1400" dirty="0"/>
              <a:t>바이트 데이터를 파일에 직접 기록할 때 사용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en-US" altLang="ko-KR" sz="1400" dirty="0" err="1"/>
              <a:t>PrintStream</a:t>
            </a:r>
            <a:r>
              <a:rPr lang="en-US" altLang="ko-KR" sz="1400" dirty="0"/>
              <a:t>: </a:t>
            </a:r>
            <a:r>
              <a:rPr lang="ko-KR" altLang="en-US" sz="1400" dirty="0"/>
              <a:t>바이트 데이터를 출력하며</a:t>
            </a:r>
            <a:r>
              <a:rPr lang="en-US" altLang="ko-KR" sz="1400" dirty="0"/>
              <a:t>, </a:t>
            </a:r>
            <a:r>
              <a:rPr lang="ko-KR" altLang="en-US" sz="1400" dirty="0"/>
              <a:t>자동 줄 바꿈 및 </a:t>
            </a:r>
            <a:r>
              <a:rPr lang="ko-KR" altLang="en-US" sz="1400" dirty="0" err="1"/>
              <a:t>포맷팅이</a:t>
            </a:r>
            <a:r>
              <a:rPr lang="ko-KR" altLang="en-US" sz="1400" dirty="0"/>
              <a:t> 필요할 때 사용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en-US" altLang="ko-KR" sz="1400" dirty="0" err="1"/>
              <a:t>BufferedOutputStream</a:t>
            </a:r>
            <a:r>
              <a:rPr lang="en-US" altLang="ko-KR" sz="1400" dirty="0"/>
              <a:t>: </a:t>
            </a:r>
            <a:r>
              <a:rPr lang="ko-KR" altLang="en-US" sz="1400" dirty="0"/>
              <a:t>파일에 데이터를 기록하면서 버퍼링으로 쓰기 성능을 향상시킬 때 사용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en-US" altLang="ko-KR" sz="1400" dirty="0" err="1"/>
              <a:t>DataOutputStream</a:t>
            </a:r>
            <a:r>
              <a:rPr lang="en-US" altLang="ko-KR" sz="1400" dirty="0"/>
              <a:t>: </a:t>
            </a:r>
            <a:r>
              <a:rPr lang="ko-KR" altLang="en-US" sz="1400" dirty="0"/>
              <a:t>기본 데이터 타입</a:t>
            </a:r>
            <a:r>
              <a:rPr lang="en-US" altLang="ko-KR" sz="1400" dirty="0"/>
              <a:t>(</a:t>
            </a:r>
            <a:r>
              <a:rPr lang="ko-KR" altLang="en-US" sz="1400" dirty="0"/>
              <a:t>예</a:t>
            </a:r>
            <a:r>
              <a:rPr lang="en-US" altLang="ko-KR" sz="1400" dirty="0"/>
              <a:t>: int, double)</a:t>
            </a:r>
            <a:r>
              <a:rPr lang="ko-KR" altLang="en-US" sz="1400" dirty="0"/>
              <a:t>을 바이트 형식으로 출력할 때 사용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>
                <a:solidFill>
                  <a:schemeClr val="tx1"/>
                </a:solidFill>
              </a:rPr>
              <a:t>OutputStream</a:t>
            </a:r>
            <a:r>
              <a:rPr lang="ko-KR" altLang="en-US" sz="1400" dirty="0">
                <a:solidFill>
                  <a:schemeClr val="tx1"/>
                </a:solidFill>
              </a:rPr>
              <a:t>의 메소드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ko-KR" sz="1400" dirty="0"/>
              <a:t>-void write(int b)			1byte</a:t>
            </a:r>
            <a:r>
              <a:rPr lang="ko-KR" altLang="en-US" sz="1400" dirty="0"/>
              <a:t>를 출력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-void write(byte[] b)			</a:t>
            </a:r>
            <a:r>
              <a:rPr lang="ko-KR" altLang="en-US" sz="1400" dirty="0" err="1"/>
              <a:t>매개값으로</a:t>
            </a:r>
            <a:r>
              <a:rPr lang="ko-KR" altLang="en-US" sz="1400" dirty="0"/>
              <a:t> 주어진 배열 </a:t>
            </a:r>
            <a:r>
              <a:rPr lang="en-US" altLang="ko-KR" sz="1400" dirty="0"/>
              <a:t>b</a:t>
            </a:r>
            <a:r>
              <a:rPr lang="ko-KR" altLang="en-US" sz="1400" dirty="0"/>
              <a:t>의 모든 바이트를 출력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-void write(byte[] b, int off, int </a:t>
            </a:r>
            <a:r>
              <a:rPr lang="en-US" altLang="ko-KR" sz="1400" dirty="0" err="1"/>
              <a:t>len</a:t>
            </a:r>
            <a:r>
              <a:rPr lang="en-US" altLang="ko-KR" sz="1400" dirty="0"/>
              <a:t>)	</a:t>
            </a:r>
            <a:r>
              <a:rPr lang="ko-KR" altLang="en-US" sz="1400" dirty="0" err="1"/>
              <a:t>매개값으로</a:t>
            </a:r>
            <a:r>
              <a:rPr lang="ko-KR" altLang="en-US" sz="1400" dirty="0"/>
              <a:t> 주어진 배열 </a:t>
            </a:r>
            <a:r>
              <a:rPr lang="en-US" altLang="ko-KR" sz="1400" dirty="0"/>
              <a:t>b</a:t>
            </a:r>
            <a:r>
              <a:rPr lang="ko-KR" altLang="en-US" sz="1400" dirty="0"/>
              <a:t>의 </a:t>
            </a:r>
            <a:r>
              <a:rPr lang="en-US" altLang="ko-KR" sz="1400" dirty="0"/>
              <a:t>off</a:t>
            </a:r>
            <a:r>
              <a:rPr lang="ko-KR" altLang="en-US" sz="1400" dirty="0"/>
              <a:t>부터 </a:t>
            </a:r>
            <a:r>
              <a:rPr lang="en-US" altLang="ko-KR" sz="1400" dirty="0" err="1"/>
              <a:t>len</a:t>
            </a:r>
            <a:r>
              <a:rPr lang="ko-KR" altLang="en-US" sz="1400" dirty="0"/>
              <a:t>까지의 바이트를 출력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-void flush()			</a:t>
            </a:r>
            <a:r>
              <a:rPr lang="ko-KR" altLang="en-US" sz="1400" dirty="0"/>
              <a:t>출력 버퍼에 저장된 모든 바이트를 출력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-void close()			</a:t>
            </a:r>
            <a:r>
              <a:rPr lang="ko-KR" altLang="en-US" sz="1400" dirty="0"/>
              <a:t>출력 스트림을 닫음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276846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20F58-49DC-4F88-DD7E-E4DE5209D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43BAA5-C93F-29C2-FFE7-2153ADCCF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바이트 출력 스트림</a:t>
            </a:r>
            <a:r>
              <a:rPr lang="en-US" altLang="ko-KR" sz="1400" b="1" dirty="0"/>
              <a:t>: </a:t>
            </a:r>
            <a:r>
              <a:rPr lang="en-US" altLang="ko-KR" sz="1400" b="1" dirty="0" err="1">
                <a:solidFill>
                  <a:schemeClr val="tx1"/>
                </a:solidFill>
              </a:rPr>
              <a:t>OutputStream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-write(int b) </a:t>
            </a:r>
            <a:r>
              <a:rPr lang="ko-KR" altLang="en-US" sz="1400" dirty="0"/>
              <a:t>메소드</a:t>
            </a:r>
            <a:r>
              <a:rPr lang="en-US" altLang="ko-KR" sz="1400" dirty="0"/>
              <a:t>:</a:t>
            </a:r>
          </a:p>
          <a:p>
            <a:pPr marL="0" indent="0">
              <a:buNone/>
            </a:pPr>
            <a:r>
              <a:rPr lang="ko-KR" altLang="en-US" sz="1400" dirty="0"/>
              <a:t>매개 변수로 주어지는 </a:t>
            </a:r>
            <a:r>
              <a:rPr lang="en-US" altLang="ko-KR" sz="1400" dirty="0"/>
              <a:t>int</a:t>
            </a:r>
            <a:r>
              <a:rPr lang="ko-KR" altLang="en-US" sz="1400" dirty="0"/>
              <a:t>에서 끝 </a:t>
            </a:r>
            <a:r>
              <a:rPr lang="en-US" altLang="ko-KR" sz="1400" dirty="0"/>
              <a:t>1byte</a:t>
            </a:r>
            <a:r>
              <a:rPr lang="ko-KR" altLang="en-US" sz="1400" dirty="0"/>
              <a:t>만 출력 스트림으로 보낸다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541F057-5944-E378-67E5-4F897E0933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039337"/>
              </p:ext>
            </p:extLst>
          </p:nvPr>
        </p:nvGraphicFramePr>
        <p:xfrm>
          <a:off x="6096000" y="864521"/>
          <a:ext cx="414246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16">
                  <a:extLst>
                    <a:ext uri="{9D8B030D-6E8A-4147-A177-3AD203B41FA5}">
                      <a16:colId xmlns:a16="http://schemas.microsoft.com/office/drawing/2014/main" val="2404827807"/>
                    </a:ext>
                  </a:extLst>
                </a:gridCol>
                <a:gridCol w="1035616">
                  <a:extLst>
                    <a:ext uri="{9D8B030D-6E8A-4147-A177-3AD203B41FA5}">
                      <a16:colId xmlns:a16="http://schemas.microsoft.com/office/drawing/2014/main" val="1367834435"/>
                    </a:ext>
                  </a:extLst>
                </a:gridCol>
                <a:gridCol w="1035616">
                  <a:extLst>
                    <a:ext uri="{9D8B030D-6E8A-4147-A177-3AD203B41FA5}">
                      <a16:colId xmlns:a16="http://schemas.microsoft.com/office/drawing/2014/main" val="3047474672"/>
                    </a:ext>
                  </a:extLst>
                </a:gridCol>
                <a:gridCol w="1035616">
                  <a:extLst>
                    <a:ext uri="{9D8B030D-6E8A-4147-A177-3AD203B41FA5}">
                      <a16:colId xmlns:a16="http://schemas.microsoft.com/office/drawing/2014/main" val="5000184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보낼 바이트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636823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ED48A461-B8D3-B7C3-82D4-C39FC9EA8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3750" y="2626950"/>
            <a:ext cx="1285639" cy="1604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E4F2089-423E-832E-2BF9-131A6A13CFF6}"/>
              </a:ext>
            </a:extLst>
          </p:cNvPr>
          <p:cNvSpPr txBox="1"/>
          <p:nvPr/>
        </p:nvSpPr>
        <p:spPr>
          <a:xfrm>
            <a:off x="0" y="1235361"/>
            <a:ext cx="6106562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/>
              <a:t>import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java.io.FileOutputStream</a:t>
            </a:r>
            <a:r>
              <a:rPr lang="ko-KR" altLang="en-US" sz="1400" dirty="0"/>
              <a:t>;</a:t>
            </a:r>
          </a:p>
          <a:p>
            <a:r>
              <a:rPr lang="ko-KR" altLang="en-US" sz="1400" dirty="0" err="1"/>
              <a:t>import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java.io.OutputStream</a:t>
            </a:r>
            <a:r>
              <a:rPr lang="ko-KR" altLang="en-US" sz="1400" dirty="0"/>
              <a:t>;</a:t>
            </a:r>
          </a:p>
          <a:p>
            <a:endParaRPr lang="ko-KR" altLang="en-US" sz="1400" dirty="0"/>
          </a:p>
          <a:p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class</a:t>
            </a:r>
            <a:r>
              <a:rPr lang="ko-KR" altLang="en-US" sz="1400" dirty="0"/>
              <a:t> </a:t>
            </a:r>
            <a:r>
              <a:rPr lang="ko-KR" altLang="en-US" sz="1400" dirty="0" err="1"/>
              <a:t>WriteExample</a:t>
            </a:r>
            <a:r>
              <a:rPr lang="ko-KR" altLang="en-US" sz="1400" dirty="0"/>
              <a:t> {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static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void</a:t>
            </a:r>
            <a:r>
              <a:rPr lang="ko-KR" altLang="en-US" sz="1400" dirty="0"/>
              <a:t> </a:t>
            </a:r>
            <a:r>
              <a:rPr lang="ko-KR" altLang="en-US" sz="1400" dirty="0" err="1"/>
              <a:t>main</a:t>
            </a:r>
            <a:r>
              <a:rPr lang="ko-KR" altLang="en-US" sz="1400" dirty="0"/>
              <a:t>(</a:t>
            </a:r>
            <a:r>
              <a:rPr lang="ko-KR" altLang="en-US" sz="1400" dirty="0" err="1"/>
              <a:t>String</a:t>
            </a:r>
            <a:r>
              <a:rPr lang="ko-KR" altLang="en-US" sz="1400" dirty="0"/>
              <a:t>[] </a:t>
            </a:r>
            <a:r>
              <a:rPr lang="ko-KR" altLang="en-US" sz="1400" dirty="0" err="1"/>
              <a:t>args</a:t>
            </a:r>
            <a:r>
              <a:rPr lang="ko-KR" altLang="en-US" sz="1400" dirty="0"/>
              <a:t>) </a:t>
            </a:r>
            <a:r>
              <a:rPr lang="ko-KR" altLang="en-US" sz="1400" dirty="0" err="1"/>
              <a:t>throws</a:t>
            </a:r>
            <a:r>
              <a:rPr lang="ko-KR" altLang="en-US" sz="1400" dirty="0"/>
              <a:t> </a:t>
            </a:r>
            <a:r>
              <a:rPr lang="ko-KR" altLang="en-US" sz="1400" dirty="0" err="1"/>
              <a:t>Exception</a:t>
            </a:r>
            <a:r>
              <a:rPr lang="ko-KR" altLang="en-US" sz="1400" dirty="0"/>
              <a:t> {</a:t>
            </a:r>
          </a:p>
          <a:p>
            <a:r>
              <a:rPr lang="ko-KR" altLang="en-US" sz="1400" dirty="0"/>
              <a:t>        // </a:t>
            </a:r>
            <a:r>
              <a:rPr lang="ko-KR" altLang="en-US" sz="1400" dirty="0" err="1"/>
              <a:t>OutputStream</a:t>
            </a:r>
            <a:r>
              <a:rPr lang="ko-KR" altLang="en-US" sz="1400" dirty="0"/>
              <a:t> 객체 생성 (출력 스트림)</a:t>
            </a:r>
          </a:p>
          <a:p>
            <a:r>
              <a:rPr lang="ko-KR" altLang="en-US" sz="1400" dirty="0"/>
              <a:t>        // "C:/Temp/test1.db" 파일에 바이트 데이터를 출력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OutputStream</a:t>
            </a:r>
            <a:r>
              <a:rPr lang="ko-KR" altLang="en-US" sz="1400" dirty="0"/>
              <a:t> </a:t>
            </a:r>
            <a:r>
              <a:rPr lang="ko-KR" altLang="en-US" sz="1400" dirty="0" err="1"/>
              <a:t>os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new</a:t>
            </a:r>
            <a:r>
              <a:rPr lang="ko-KR" altLang="en-US" sz="1400" dirty="0"/>
              <a:t> </a:t>
            </a:r>
            <a:r>
              <a:rPr lang="ko-KR" altLang="en-US" sz="1400" dirty="0" err="1"/>
              <a:t>FileOutputStream</a:t>
            </a:r>
            <a:r>
              <a:rPr lang="ko-KR" altLang="en-US" sz="1400" dirty="0"/>
              <a:t>("C:/Temp/test1.db");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// 출력할 바이트 데이터 정의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byte</a:t>
            </a:r>
            <a:r>
              <a:rPr lang="ko-KR" altLang="en-US" sz="1400" dirty="0"/>
              <a:t> </a:t>
            </a:r>
            <a:r>
              <a:rPr lang="ko-KR" altLang="en-US" sz="1400" dirty="0" err="1"/>
              <a:t>a</a:t>
            </a:r>
            <a:r>
              <a:rPr lang="ko-KR" altLang="en-US" sz="1400" dirty="0"/>
              <a:t> = 10; // 1바이트 데이터 (10)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byte</a:t>
            </a:r>
            <a:r>
              <a:rPr lang="ko-KR" altLang="en-US" sz="1400" dirty="0"/>
              <a:t> </a:t>
            </a:r>
            <a:r>
              <a:rPr lang="ko-KR" altLang="en-US" sz="1400" dirty="0" err="1"/>
              <a:t>b</a:t>
            </a:r>
            <a:r>
              <a:rPr lang="ko-KR" altLang="en-US" sz="1400" dirty="0"/>
              <a:t> = 20; // 1바이트 데이터 (20)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byte</a:t>
            </a:r>
            <a:r>
              <a:rPr lang="ko-KR" altLang="en-US" sz="1400" dirty="0"/>
              <a:t> c = 30; // 1바이트 데이터 (30)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// 바이트 데이터를 파일에 쓰기  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os.write</a:t>
            </a:r>
            <a:r>
              <a:rPr lang="ko-KR" altLang="en-US" sz="1400" dirty="0"/>
              <a:t>(</a:t>
            </a:r>
            <a:r>
              <a:rPr lang="ko-KR" altLang="en-US" sz="1400" dirty="0" err="1"/>
              <a:t>a</a:t>
            </a:r>
            <a:r>
              <a:rPr lang="ko-KR" altLang="en-US" sz="1400" dirty="0"/>
              <a:t>); // 10을 파일에 출력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os.write</a:t>
            </a:r>
            <a:r>
              <a:rPr lang="ko-KR" altLang="en-US" sz="1400" dirty="0"/>
              <a:t>(</a:t>
            </a:r>
            <a:r>
              <a:rPr lang="ko-KR" altLang="en-US" sz="1400" dirty="0" err="1"/>
              <a:t>b</a:t>
            </a:r>
            <a:r>
              <a:rPr lang="ko-KR" altLang="en-US" sz="1400" dirty="0"/>
              <a:t>); // 20을 파일에 출력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os.write</a:t>
            </a:r>
            <a:r>
              <a:rPr lang="ko-KR" altLang="en-US" sz="1400" dirty="0"/>
              <a:t>(c); // 30을 파일에 출력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// 출력 버퍼에 남아 있는 데이터 강제 출력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os.flush</a:t>
            </a:r>
            <a:r>
              <a:rPr lang="ko-KR" altLang="en-US" sz="1400" dirty="0"/>
              <a:t>();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// 출력 스트림 닫기 (자원 해제)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os.close</a:t>
            </a:r>
            <a:r>
              <a:rPr lang="ko-KR" altLang="en-US" sz="1400" dirty="0"/>
              <a:t>();</a:t>
            </a:r>
          </a:p>
          <a:p>
            <a:r>
              <a:rPr lang="ko-KR" altLang="en-US" sz="1400" dirty="0"/>
              <a:t>    }</a:t>
            </a:r>
          </a:p>
          <a:p>
            <a:r>
              <a:rPr lang="ko-KR" altLang="en-US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91724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8AC5B-681D-B5E9-634E-D0B3D9F45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A34CAF-593C-478C-177E-49E11CA86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바이트 출력 스트림</a:t>
            </a:r>
            <a:r>
              <a:rPr lang="en-US" altLang="ko-KR" sz="1400" b="1" dirty="0"/>
              <a:t>: </a:t>
            </a:r>
            <a:r>
              <a:rPr lang="en-US" altLang="ko-KR" sz="1400" b="1" dirty="0" err="1">
                <a:solidFill>
                  <a:schemeClr val="tx1"/>
                </a:solidFill>
              </a:rPr>
              <a:t>OutputStream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-write(byte[] b) </a:t>
            </a:r>
            <a:r>
              <a:rPr lang="ko-KR" altLang="en-US" sz="1400" dirty="0"/>
              <a:t>메소드</a:t>
            </a:r>
            <a:r>
              <a:rPr lang="en-US" altLang="ko-KR" sz="1400" dirty="0"/>
              <a:t>:</a:t>
            </a:r>
          </a:p>
          <a:p>
            <a:pPr marL="0" indent="0">
              <a:buNone/>
            </a:pPr>
            <a:r>
              <a:rPr lang="ko-KR" altLang="en-US" sz="1400" dirty="0"/>
              <a:t>매개 값으로 주어진 모든 배열의 바이트를 출력 스트림으로 보냄</a:t>
            </a:r>
            <a:endParaRPr lang="en-US" altLang="ko-KR" sz="14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EE9C2B4-D5DC-59F8-4E03-0B8312FCE1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855139"/>
              </p:ext>
            </p:extLst>
          </p:nvPr>
        </p:nvGraphicFramePr>
        <p:xfrm>
          <a:off x="6829331" y="683451"/>
          <a:ext cx="414246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16">
                  <a:extLst>
                    <a:ext uri="{9D8B030D-6E8A-4147-A177-3AD203B41FA5}">
                      <a16:colId xmlns:a16="http://schemas.microsoft.com/office/drawing/2014/main" val="2404827807"/>
                    </a:ext>
                  </a:extLst>
                </a:gridCol>
                <a:gridCol w="1035616">
                  <a:extLst>
                    <a:ext uri="{9D8B030D-6E8A-4147-A177-3AD203B41FA5}">
                      <a16:colId xmlns:a16="http://schemas.microsoft.com/office/drawing/2014/main" val="1367834435"/>
                    </a:ext>
                  </a:extLst>
                </a:gridCol>
                <a:gridCol w="1035616">
                  <a:extLst>
                    <a:ext uri="{9D8B030D-6E8A-4147-A177-3AD203B41FA5}">
                      <a16:colId xmlns:a16="http://schemas.microsoft.com/office/drawing/2014/main" val="3047474672"/>
                    </a:ext>
                  </a:extLst>
                </a:gridCol>
                <a:gridCol w="1035616">
                  <a:extLst>
                    <a:ext uri="{9D8B030D-6E8A-4147-A177-3AD203B41FA5}">
                      <a16:colId xmlns:a16="http://schemas.microsoft.com/office/drawing/2014/main" val="5000184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보낼 바이트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보낼 바이트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보낼 바이트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보낼 바이트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63682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DB6D5D-BEF2-929E-225B-0430019F0178}"/>
              </a:ext>
            </a:extLst>
          </p:cNvPr>
          <p:cNvSpPr txBox="1"/>
          <p:nvPr/>
        </p:nvSpPr>
        <p:spPr>
          <a:xfrm>
            <a:off x="0" y="1572171"/>
            <a:ext cx="610656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/>
              <a:t>import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java.io.FileOutputStream</a:t>
            </a:r>
            <a:r>
              <a:rPr lang="ko-KR" altLang="en-US" sz="1400" dirty="0"/>
              <a:t>;</a:t>
            </a:r>
          </a:p>
          <a:p>
            <a:r>
              <a:rPr lang="ko-KR" altLang="en-US" sz="1400" dirty="0" err="1"/>
              <a:t>import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java.io.OutputStream</a:t>
            </a:r>
            <a:r>
              <a:rPr lang="ko-KR" altLang="en-US" sz="1400" dirty="0"/>
              <a:t>;</a:t>
            </a:r>
          </a:p>
          <a:p>
            <a:endParaRPr lang="ko-KR" altLang="en-US" sz="1400" dirty="0"/>
          </a:p>
          <a:p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class</a:t>
            </a:r>
            <a:r>
              <a:rPr lang="ko-KR" altLang="en-US" sz="1400" dirty="0"/>
              <a:t> </a:t>
            </a:r>
            <a:r>
              <a:rPr lang="ko-KR" altLang="en-US" sz="1400" dirty="0" err="1"/>
              <a:t>WriteExample</a:t>
            </a:r>
            <a:r>
              <a:rPr lang="ko-KR" altLang="en-US" sz="1400" dirty="0"/>
              <a:t> {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static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void</a:t>
            </a:r>
            <a:r>
              <a:rPr lang="ko-KR" altLang="en-US" sz="1400" dirty="0"/>
              <a:t> </a:t>
            </a:r>
            <a:r>
              <a:rPr lang="ko-KR" altLang="en-US" sz="1400" dirty="0" err="1"/>
              <a:t>main</a:t>
            </a:r>
            <a:r>
              <a:rPr lang="ko-KR" altLang="en-US" sz="1400" dirty="0"/>
              <a:t>(</a:t>
            </a:r>
            <a:r>
              <a:rPr lang="ko-KR" altLang="en-US" sz="1400" dirty="0" err="1"/>
              <a:t>String</a:t>
            </a:r>
            <a:r>
              <a:rPr lang="ko-KR" altLang="en-US" sz="1400" dirty="0"/>
              <a:t>[] </a:t>
            </a:r>
            <a:r>
              <a:rPr lang="ko-KR" altLang="en-US" sz="1400" dirty="0" err="1"/>
              <a:t>args</a:t>
            </a:r>
            <a:r>
              <a:rPr lang="ko-KR" altLang="en-US" sz="1400" dirty="0"/>
              <a:t>) </a:t>
            </a:r>
            <a:r>
              <a:rPr lang="ko-KR" altLang="en-US" sz="1400" dirty="0" err="1"/>
              <a:t>throws</a:t>
            </a:r>
            <a:r>
              <a:rPr lang="ko-KR" altLang="en-US" sz="1400" dirty="0"/>
              <a:t> </a:t>
            </a:r>
            <a:r>
              <a:rPr lang="ko-KR" altLang="en-US" sz="1400" dirty="0" err="1"/>
              <a:t>Exception</a:t>
            </a:r>
            <a:r>
              <a:rPr lang="ko-KR" altLang="en-US" sz="1400" dirty="0"/>
              <a:t> {</a:t>
            </a:r>
          </a:p>
          <a:p>
            <a:r>
              <a:rPr lang="ko-KR" altLang="en-US" sz="1400" dirty="0"/>
              <a:t>        // </a:t>
            </a:r>
            <a:r>
              <a:rPr lang="ko-KR" altLang="en-US" sz="1400" dirty="0" err="1"/>
              <a:t>OutputStream</a:t>
            </a:r>
            <a:r>
              <a:rPr lang="ko-KR" altLang="en-US" sz="1400" dirty="0"/>
              <a:t> 객체 생성 (출력 스트림)</a:t>
            </a:r>
          </a:p>
          <a:p>
            <a:r>
              <a:rPr lang="ko-KR" altLang="en-US" sz="1400" dirty="0"/>
              <a:t>        // "C:/Temp/test2.db" 파일에 바이트 데이터를 출력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OutputStream</a:t>
            </a:r>
            <a:r>
              <a:rPr lang="ko-KR" altLang="en-US" sz="1400" dirty="0"/>
              <a:t> </a:t>
            </a:r>
            <a:r>
              <a:rPr lang="ko-KR" altLang="en-US" sz="1400" dirty="0" err="1"/>
              <a:t>os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new</a:t>
            </a:r>
            <a:r>
              <a:rPr lang="ko-KR" altLang="en-US" sz="1400" dirty="0"/>
              <a:t> </a:t>
            </a:r>
            <a:r>
              <a:rPr lang="ko-KR" altLang="en-US" sz="1400" dirty="0" err="1"/>
              <a:t>FileOutputStream</a:t>
            </a:r>
            <a:r>
              <a:rPr lang="ko-KR" altLang="en-US" sz="1400" dirty="0"/>
              <a:t>("C:/Temp/test2.db");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// 출력할 바이트 배열 정의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byte</a:t>
            </a:r>
            <a:r>
              <a:rPr lang="ko-KR" altLang="en-US" sz="1400" dirty="0"/>
              <a:t>[] </a:t>
            </a:r>
            <a:r>
              <a:rPr lang="ko-KR" altLang="en-US" sz="1400" dirty="0" err="1"/>
              <a:t>array</a:t>
            </a:r>
            <a:r>
              <a:rPr lang="ko-KR" altLang="en-US" sz="1400" dirty="0"/>
              <a:t> = {10, 20, 30}; // 배열로 3개의 바이트 데이터 준비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// 바이트 배열 데이터를 파일에 쓰기  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os.write</a:t>
            </a:r>
            <a:r>
              <a:rPr lang="ko-KR" altLang="en-US" sz="1400" dirty="0"/>
              <a:t>(</a:t>
            </a:r>
            <a:r>
              <a:rPr lang="ko-KR" altLang="en-US" sz="1400" dirty="0" err="1"/>
              <a:t>array</a:t>
            </a:r>
            <a:r>
              <a:rPr lang="ko-KR" altLang="en-US" sz="1400" dirty="0"/>
              <a:t>); // 배열 전체를 파일에 출력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// 출력 버퍼에 남아 있는 데이터 강제 출력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os.flush</a:t>
            </a:r>
            <a:r>
              <a:rPr lang="ko-KR" altLang="en-US" sz="1400" dirty="0"/>
              <a:t>();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// 출력 스트림 닫기 (자원 해제)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os.close</a:t>
            </a:r>
            <a:r>
              <a:rPr lang="ko-KR" altLang="en-US" sz="1400" dirty="0"/>
              <a:t>();</a:t>
            </a:r>
          </a:p>
          <a:p>
            <a:r>
              <a:rPr lang="ko-KR" altLang="en-US" sz="1400" dirty="0"/>
              <a:t>    }</a:t>
            </a:r>
          </a:p>
          <a:p>
            <a:r>
              <a:rPr lang="ko-KR" altLang="en-US" sz="1400" dirty="0"/>
              <a:t>}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A9124B2-C0BE-0ADF-BA92-9582EA8B9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8733" y="2973308"/>
            <a:ext cx="1143660" cy="1435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616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ED91B-9568-1E62-C8CA-AF62756FD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7BB9B2-A3E5-1814-F564-D6380E299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바이트 출력 스트림</a:t>
            </a:r>
            <a:r>
              <a:rPr lang="en-US" altLang="ko-KR" sz="1400" b="1" dirty="0"/>
              <a:t>: </a:t>
            </a:r>
            <a:r>
              <a:rPr lang="en-US" altLang="ko-KR" sz="1400" b="1" dirty="0" err="1">
                <a:solidFill>
                  <a:schemeClr val="tx1"/>
                </a:solidFill>
              </a:rPr>
              <a:t>OutputStream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-write(byte[] b, int off, int </a:t>
            </a:r>
            <a:r>
              <a:rPr lang="en-US" altLang="ko-KR" sz="1400" dirty="0" err="1"/>
              <a:t>len</a:t>
            </a:r>
            <a:r>
              <a:rPr lang="en-US" altLang="ko-KR" sz="1400" dirty="0"/>
              <a:t>)</a:t>
            </a:r>
            <a:r>
              <a:rPr lang="ko-KR" altLang="en-US" sz="1400" dirty="0"/>
              <a:t>메소드</a:t>
            </a:r>
            <a:r>
              <a:rPr lang="en-US" altLang="ko-KR" sz="1400" dirty="0"/>
              <a:t>:					         write(byte[] b, 1, 3)</a:t>
            </a:r>
          </a:p>
          <a:p>
            <a:pPr marL="0" indent="0">
              <a:buNone/>
            </a:pPr>
            <a:r>
              <a:rPr lang="ko-KR" altLang="en-US" sz="1400" dirty="0"/>
              <a:t>바이트 배열의 </a:t>
            </a:r>
            <a:r>
              <a:rPr lang="en-US" altLang="ko-KR" sz="1400" dirty="0"/>
              <a:t>b[off]</a:t>
            </a:r>
            <a:r>
              <a:rPr lang="ko-KR" altLang="en-US" sz="1400" dirty="0"/>
              <a:t>부터 </a:t>
            </a:r>
            <a:r>
              <a:rPr lang="en-US" altLang="ko-KR" sz="1400" dirty="0" err="1"/>
              <a:t>len</a:t>
            </a:r>
            <a:r>
              <a:rPr lang="ko-KR" altLang="en-US" sz="1400" dirty="0"/>
              <a:t>개의 바이트를 출력 스트림으로 보냄 </a:t>
            </a:r>
            <a:endParaRPr lang="en-US" altLang="ko-KR" sz="1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144557E-671B-DBB3-CE03-0A3BB855AD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887063"/>
              </p:ext>
            </p:extLst>
          </p:nvPr>
        </p:nvGraphicFramePr>
        <p:xfrm>
          <a:off x="5608118" y="891681"/>
          <a:ext cx="64782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652">
                  <a:extLst>
                    <a:ext uri="{9D8B030D-6E8A-4147-A177-3AD203B41FA5}">
                      <a16:colId xmlns:a16="http://schemas.microsoft.com/office/drawing/2014/main" val="3973328712"/>
                    </a:ext>
                  </a:extLst>
                </a:gridCol>
                <a:gridCol w="1295652">
                  <a:extLst>
                    <a:ext uri="{9D8B030D-6E8A-4147-A177-3AD203B41FA5}">
                      <a16:colId xmlns:a16="http://schemas.microsoft.com/office/drawing/2014/main" val="2562323023"/>
                    </a:ext>
                  </a:extLst>
                </a:gridCol>
                <a:gridCol w="1295652">
                  <a:extLst>
                    <a:ext uri="{9D8B030D-6E8A-4147-A177-3AD203B41FA5}">
                      <a16:colId xmlns:a16="http://schemas.microsoft.com/office/drawing/2014/main" val="2393512705"/>
                    </a:ext>
                  </a:extLst>
                </a:gridCol>
                <a:gridCol w="1295652">
                  <a:extLst>
                    <a:ext uri="{9D8B030D-6E8A-4147-A177-3AD203B41FA5}">
                      <a16:colId xmlns:a16="http://schemas.microsoft.com/office/drawing/2014/main" val="2769072660"/>
                    </a:ext>
                  </a:extLst>
                </a:gridCol>
                <a:gridCol w="1295652">
                  <a:extLst>
                    <a:ext uri="{9D8B030D-6E8A-4147-A177-3AD203B41FA5}">
                      <a16:colId xmlns:a16="http://schemas.microsoft.com/office/drawing/2014/main" val="36109349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b[0]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보낼 스트림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b[1]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보낼 스트림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b[2]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보낼 스트림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b[3]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b[4]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00441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154D259-ABA2-4FEF-5B44-E0E473875DDD}"/>
              </a:ext>
            </a:extLst>
          </p:cNvPr>
          <p:cNvSpPr txBox="1"/>
          <p:nvPr/>
        </p:nvSpPr>
        <p:spPr>
          <a:xfrm>
            <a:off x="0" y="1428771"/>
            <a:ext cx="755964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/>
              <a:t>import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java.io.FileOutputStream</a:t>
            </a:r>
            <a:r>
              <a:rPr lang="ko-KR" altLang="en-US" sz="1400" dirty="0"/>
              <a:t>;</a:t>
            </a:r>
          </a:p>
          <a:p>
            <a:r>
              <a:rPr lang="ko-KR" altLang="en-US" sz="1400" dirty="0" err="1"/>
              <a:t>import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java.io.OutputStream</a:t>
            </a:r>
            <a:r>
              <a:rPr lang="ko-KR" altLang="en-US" sz="1400" dirty="0"/>
              <a:t>;</a:t>
            </a:r>
          </a:p>
          <a:p>
            <a:endParaRPr lang="ko-KR" altLang="en-US" sz="1400" dirty="0"/>
          </a:p>
          <a:p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class</a:t>
            </a:r>
            <a:r>
              <a:rPr lang="ko-KR" altLang="en-US" sz="1400" dirty="0"/>
              <a:t> </a:t>
            </a:r>
            <a:r>
              <a:rPr lang="ko-KR" altLang="en-US" sz="1400" dirty="0" err="1"/>
              <a:t>WriteExample</a:t>
            </a:r>
            <a:r>
              <a:rPr lang="ko-KR" altLang="en-US" sz="1400" dirty="0"/>
              <a:t> {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static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void</a:t>
            </a:r>
            <a:r>
              <a:rPr lang="ko-KR" altLang="en-US" sz="1400" dirty="0"/>
              <a:t> </a:t>
            </a:r>
            <a:r>
              <a:rPr lang="ko-KR" altLang="en-US" sz="1400" dirty="0" err="1"/>
              <a:t>main</a:t>
            </a:r>
            <a:r>
              <a:rPr lang="ko-KR" altLang="en-US" sz="1400" dirty="0"/>
              <a:t>(</a:t>
            </a:r>
            <a:r>
              <a:rPr lang="ko-KR" altLang="en-US" sz="1400" dirty="0" err="1"/>
              <a:t>String</a:t>
            </a:r>
            <a:r>
              <a:rPr lang="ko-KR" altLang="en-US" sz="1400" dirty="0"/>
              <a:t>[] </a:t>
            </a:r>
            <a:r>
              <a:rPr lang="ko-KR" altLang="en-US" sz="1400" dirty="0" err="1"/>
              <a:t>args</a:t>
            </a:r>
            <a:r>
              <a:rPr lang="ko-KR" altLang="en-US" sz="1400" dirty="0"/>
              <a:t>) </a:t>
            </a:r>
            <a:r>
              <a:rPr lang="ko-KR" altLang="en-US" sz="1400" dirty="0" err="1"/>
              <a:t>throws</a:t>
            </a:r>
            <a:r>
              <a:rPr lang="ko-KR" altLang="en-US" sz="1400" dirty="0"/>
              <a:t> </a:t>
            </a:r>
            <a:r>
              <a:rPr lang="ko-KR" altLang="en-US" sz="1400" dirty="0" err="1"/>
              <a:t>Exception</a:t>
            </a:r>
            <a:r>
              <a:rPr lang="ko-KR" altLang="en-US" sz="1400" dirty="0"/>
              <a:t> {</a:t>
            </a:r>
          </a:p>
          <a:p>
            <a:r>
              <a:rPr lang="ko-KR" altLang="en-US" sz="1400" dirty="0"/>
              <a:t>        // </a:t>
            </a:r>
            <a:r>
              <a:rPr lang="ko-KR" altLang="en-US" sz="1400" dirty="0" err="1"/>
              <a:t>OutputStream</a:t>
            </a:r>
            <a:r>
              <a:rPr lang="ko-KR" altLang="en-US" sz="1400" dirty="0"/>
              <a:t> 객체 생성 (출력 스트림)</a:t>
            </a:r>
          </a:p>
          <a:p>
            <a:r>
              <a:rPr lang="ko-KR" altLang="en-US" sz="1400" dirty="0"/>
              <a:t>        // "C:/Temp/test3.db" 파일에 바이트 데이터를 출력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OutputStream</a:t>
            </a:r>
            <a:r>
              <a:rPr lang="ko-KR" altLang="en-US" sz="1400" dirty="0"/>
              <a:t> </a:t>
            </a:r>
            <a:r>
              <a:rPr lang="ko-KR" altLang="en-US" sz="1400" dirty="0" err="1"/>
              <a:t>os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new</a:t>
            </a:r>
            <a:r>
              <a:rPr lang="ko-KR" altLang="en-US" sz="1400" dirty="0"/>
              <a:t> </a:t>
            </a:r>
            <a:r>
              <a:rPr lang="ko-KR" altLang="en-US" sz="1400" dirty="0" err="1"/>
              <a:t>FileOutputStream</a:t>
            </a:r>
            <a:r>
              <a:rPr lang="ko-KR" altLang="en-US" sz="1400" dirty="0"/>
              <a:t>("C:/Temp/test3.db");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// 출력할 바이트 배열 정의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byte</a:t>
            </a:r>
            <a:r>
              <a:rPr lang="ko-KR" altLang="en-US" sz="1400" dirty="0"/>
              <a:t>[] </a:t>
            </a:r>
            <a:r>
              <a:rPr lang="ko-KR" altLang="en-US" sz="1400" dirty="0" err="1"/>
              <a:t>array</a:t>
            </a:r>
            <a:r>
              <a:rPr lang="ko-KR" altLang="en-US" sz="1400" dirty="0"/>
              <a:t> = {10, 20, 30, 40, 50}; // 배열로 5개의 바이트 데이터 준비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// 바이트 배열의 일부를 파일에 쓰기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os.write</a:t>
            </a:r>
            <a:r>
              <a:rPr lang="ko-KR" altLang="en-US" sz="1400" dirty="0"/>
              <a:t>(</a:t>
            </a:r>
            <a:r>
              <a:rPr lang="ko-KR" altLang="en-US" sz="1400" dirty="0" err="1"/>
              <a:t>array</a:t>
            </a:r>
            <a:r>
              <a:rPr lang="ko-KR" altLang="en-US" sz="1400" dirty="0"/>
              <a:t>, 1, 3); // 배열의 1번 인덱스부터 3개의 바이트를 출력 (20, 30, 40)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// 출력 버퍼에 남아 있는 데이터 강제 출력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os.flush</a:t>
            </a:r>
            <a:r>
              <a:rPr lang="ko-KR" altLang="en-US" sz="1400" dirty="0"/>
              <a:t>();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// 출력 스트림 닫기 (자원 해제)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os.close</a:t>
            </a:r>
            <a:r>
              <a:rPr lang="ko-KR" altLang="en-US" sz="1400" dirty="0"/>
              <a:t>();</a:t>
            </a:r>
          </a:p>
          <a:p>
            <a:r>
              <a:rPr lang="ko-KR" altLang="en-US" sz="1400" dirty="0"/>
              <a:t>    }</a:t>
            </a:r>
          </a:p>
          <a:p>
            <a:r>
              <a:rPr lang="ko-KR" altLang="en-US" sz="1400" dirty="0"/>
              <a:t>}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A53A80B-EB5E-8184-3981-09229B381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0168" y="2957536"/>
            <a:ext cx="1334160" cy="177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792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3872E-D300-DCAA-22F5-8C25786C4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13AC92-D015-D463-921D-304BB45ED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바이트 입력 스트림</a:t>
            </a:r>
            <a:r>
              <a:rPr lang="en-US" altLang="ko-KR" sz="1400" b="1" dirty="0"/>
              <a:t>: </a:t>
            </a:r>
            <a:r>
              <a:rPr lang="en-US" altLang="ko-KR" sz="1400" b="1" dirty="0" err="1"/>
              <a:t>In</a:t>
            </a:r>
            <a:r>
              <a:rPr lang="en-US" altLang="ko-KR" sz="1400" b="1" dirty="0" err="1">
                <a:solidFill>
                  <a:schemeClr val="tx1"/>
                </a:solidFill>
              </a:rPr>
              <a:t>putStream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바이트 기반 입력 스트림의 최상위 클래스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모든 바이트 기반 출력 스트림은 </a:t>
            </a:r>
            <a:r>
              <a:rPr lang="en-US" altLang="ko-KR" sz="1400" dirty="0" err="1"/>
              <a:t>In</a:t>
            </a:r>
            <a:r>
              <a:rPr lang="en-US" altLang="ko-KR" sz="1400" dirty="0" err="1">
                <a:solidFill>
                  <a:schemeClr val="tx1"/>
                </a:solidFill>
              </a:rPr>
              <a:t>putStream</a:t>
            </a:r>
            <a:r>
              <a:rPr lang="ko-KR" altLang="en-US" sz="1400" dirty="0">
                <a:solidFill>
                  <a:schemeClr val="tx1"/>
                </a:solidFill>
              </a:rPr>
              <a:t>를 상속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en-US" altLang="ko-KR" sz="1400" dirty="0" err="1"/>
              <a:t>FileInputStream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>
                <a:solidFill>
                  <a:schemeClr val="tx1"/>
                </a:solidFill>
              </a:rPr>
              <a:t>-</a:t>
            </a:r>
            <a:r>
              <a:rPr lang="en-US" altLang="ko-KR" sz="1400" dirty="0" err="1">
                <a:solidFill>
                  <a:schemeClr val="tx1"/>
                </a:solidFill>
              </a:rPr>
              <a:t>BufferedInputStream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ko-KR" sz="1400" dirty="0">
                <a:solidFill>
                  <a:schemeClr val="tx1"/>
                </a:solidFill>
              </a:rPr>
              <a:t>-</a:t>
            </a:r>
            <a:r>
              <a:rPr lang="en-US" altLang="ko-KR" sz="1400" dirty="0" err="1">
                <a:solidFill>
                  <a:schemeClr val="tx1"/>
                </a:solidFill>
              </a:rPr>
              <a:t>DataInputStream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b="1" dirty="0" err="1"/>
              <a:t>In</a:t>
            </a:r>
            <a:r>
              <a:rPr lang="en-US" altLang="ko-KR" sz="1400" b="1" dirty="0" err="1">
                <a:solidFill>
                  <a:schemeClr val="tx1"/>
                </a:solidFill>
              </a:rPr>
              <a:t>putStream</a:t>
            </a:r>
            <a:r>
              <a:rPr lang="ko-KR" altLang="en-US" sz="1400" b="1" dirty="0">
                <a:solidFill>
                  <a:schemeClr val="tx1"/>
                </a:solidFill>
              </a:rPr>
              <a:t>의 메소드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>
                <a:solidFill>
                  <a:schemeClr val="tx1"/>
                </a:solidFill>
              </a:rPr>
              <a:t>int read()			1byte</a:t>
            </a:r>
            <a:r>
              <a:rPr lang="ko-KR" altLang="en-US" sz="1400" dirty="0">
                <a:solidFill>
                  <a:schemeClr val="tx1"/>
                </a:solidFill>
              </a:rPr>
              <a:t>를 읽고 읽은 바이트를 리턴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ko-KR" sz="1400" dirty="0">
                <a:solidFill>
                  <a:schemeClr val="tx1"/>
                </a:solidFill>
              </a:rPr>
              <a:t>int read(byte[] b)		</a:t>
            </a:r>
            <a:r>
              <a:rPr lang="ko-KR" altLang="en-US" sz="1400" dirty="0">
                <a:solidFill>
                  <a:schemeClr val="tx1"/>
                </a:solidFill>
              </a:rPr>
              <a:t>읽은 바이트를 </a:t>
            </a:r>
            <a:r>
              <a:rPr lang="ko-KR" altLang="en-US" sz="1400" dirty="0" err="1">
                <a:solidFill>
                  <a:schemeClr val="tx1"/>
                </a:solidFill>
              </a:rPr>
              <a:t>매개값으로</a:t>
            </a:r>
            <a:r>
              <a:rPr lang="ko-KR" altLang="en-US" sz="1400" dirty="0">
                <a:solidFill>
                  <a:schemeClr val="tx1"/>
                </a:solidFill>
              </a:rPr>
              <a:t> 주어진 배열에 저장하고 읽은 바이트 수를 리턴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ko-KR" sz="1400" dirty="0">
                <a:solidFill>
                  <a:schemeClr val="tx1"/>
                </a:solidFill>
              </a:rPr>
              <a:t>int read(byte[] b, int off, int </a:t>
            </a:r>
            <a:r>
              <a:rPr lang="en-US" altLang="ko-KR" sz="1400" dirty="0" err="1">
                <a:solidFill>
                  <a:schemeClr val="tx1"/>
                </a:solidFill>
              </a:rPr>
              <a:t>len</a:t>
            </a:r>
            <a:r>
              <a:rPr lang="en-US" altLang="ko-KR" sz="1400" dirty="0">
                <a:solidFill>
                  <a:schemeClr val="tx1"/>
                </a:solidFill>
              </a:rPr>
              <a:t>)	</a:t>
            </a:r>
            <a:r>
              <a:rPr lang="ko-KR" altLang="en-US" sz="1400" dirty="0">
                <a:solidFill>
                  <a:schemeClr val="tx1"/>
                </a:solidFill>
              </a:rPr>
              <a:t>입력 스트림으로부터 </a:t>
            </a:r>
            <a:r>
              <a:rPr lang="en-US" altLang="ko-KR" sz="1400" dirty="0" err="1">
                <a:solidFill>
                  <a:schemeClr val="tx1"/>
                </a:solidFill>
              </a:rPr>
              <a:t>len</a:t>
            </a:r>
            <a:r>
              <a:rPr lang="ko-KR" altLang="en-US" sz="1400" dirty="0">
                <a:solidFill>
                  <a:schemeClr val="tx1"/>
                </a:solidFill>
              </a:rPr>
              <a:t>개의 바이트를 읽어 주어진 배열 </a:t>
            </a:r>
            <a:r>
              <a:rPr lang="en-US" altLang="ko-KR" sz="1400" dirty="0">
                <a:solidFill>
                  <a:schemeClr val="tx1"/>
                </a:solidFill>
              </a:rPr>
              <a:t>b[off]</a:t>
            </a:r>
            <a:r>
              <a:rPr lang="ko-KR" altLang="en-US" sz="1400" dirty="0">
                <a:solidFill>
                  <a:schemeClr val="tx1"/>
                </a:solidFill>
              </a:rPr>
              <a:t>부터 저장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읽은 바이트 수를 리턴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ko-KR" sz="1400" dirty="0">
                <a:solidFill>
                  <a:schemeClr val="tx1"/>
                </a:solidFill>
              </a:rPr>
              <a:t>void close()		</a:t>
            </a:r>
            <a:r>
              <a:rPr lang="ko-KR" altLang="en-US" sz="1400" dirty="0">
                <a:solidFill>
                  <a:schemeClr val="tx1"/>
                </a:solidFill>
              </a:rPr>
              <a:t>입력 스트림을 닫음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1131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95EDA-3C36-82CF-3A7D-A637AFC48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B65CC8-6291-E382-038C-A100404C2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바이트 입력 스트림</a:t>
            </a:r>
            <a:r>
              <a:rPr lang="en-US" altLang="ko-KR" sz="1400" b="1" dirty="0"/>
              <a:t>: </a:t>
            </a:r>
            <a:r>
              <a:rPr lang="en-US" altLang="ko-KR" sz="1400" b="1" dirty="0" err="1"/>
              <a:t>In</a:t>
            </a:r>
            <a:r>
              <a:rPr lang="en-US" altLang="ko-KR" sz="1400" b="1" dirty="0" err="1">
                <a:solidFill>
                  <a:schemeClr val="tx1"/>
                </a:solidFill>
              </a:rPr>
              <a:t>putStream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-read() </a:t>
            </a:r>
            <a:r>
              <a:rPr lang="ko-KR" altLang="en-US" sz="1400" dirty="0"/>
              <a:t>메소드</a:t>
            </a:r>
            <a:r>
              <a:rPr lang="en-US" altLang="ko-KR" sz="1400" dirty="0"/>
              <a:t>:								 </a:t>
            </a:r>
            <a:r>
              <a:rPr lang="ko-KR" altLang="en-US" sz="1400" dirty="0"/>
              <a:t>반환 바이트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1byte</a:t>
            </a:r>
            <a:r>
              <a:rPr lang="ko-KR" altLang="en-US" sz="1400" dirty="0"/>
              <a:t>를 읽고 </a:t>
            </a:r>
            <a:r>
              <a:rPr lang="en-US" altLang="ko-KR" sz="1400" dirty="0"/>
              <a:t>int(4byte)</a:t>
            </a:r>
            <a:r>
              <a:rPr lang="ko-KR" altLang="en-US" sz="1400" dirty="0"/>
              <a:t>로 리턴 </a:t>
            </a:r>
            <a:r>
              <a:rPr lang="en-US" altLang="ko-KR" sz="1400" dirty="0">
                <a:sym typeface="Wingdings" panose="05000000000000000000" pitchFamily="2" charset="2"/>
              </a:rPr>
              <a:t> 4byte</a:t>
            </a:r>
            <a:r>
              <a:rPr lang="ko-KR" altLang="en-US" sz="1400" dirty="0">
                <a:sym typeface="Wingdings" panose="05000000000000000000" pitchFamily="2" charset="2"/>
              </a:rPr>
              <a:t>중 끝에  </a:t>
            </a:r>
            <a:r>
              <a:rPr lang="en-US" altLang="ko-KR" sz="1400" dirty="0">
                <a:sym typeface="Wingdings" panose="05000000000000000000" pitchFamily="2" charset="2"/>
              </a:rPr>
              <a:t>1byte</a:t>
            </a:r>
            <a:r>
              <a:rPr lang="ko-KR" altLang="en-US" sz="1400" dirty="0">
                <a:sym typeface="Wingdings" panose="05000000000000000000" pitchFamily="2" charset="2"/>
              </a:rPr>
              <a:t>만 값이 들어있음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6B2D0F1-D4E0-7245-5477-E34C50F16B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314516"/>
              </p:ext>
            </p:extLst>
          </p:nvPr>
        </p:nvGraphicFramePr>
        <p:xfrm>
          <a:off x="6720691" y="927895"/>
          <a:ext cx="414246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16">
                  <a:extLst>
                    <a:ext uri="{9D8B030D-6E8A-4147-A177-3AD203B41FA5}">
                      <a16:colId xmlns:a16="http://schemas.microsoft.com/office/drawing/2014/main" val="2404827807"/>
                    </a:ext>
                  </a:extLst>
                </a:gridCol>
                <a:gridCol w="1035616">
                  <a:extLst>
                    <a:ext uri="{9D8B030D-6E8A-4147-A177-3AD203B41FA5}">
                      <a16:colId xmlns:a16="http://schemas.microsoft.com/office/drawing/2014/main" val="1367834435"/>
                    </a:ext>
                  </a:extLst>
                </a:gridCol>
                <a:gridCol w="1035616">
                  <a:extLst>
                    <a:ext uri="{9D8B030D-6E8A-4147-A177-3AD203B41FA5}">
                      <a16:colId xmlns:a16="http://schemas.microsoft.com/office/drawing/2014/main" val="3047474672"/>
                    </a:ext>
                  </a:extLst>
                </a:gridCol>
                <a:gridCol w="1035616">
                  <a:extLst>
                    <a:ext uri="{9D8B030D-6E8A-4147-A177-3AD203B41FA5}">
                      <a16:colId xmlns:a16="http://schemas.microsoft.com/office/drawing/2014/main" val="5000184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읽은 바이트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63682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F25807F-81C5-B274-A141-C867CD31512D}"/>
              </a:ext>
            </a:extLst>
          </p:cNvPr>
          <p:cNvSpPr txBox="1"/>
          <p:nvPr/>
        </p:nvSpPr>
        <p:spPr>
          <a:xfrm>
            <a:off x="-10562" y="1586619"/>
            <a:ext cx="610656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/>
              <a:t>import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java.io.FileInputStream</a:t>
            </a:r>
            <a:r>
              <a:rPr lang="ko-KR" altLang="en-US" sz="1400" dirty="0"/>
              <a:t>;</a:t>
            </a:r>
          </a:p>
          <a:p>
            <a:r>
              <a:rPr lang="ko-KR" altLang="en-US" sz="1400" dirty="0" err="1"/>
              <a:t>import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java.io.InputStream</a:t>
            </a:r>
            <a:r>
              <a:rPr lang="ko-KR" altLang="en-US" sz="1400" dirty="0"/>
              <a:t>;</a:t>
            </a:r>
          </a:p>
          <a:p>
            <a:endParaRPr lang="ko-KR" altLang="en-US" sz="1400" dirty="0"/>
          </a:p>
          <a:p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class</a:t>
            </a:r>
            <a:r>
              <a:rPr lang="ko-KR" altLang="en-US" sz="1400" dirty="0"/>
              <a:t> </a:t>
            </a:r>
            <a:r>
              <a:rPr lang="ko-KR" altLang="en-US" sz="1400" dirty="0" err="1"/>
              <a:t>ReadExample</a:t>
            </a:r>
            <a:r>
              <a:rPr lang="ko-KR" altLang="en-US" sz="1400" dirty="0"/>
              <a:t> {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static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void</a:t>
            </a:r>
            <a:r>
              <a:rPr lang="ko-KR" altLang="en-US" sz="1400" dirty="0"/>
              <a:t> </a:t>
            </a:r>
            <a:r>
              <a:rPr lang="ko-KR" altLang="en-US" sz="1400" dirty="0" err="1"/>
              <a:t>main</a:t>
            </a:r>
            <a:r>
              <a:rPr lang="ko-KR" altLang="en-US" sz="1400" dirty="0"/>
              <a:t>(</a:t>
            </a:r>
            <a:r>
              <a:rPr lang="ko-KR" altLang="en-US" sz="1400" dirty="0" err="1"/>
              <a:t>String</a:t>
            </a:r>
            <a:r>
              <a:rPr lang="ko-KR" altLang="en-US" sz="1400" dirty="0"/>
              <a:t>[] </a:t>
            </a:r>
            <a:r>
              <a:rPr lang="ko-KR" altLang="en-US" sz="1400" dirty="0" err="1"/>
              <a:t>args</a:t>
            </a:r>
            <a:r>
              <a:rPr lang="ko-KR" altLang="en-US" sz="1400" dirty="0"/>
              <a:t>) </a:t>
            </a:r>
            <a:r>
              <a:rPr lang="ko-KR" altLang="en-US" sz="1400" dirty="0" err="1"/>
              <a:t>throws</a:t>
            </a:r>
            <a:r>
              <a:rPr lang="ko-KR" altLang="en-US" sz="1400" dirty="0"/>
              <a:t> </a:t>
            </a:r>
            <a:r>
              <a:rPr lang="ko-KR" altLang="en-US" sz="1400" dirty="0" err="1"/>
              <a:t>Exception</a:t>
            </a:r>
            <a:r>
              <a:rPr lang="ko-KR" altLang="en-US" sz="1400" dirty="0"/>
              <a:t> {</a:t>
            </a:r>
          </a:p>
          <a:p>
            <a:r>
              <a:rPr lang="ko-KR" altLang="en-US" sz="1400" dirty="0"/>
              <a:t>        // </a:t>
            </a:r>
            <a:r>
              <a:rPr lang="ko-KR" altLang="en-US" sz="1400" dirty="0" err="1"/>
              <a:t>InputStream</a:t>
            </a:r>
            <a:r>
              <a:rPr lang="ko-KR" altLang="en-US" sz="1400" dirty="0"/>
              <a:t> 객체 생성 (입력 스트림)</a:t>
            </a:r>
          </a:p>
          <a:p>
            <a:r>
              <a:rPr lang="ko-KR" altLang="en-US" sz="1400" dirty="0"/>
              <a:t>        // "C:/Temp/test1.db" 파일로부터 데이터를 읽음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InputStream</a:t>
            </a:r>
            <a:r>
              <a:rPr lang="ko-KR" altLang="en-US" sz="1400" dirty="0"/>
              <a:t> </a:t>
            </a:r>
            <a:r>
              <a:rPr lang="ko-KR" altLang="en-US" sz="1400" dirty="0" err="1"/>
              <a:t>is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new</a:t>
            </a:r>
            <a:r>
              <a:rPr lang="ko-KR" altLang="en-US" sz="1400" dirty="0"/>
              <a:t> </a:t>
            </a:r>
            <a:r>
              <a:rPr lang="ko-KR" altLang="en-US" sz="1400" dirty="0" err="1"/>
              <a:t>FileInputStream</a:t>
            </a:r>
            <a:r>
              <a:rPr lang="ko-KR" altLang="en-US" sz="1400" dirty="0"/>
              <a:t>("C:/Temp/test1.db");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// 파일에서 데이터를 읽어오는 </a:t>
            </a:r>
            <a:r>
              <a:rPr lang="ko-KR" altLang="en-US" sz="1400" dirty="0" err="1"/>
              <a:t>반복문</a:t>
            </a:r>
            <a:endParaRPr lang="ko-KR" altLang="en-US" sz="1400" dirty="0"/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while</a:t>
            </a:r>
            <a:r>
              <a:rPr lang="ko-KR" altLang="en-US" sz="1400" dirty="0"/>
              <a:t> (</a:t>
            </a:r>
            <a:r>
              <a:rPr lang="ko-KR" altLang="en-US" sz="1400" dirty="0" err="1"/>
              <a:t>true</a:t>
            </a:r>
            <a:r>
              <a:rPr lang="ko-KR" altLang="en-US" sz="1400" dirty="0"/>
              <a:t>) {</a:t>
            </a:r>
          </a:p>
          <a:p>
            <a:r>
              <a:rPr lang="ko-KR" altLang="en-US" sz="1400" dirty="0"/>
              <a:t>            </a:t>
            </a:r>
            <a:r>
              <a:rPr lang="ko-KR" altLang="en-US" sz="1400" dirty="0" err="1"/>
              <a:t>int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data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is.read</a:t>
            </a:r>
            <a:r>
              <a:rPr lang="ko-KR" altLang="en-US" sz="1400" dirty="0"/>
              <a:t>(); // 1바이트씩 데이터를 읽음</a:t>
            </a:r>
          </a:p>
          <a:p>
            <a:r>
              <a:rPr lang="ko-KR" altLang="en-US" sz="1400" dirty="0"/>
              <a:t>            </a:t>
            </a:r>
            <a:r>
              <a:rPr lang="ko-KR" altLang="en-US" sz="1400" dirty="0" err="1"/>
              <a:t>if</a:t>
            </a:r>
            <a:r>
              <a:rPr lang="ko-KR" altLang="en-US" sz="1400" dirty="0"/>
              <a:t> (</a:t>
            </a:r>
            <a:r>
              <a:rPr lang="ko-KR" altLang="en-US" sz="1400" dirty="0" err="1"/>
              <a:t>data</a:t>
            </a:r>
            <a:r>
              <a:rPr lang="ko-KR" altLang="en-US" sz="1400" dirty="0"/>
              <a:t> == -1) </a:t>
            </a:r>
            <a:r>
              <a:rPr lang="ko-KR" altLang="en-US" sz="1400" dirty="0" err="1"/>
              <a:t>break</a:t>
            </a:r>
            <a:r>
              <a:rPr lang="ko-KR" altLang="en-US" sz="1400" dirty="0"/>
              <a:t>; // 더 이상 읽을 데이터가 없으면 종료</a:t>
            </a:r>
          </a:p>
          <a:p>
            <a:r>
              <a:rPr lang="ko-KR" altLang="en-US" sz="1400" dirty="0"/>
              <a:t>            </a:t>
            </a:r>
            <a:r>
              <a:rPr lang="ko-KR" altLang="en-US" sz="1400" dirty="0" err="1"/>
              <a:t>System.out.println</a:t>
            </a:r>
            <a:r>
              <a:rPr lang="ko-KR" altLang="en-US" sz="1400" dirty="0"/>
              <a:t>(</a:t>
            </a:r>
            <a:r>
              <a:rPr lang="ko-KR" altLang="en-US" sz="1400" dirty="0" err="1"/>
              <a:t>data</a:t>
            </a:r>
            <a:r>
              <a:rPr lang="ko-KR" altLang="en-US" sz="1400" dirty="0"/>
              <a:t>); // 읽은 바이트 데이터를 출력</a:t>
            </a:r>
          </a:p>
          <a:p>
            <a:r>
              <a:rPr lang="ko-KR" altLang="en-US" sz="1400" dirty="0"/>
              <a:t>        }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// 입력 스트림 닫기 (자원 해제)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is.close</a:t>
            </a:r>
            <a:r>
              <a:rPr lang="ko-KR" altLang="en-US" sz="1400" dirty="0"/>
              <a:t>();</a:t>
            </a:r>
          </a:p>
          <a:p>
            <a:r>
              <a:rPr lang="ko-KR" altLang="en-US" sz="1400" dirty="0"/>
              <a:t>    }</a:t>
            </a:r>
          </a:p>
          <a:p>
            <a:r>
              <a:rPr lang="ko-KR" altLang="en-US" sz="1400" dirty="0"/>
              <a:t>}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3953501-F241-66E4-5D1B-45675E403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7152" y="3009026"/>
            <a:ext cx="1009933" cy="2138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007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A1117-EFEB-C5A3-E9E1-98033F5CE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0737EC-15B2-4048-F0CC-00CA625AE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바이트 입력 스트림</a:t>
            </a:r>
            <a:r>
              <a:rPr lang="en-US" altLang="ko-KR" sz="1400" b="1" dirty="0"/>
              <a:t>: </a:t>
            </a:r>
            <a:r>
              <a:rPr lang="en-US" altLang="ko-KR" sz="1400" b="1" dirty="0" err="1"/>
              <a:t>In</a:t>
            </a:r>
            <a:r>
              <a:rPr lang="en-US" altLang="ko-KR" sz="1400" b="1" dirty="0" err="1">
                <a:solidFill>
                  <a:schemeClr val="tx1"/>
                </a:solidFill>
              </a:rPr>
              <a:t>putStream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-read(byte[] b)</a:t>
            </a:r>
            <a:r>
              <a:rPr lang="ko-KR" altLang="en-US" sz="1400" dirty="0"/>
              <a:t>메소드</a:t>
            </a:r>
            <a:r>
              <a:rPr lang="en-US" altLang="ko-KR" sz="1400" dirty="0"/>
              <a:t>:</a:t>
            </a:r>
          </a:p>
          <a:p>
            <a:pPr marL="0" indent="0">
              <a:buNone/>
            </a:pPr>
            <a:r>
              <a:rPr lang="ko-KR" altLang="en-US" sz="1400" dirty="0"/>
              <a:t>입력 스트림으로부터 바이트를 읽고 배열로 저장</a:t>
            </a:r>
            <a:r>
              <a:rPr lang="en-US" altLang="ko-KR" sz="1400" dirty="0"/>
              <a:t>, </a:t>
            </a:r>
            <a:r>
              <a:rPr lang="ko-KR" altLang="en-US" sz="1400" dirty="0"/>
              <a:t>바이트 수 반환</a:t>
            </a: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2DA7C0-E103-DD9A-7721-6BACCB5D0612}"/>
              </a:ext>
            </a:extLst>
          </p:cNvPr>
          <p:cNvSpPr txBox="1"/>
          <p:nvPr/>
        </p:nvSpPr>
        <p:spPr>
          <a:xfrm>
            <a:off x="0" y="1164134"/>
            <a:ext cx="6106562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dirty="0" err="1"/>
              <a:t>import</a:t>
            </a:r>
            <a:r>
              <a:rPr lang="ko-KR" altLang="en-US" sz="1300" dirty="0"/>
              <a:t> </a:t>
            </a:r>
            <a:r>
              <a:rPr lang="ko-KR" altLang="en-US" sz="1300" dirty="0" err="1"/>
              <a:t>java.io.FileInputStream</a:t>
            </a:r>
            <a:r>
              <a:rPr lang="ko-KR" altLang="en-US" sz="1300" dirty="0"/>
              <a:t>;</a:t>
            </a:r>
          </a:p>
          <a:p>
            <a:r>
              <a:rPr lang="ko-KR" altLang="en-US" sz="1300" dirty="0" err="1"/>
              <a:t>import</a:t>
            </a:r>
            <a:r>
              <a:rPr lang="ko-KR" altLang="en-US" sz="1300" dirty="0"/>
              <a:t> </a:t>
            </a:r>
            <a:r>
              <a:rPr lang="ko-KR" altLang="en-US" sz="1300" dirty="0" err="1"/>
              <a:t>java.io.InputStream</a:t>
            </a:r>
            <a:r>
              <a:rPr lang="ko-KR" altLang="en-US" sz="1300" dirty="0"/>
              <a:t>;</a:t>
            </a:r>
          </a:p>
          <a:p>
            <a:endParaRPr lang="ko-KR" altLang="en-US" sz="1300" dirty="0"/>
          </a:p>
          <a:p>
            <a:r>
              <a:rPr lang="ko-KR" altLang="en-US" sz="1300" dirty="0" err="1"/>
              <a:t>public</a:t>
            </a:r>
            <a:r>
              <a:rPr lang="ko-KR" altLang="en-US" sz="1300" dirty="0"/>
              <a:t> </a:t>
            </a:r>
            <a:r>
              <a:rPr lang="ko-KR" altLang="en-US" sz="1300" dirty="0" err="1"/>
              <a:t>class</a:t>
            </a:r>
            <a:r>
              <a:rPr lang="ko-KR" altLang="en-US" sz="1300" dirty="0"/>
              <a:t> </a:t>
            </a:r>
            <a:r>
              <a:rPr lang="ko-KR" altLang="en-US" sz="1300" dirty="0" err="1"/>
              <a:t>ReadExample</a:t>
            </a:r>
            <a:r>
              <a:rPr lang="ko-KR" altLang="en-US" sz="1300" dirty="0"/>
              <a:t> {</a:t>
            </a:r>
          </a:p>
          <a:p>
            <a:r>
              <a:rPr lang="ko-KR" altLang="en-US" sz="1300" dirty="0"/>
              <a:t>    </a:t>
            </a:r>
            <a:r>
              <a:rPr lang="ko-KR" altLang="en-US" sz="1300" dirty="0" err="1"/>
              <a:t>public</a:t>
            </a:r>
            <a:r>
              <a:rPr lang="ko-KR" altLang="en-US" sz="1300" dirty="0"/>
              <a:t> </a:t>
            </a:r>
            <a:r>
              <a:rPr lang="ko-KR" altLang="en-US" sz="1300" dirty="0" err="1"/>
              <a:t>static</a:t>
            </a:r>
            <a:r>
              <a:rPr lang="ko-KR" altLang="en-US" sz="1300" dirty="0"/>
              <a:t> </a:t>
            </a:r>
            <a:r>
              <a:rPr lang="ko-KR" altLang="en-US" sz="1300" dirty="0" err="1"/>
              <a:t>void</a:t>
            </a:r>
            <a:r>
              <a:rPr lang="ko-KR" altLang="en-US" sz="1300" dirty="0"/>
              <a:t> </a:t>
            </a:r>
            <a:r>
              <a:rPr lang="ko-KR" altLang="en-US" sz="1300" dirty="0" err="1"/>
              <a:t>main</a:t>
            </a:r>
            <a:r>
              <a:rPr lang="ko-KR" altLang="en-US" sz="1300" dirty="0"/>
              <a:t>(</a:t>
            </a:r>
            <a:r>
              <a:rPr lang="ko-KR" altLang="en-US" sz="1300" dirty="0" err="1"/>
              <a:t>String</a:t>
            </a:r>
            <a:r>
              <a:rPr lang="ko-KR" altLang="en-US" sz="1300" dirty="0"/>
              <a:t>[] </a:t>
            </a:r>
            <a:r>
              <a:rPr lang="ko-KR" altLang="en-US" sz="1300" dirty="0" err="1"/>
              <a:t>args</a:t>
            </a:r>
            <a:r>
              <a:rPr lang="ko-KR" altLang="en-US" sz="1300" dirty="0"/>
              <a:t>) </a:t>
            </a:r>
            <a:r>
              <a:rPr lang="ko-KR" altLang="en-US" sz="1300" dirty="0" err="1"/>
              <a:t>throws</a:t>
            </a:r>
            <a:r>
              <a:rPr lang="ko-KR" altLang="en-US" sz="1300" dirty="0"/>
              <a:t> </a:t>
            </a:r>
            <a:r>
              <a:rPr lang="ko-KR" altLang="en-US" sz="1300" dirty="0" err="1"/>
              <a:t>Exception</a:t>
            </a:r>
            <a:r>
              <a:rPr lang="ko-KR" altLang="en-US" sz="1300" dirty="0"/>
              <a:t> {</a:t>
            </a:r>
          </a:p>
          <a:p>
            <a:r>
              <a:rPr lang="ko-KR" altLang="en-US" sz="1300" dirty="0"/>
              <a:t>        // </a:t>
            </a:r>
            <a:r>
              <a:rPr lang="ko-KR" altLang="en-US" sz="1300" dirty="0" err="1"/>
              <a:t>InputStream</a:t>
            </a:r>
            <a:r>
              <a:rPr lang="ko-KR" altLang="en-US" sz="1300" dirty="0"/>
              <a:t> 객체 생성 (입력 스트림)</a:t>
            </a:r>
          </a:p>
          <a:p>
            <a:r>
              <a:rPr lang="ko-KR" altLang="en-US" sz="1300" dirty="0"/>
              <a:t>        // "C:/Temp/test2.db" 파일로부터 데이터를 읽음</a:t>
            </a:r>
          </a:p>
          <a:p>
            <a:r>
              <a:rPr lang="ko-KR" altLang="en-US" sz="1300" dirty="0"/>
              <a:t>        </a:t>
            </a:r>
            <a:r>
              <a:rPr lang="ko-KR" altLang="en-US" sz="1300" dirty="0" err="1"/>
              <a:t>InputStream</a:t>
            </a:r>
            <a:r>
              <a:rPr lang="ko-KR" altLang="en-US" sz="1300" dirty="0"/>
              <a:t> </a:t>
            </a:r>
            <a:r>
              <a:rPr lang="ko-KR" altLang="en-US" sz="1300" dirty="0" err="1"/>
              <a:t>is</a:t>
            </a:r>
            <a:r>
              <a:rPr lang="ko-KR" altLang="en-US" sz="1300" dirty="0"/>
              <a:t> = </a:t>
            </a:r>
            <a:r>
              <a:rPr lang="ko-KR" altLang="en-US" sz="1300" dirty="0" err="1"/>
              <a:t>new</a:t>
            </a:r>
            <a:r>
              <a:rPr lang="ko-KR" altLang="en-US" sz="1300" dirty="0"/>
              <a:t> </a:t>
            </a:r>
            <a:r>
              <a:rPr lang="ko-KR" altLang="en-US" sz="1300" dirty="0" err="1"/>
              <a:t>FileInputStream</a:t>
            </a:r>
            <a:r>
              <a:rPr lang="ko-KR" altLang="en-US" sz="1300" dirty="0"/>
              <a:t>("C:/Temp/test2.db");</a:t>
            </a:r>
          </a:p>
          <a:p>
            <a:endParaRPr lang="ko-KR" altLang="en-US" sz="1300" dirty="0"/>
          </a:p>
          <a:p>
            <a:r>
              <a:rPr lang="ko-KR" altLang="en-US" sz="1300" dirty="0"/>
              <a:t>        // 바이트 데이터를 저장할 배열 생성 (최대 100바이트 읽기)</a:t>
            </a:r>
          </a:p>
          <a:p>
            <a:r>
              <a:rPr lang="ko-KR" altLang="en-US" sz="1300" dirty="0"/>
              <a:t>        </a:t>
            </a:r>
            <a:r>
              <a:rPr lang="ko-KR" altLang="en-US" sz="1300" dirty="0" err="1"/>
              <a:t>byte</a:t>
            </a:r>
            <a:r>
              <a:rPr lang="ko-KR" altLang="en-US" sz="1300" dirty="0"/>
              <a:t>[] </a:t>
            </a:r>
            <a:r>
              <a:rPr lang="ko-KR" altLang="en-US" sz="1300" dirty="0" err="1"/>
              <a:t>buffer</a:t>
            </a:r>
            <a:r>
              <a:rPr lang="ko-KR" altLang="en-US" sz="1300" dirty="0"/>
              <a:t> = </a:t>
            </a:r>
            <a:r>
              <a:rPr lang="ko-KR" altLang="en-US" sz="1300" dirty="0" err="1"/>
              <a:t>new</a:t>
            </a:r>
            <a:r>
              <a:rPr lang="ko-KR" altLang="en-US" sz="1300" dirty="0"/>
              <a:t> </a:t>
            </a:r>
            <a:r>
              <a:rPr lang="ko-KR" altLang="en-US" sz="1300" dirty="0" err="1"/>
              <a:t>byte</a:t>
            </a:r>
            <a:r>
              <a:rPr lang="ko-KR" altLang="en-US" sz="1300" dirty="0"/>
              <a:t>[100];</a:t>
            </a:r>
          </a:p>
          <a:p>
            <a:endParaRPr lang="ko-KR" altLang="en-US" sz="1300" dirty="0"/>
          </a:p>
          <a:p>
            <a:r>
              <a:rPr lang="ko-KR" altLang="en-US" sz="1300" dirty="0"/>
              <a:t>        // 파일에서 데이터를 읽어오는 </a:t>
            </a:r>
            <a:r>
              <a:rPr lang="ko-KR" altLang="en-US" sz="1300" dirty="0" err="1"/>
              <a:t>반복문</a:t>
            </a:r>
            <a:endParaRPr lang="ko-KR" altLang="en-US" sz="1300" dirty="0"/>
          </a:p>
          <a:p>
            <a:r>
              <a:rPr lang="ko-KR" altLang="en-US" sz="1300" dirty="0"/>
              <a:t>        </a:t>
            </a:r>
            <a:r>
              <a:rPr lang="ko-KR" altLang="en-US" sz="1300" dirty="0" err="1"/>
              <a:t>while</a:t>
            </a:r>
            <a:r>
              <a:rPr lang="ko-KR" altLang="en-US" sz="1300" dirty="0"/>
              <a:t> (</a:t>
            </a:r>
            <a:r>
              <a:rPr lang="ko-KR" altLang="en-US" sz="1300" dirty="0" err="1"/>
              <a:t>true</a:t>
            </a:r>
            <a:r>
              <a:rPr lang="ko-KR" altLang="en-US" sz="1300" dirty="0"/>
              <a:t>) {</a:t>
            </a:r>
          </a:p>
          <a:p>
            <a:r>
              <a:rPr lang="ko-KR" altLang="en-US" sz="1300" dirty="0"/>
              <a:t>            </a:t>
            </a:r>
            <a:r>
              <a:rPr lang="ko-KR" altLang="en-US" sz="1300" dirty="0" err="1"/>
              <a:t>int</a:t>
            </a:r>
            <a:r>
              <a:rPr lang="ko-KR" altLang="en-US" sz="1300" dirty="0"/>
              <a:t> </a:t>
            </a:r>
            <a:r>
              <a:rPr lang="ko-KR" altLang="en-US" sz="1300" dirty="0" err="1"/>
              <a:t>readByteNum</a:t>
            </a:r>
            <a:r>
              <a:rPr lang="ko-KR" altLang="en-US" sz="1300" dirty="0"/>
              <a:t> = </a:t>
            </a:r>
            <a:r>
              <a:rPr lang="ko-KR" altLang="en-US" sz="1300" dirty="0" err="1"/>
              <a:t>is.read</a:t>
            </a:r>
            <a:r>
              <a:rPr lang="ko-KR" altLang="en-US" sz="1300" dirty="0"/>
              <a:t>(</a:t>
            </a:r>
            <a:r>
              <a:rPr lang="ko-KR" altLang="en-US" sz="1300" dirty="0" err="1"/>
              <a:t>buffer</a:t>
            </a:r>
            <a:r>
              <a:rPr lang="ko-KR" altLang="en-US" sz="1300" dirty="0"/>
              <a:t>); // 배열에 데이터를 읽고, 읽은 바이트 수를 반환</a:t>
            </a:r>
          </a:p>
          <a:p>
            <a:r>
              <a:rPr lang="ko-KR" altLang="en-US" sz="1300" dirty="0"/>
              <a:t>            </a:t>
            </a:r>
            <a:r>
              <a:rPr lang="ko-KR" altLang="en-US" sz="1300" dirty="0" err="1"/>
              <a:t>if</a:t>
            </a:r>
            <a:r>
              <a:rPr lang="ko-KR" altLang="en-US" sz="1300" dirty="0"/>
              <a:t> (</a:t>
            </a:r>
            <a:r>
              <a:rPr lang="ko-KR" altLang="en-US" sz="1300" dirty="0" err="1"/>
              <a:t>readByteNum</a:t>
            </a:r>
            <a:r>
              <a:rPr lang="ko-KR" altLang="en-US" sz="1300" dirty="0"/>
              <a:t> == -1) </a:t>
            </a:r>
            <a:r>
              <a:rPr lang="ko-KR" altLang="en-US" sz="1300" dirty="0" err="1"/>
              <a:t>break</a:t>
            </a:r>
            <a:r>
              <a:rPr lang="ko-KR" altLang="en-US" sz="1300" dirty="0"/>
              <a:t>; // 더 이상 읽을 데이터가 없으면 종료</a:t>
            </a:r>
          </a:p>
          <a:p>
            <a:endParaRPr lang="ko-KR" altLang="en-US" sz="1300" dirty="0"/>
          </a:p>
          <a:p>
            <a:r>
              <a:rPr lang="ko-KR" altLang="en-US" sz="1300" dirty="0"/>
              <a:t>            // 읽은 바이트 데이터 출력</a:t>
            </a:r>
          </a:p>
          <a:p>
            <a:r>
              <a:rPr lang="ko-KR" altLang="en-US" sz="1300" dirty="0"/>
              <a:t>            </a:t>
            </a:r>
            <a:r>
              <a:rPr lang="ko-KR" altLang="en-US" sz="1300" dirty="0" err="1"/>
              <a:t>for</a:t>
            </a:r>
            <a:r>
              <a:rPr lang="ko-KR" altLang="en-US" sz="1300" dirty="0"/>
              <a:t> (</a:t>
            </a:r>
            <a:r>
              <a:rPr lang="ko-KR" altLang="en-US" sz="1300" dirty="0" err="1"/>
              <a:t>int</a:t>
            </a:r>
            <a:r>
              <a:rPr lang="ko-KR" altLang="en-US" sz="1300" dirty="0"/>
              <a:t> </a:t>
            </a:r>
            <a:r>
              <a:rPr lang="ko-KR" altLang="en-US" sz="1300" dirty="0" err="1"/>
              <a:t>i</a:t>
            </a:r>
            <a:r>
              <a:rPr lang="ko-KR" altLang="en-US" sz="1300" dirty="0"/>
              <a:t> = 0; </a:t>
            </a:r>
            <a:r>
              <a:rPr lang="ko-KR" altLang="en-US" sz="1300" dirty="0" err="1"/>
              <a:t>i</a:t>
            </a:r>
            <a:r>
              <a:rPr lang="ko-KR" altLang="en-US" sz="1300" dirty="0"/>
              <a:t> &lt; </a:t>
            </a:r>
            <a:r>
              <a:rPr lang="ko-KR" altLang="en-US" sz="1300" dirty="0" err="1"/>
              <a:t>readByteNum</a:t>
            </a:r>
            <a:r>
              <a:rPr lang="ko-KR" altLang="en-US" sz="1300" dirty="0"/>
              <a:t>; </a:t>
            </a:r>
            <a:r>
              <a:rPr lang="ko-KR" altLang="en-US" sz="1300" dirty="0" err="1"/>
              <a:t>i</a:t>
            </a:r>
            <a:r>
              <a:rPr lang="ko-KR" altLang="en-US" sz="1300" dirty="0"/>
              <a:t>++) {</a:t>
            </a:r>
          </a:p>
          <a:p>
            <a:r>
              <a:rPr lang="ko-KR" altLang="en-US" sz="1300" dirty="0"/>
              <a:t>                </a:t>
            </a:r>
            <a:r>
              <a:rPr lang="ko-KR" altLang="en-US" sz="1300" dirty="0" err="1"/>
              <a:t>System.out.println</a:t>
            </a:r>
            <a:r>
              <a:rPr lang="ko-KR" altLang="en-US" sz="1300" dirty="0"/>
              <a:t>(</a:t>
            </a:r>
            <a:r>
              <a:rPr lang="ko-KR" altLang="en-US" sz="1300" dirty="0" err="1"/>
              <a:t>buffer</a:t>
            </a:r>
            <a:r>
              <a:rPr lang="ko-KR" altLang="en-US" sz="1300" dirty="0"/>
              <a:t>[</a:t>
            </a:r>
            <a:r>
              <a:rPr lang="ko-KR" altLang="en-US" sz="1300" dirty="0" err="1"/>
              <a:t>i</a:t>
            </a:r>
            <a:r>
              <a:rPr lang="ko-KR" altLang="en-US" sz="1300" dirty="0"/>
              <a:t>]); // 배열의 각 바이트 값을 출력</a:t>
            </a:r>
          </a:p>
          <a:p>
            <a:r>
              <a:rPr lang="ko-KR" altLang="en-US" sz="1300" dirty="0"/>
              <a:t>            }</a:t>
            </a:r>
          </a:p>
          <a:p>
            <a:r>
              <a:rPr lang="ko-KR" altLang="en-US" sz="1300" dirty="0"/>
              <a:t>        }</a:t>
            </a:r>
          </a:p>
          <a:p>
            <a:endParaRPr lang="ko-KR" altLang="en-US" sz="1300" dirty="0"/>
          </a:p>
          <a:p>
            <a:r>
              <a:rPr lang="ko-KR" altLang="en-US" sz="1300" dirty="0"/>
              <a:t>        // 입력 스트림 닫기 (자원 해제)</a:t>
            </a:r>
          </a:p>
          <a:p>
            <a:r>
              <a:rPr lang="ko-KR" altLang="en-US" sz="1300" dirty="0"/>
              <a:t>        </a:t>
            </a:r>
            <a:r>
              <a:rPr lang="ko-KR" altLang="en-US" sz="1300" dirty="0" err="1"/>
              <a:t>is.close</a:t>
            </a:r>
            <a:r>
              <a:rPr lang="ko-KR" altLang="en-US" sz="1300" dirty="0"/>
              <a:t>();</a:t>
            </a:r>
          </a:p>
          <a:p>
            <a:r>
              <a:rPr lang="ko-KR" altLang="en-US" sz="1300" dirty="0"/>
              <a:t>    }</a:t>
            </a:r>
          </a:p>
          <a:p>
            <a:r>
              <a:rPr lang="ko-KR" altLang="en-US" sz="1300" dirty="0"/>
              <a:t>}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AB77745-0E4E-9186-9520-DE30CAC9A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7152" y="3009026"/>
            <a:ext cx="1009933" cy="2138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55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59C30-422C-7E2A-97E9-D1BEE729A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2A4B81-C0BC-AD8C-F5C6-54BE15ABA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바이트 입력 스트림</a:t>
            </a:r>
            <a:r>
              <a:rPr lang="en-US" altLang="ko-KR" sz="1400" b="1" dirty="0"/>
              <a:t>: </a:t>
            </a:r>
            <a:r>
              <a:rPr lang="en-US" altLang="ko-KR" sz="1400" b="1" dirty="0" err="1"/>
              <a:t>In</a:t>
            </a:r>
            <a:r>
              <a:rPr lang="en-US" altLang="ko-KR" sz="1400" b="1" dirty="0" err="1">
                <a:solidFill>
                  <a:schemeClr val="tx1"/>
                </a:solidFill>
              </a:rPr>
              <a:t>putStream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-read(byte[] b, int</a:t>
            </a:r>
            <a:r>
              <a:rPr lang="ko-KR" altLang="en-US" sz="1400" dirty="0"/>
              <a:t> </a:t>
            </a:r>
            <a:r>
              <a:rPr lang="en-US" altLang="ko-KR" sz="1400" dirty="0"/>
              <a:t>off,</a:t>
            </a:r>
            <a:r>
              <a:rPr lang="ko-KR" altLang="en-US" sz="1400" dirty="0"/>
              <a:t> </a:t>
            </a:r>
            <a:r>
              <a:rPr lang="en-US" altLang="ko-KR" sz="1400" dirty="0"/>
              <a:t>int </a:t>
            </a:r>
            <a:r>
              <a:rPr lang="en-US" altLang="ko-KR" sz="1400" dirty="0" err="1"/>
              <a:t>len</a:t>
            </a:r>
            <a:r>
              <a:rPr lang="en-US" altLang="ko-KR" sz="1400" dirty="0"/>
              <a:t>)</a:t>
            </a:r>
            <a:r>
              <a:rPr lang="ko-KR" altLang="en-US" sz="1400" dirty="0"/>
              <a:t>메소드</a:t>
            </a:r>
            <a:r>
              <a:rPr lang="en-US" altLang="ko-KR" sz="1400" dirty="0"/>
              <a:t>:</a:t>
            </a:r>
          </a:p>
          <a:p>
            <a:pPr marL="0" indent="0">
              <a:buNone/>
            </a:pPr>
            <a:r>
              <a:rPr lang="ko-KR" altLang="en-US" sz="1400" dirty="0"/>
              <a:t>입력 스트림으로부터 </a:t>
            </a:r>
            <a:r>
              <a:rPr lang="en-US" altLang="ko-KR" sz="1400" dirty="0" err="1"/>
              <a:t>len</a:t>
            </a:r>
            <a:r>
              <a:rPr lang="ko-KR" altLang="en-US" sz="1400" dirty="0"/>
              <a:t>개의 바이트를 읽고</a:t>
            </a:r>
            <a:r>
              <a:rPr lang="en-US" altLang="ko-KR" sz="1400" dirty="0"/>
              <a:t>, </a:t>
            </a:r>
            <a:r>
              <a:rPr lang="ko-KR" altLang="en-US" sz="1400" dirty="0"/>
              <a:t>바이트배열 </a:t>
            </a:r>
            <a:r>
              <a:rPr lang="en-US" altLang="ko-KR" sz="1400" dirty="0"/>
              <a:t>b[off]</a:t>
            </a:r>
            <a:r>
              <a:rPr lang="ko-KR" altLang="en-US" sz="1400" dirty="0"/>
              <a:t>부터 </a:t>
            </a:r>
            <a:r>
              <a:rPr lang="en-US" altLang="ko-KR" sz="1400" dirty="0" err="1"/>
              <a:t>len</a:t>
            </a:r>
            <a:r>
              <a:rPr lang="ko-KR" altLang="en-US" sz="1400" dirty="0"/>
              <a:t>개까지 저장</a:t>
            </a:r>
            <a:r>
              <a:rPr lang="en-US" altLang="ko-KR" sz="1400" dirty="0"/>
              <a:t>	               </a:t>
            </a:r>
            <a:r>
              <a:rPr lang="ko-KR" altLang="en-US" sz="1400" dirty="0"/>
              <a:t>입력 스트림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								byte[]b, 1, 3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505F8C7-6F1B-8E64-795A-2408329BE1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18472"/>
              </p:ext>
            </p:extLst>
          </p:nvPr>
        </p:nvGraphicFramePr>
        <p:xfrm>
          <a:off x="5713740" y="1534477"/>
          <a:ext cx="64782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652">
                  <a:extLst>
                    <a:ext uri="{9D8B030D-6E8A-4147-A177-3AD203B41FA5}">
                      <a16:colId xmlns:a16="http://schemas.microsoft.com/office/drawing/2014/main" val="3973328712"/>
                    </a:ext>
                  </a:extLst>
                </a:gridCol>
                <a:gridCol w="1295652">
                  <a:extLst>
                    <a:ext uri="{9D8B030D-6E8A-4147-A177-3AD203B41FA5}">
                      <a16:colId xmlns:a16="http://schemas.microsoft.com/office/drawing/2014/main" val="2562323023"/>
                    </a:ext>
                  </a:extLst>
                </a:gridCol>
                <a:gridCol w="1295652">
                  <a:extLst>
                    <a:ext uri="{9D8B030D-6E8A-4147-A177-3AD203B41FA5}">
                      <a16:colId xmlns:a16="http://schemas.microsoft.com/office/drawing/2014/main" val="2393512705"/>
                    </a:ext>
                  </a:extLst>
                </a:gridCol>
                <a:gridCol w="1295652">
                  <a:extLst>
                    <a:ext uri="{9D8B030D-6E8A-4147-A177-3AD203B41FA5}">
                      <a16:colId xmlns:a16="http://schemas.microsoft.com/office/drawing/2014/main" val="2769072660"/>
                    </a:ext>
                  </a:extLst>
                </a:gridCol>
                <a:gridCol w="1295652">
                  <a:extLst>
                    <a:ext uri="{9D8B030D-6E8A-4147-A177-3AD203B41FA5}">
                      <a16:colId xmlns:a16="http://schemas.microsoft.com/office/drawing/2014/main" val="36109349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b[0]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읽은 바이트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b[1]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읽은 바이트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b[2]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읽은 바이트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b[3]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b[4]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004410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208AF5A-6C52-B408-1A00-1CA200260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931394"/>
              </p:ext>
            </p:extLst>
          </p:nvPr>
        </p:nvGraphicFramePr>
        <p:xfrm>
          <a:off x="5713740" y="955055"/>
          <a:ext cx="64782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652">
                  <a:extLst>
                    <a:ext uri="{9D8B030D-6E8A-4147-A177-3AD203B41FA5}">
                      <a16:colId xmlns:a16="http://schemas.microsoft.com/office/drawing/2014/main" val="3973328712"/>
                    </a:ext>
                  </a:extLst>
                </a:gridCol>
                <a:gridCol w="1295652">
                  <a:extLst>
                    <a:ext uri="{9D8B030D-6E8A-4147-A177-3AD203B41FA5}">
                      <a16:colId xmlns:a16="http://schemas.microsoft.com/office/drawing/2014/main" val="2562323023"/>
                    </a:ext>
                  </a:extLst>
                </a:gridCol>
                <a:gridCol w="1295652">
                  <a:extLst>
                    <a:ext uri="{9D8B030D-6E8A-4147-A177-3AD203B41FA5}">
                      <a16:colId xmlns:a16="http://schemas.microsoft.com/office/drawing/2014/main" val="2393512705"/>
                    </a:ext>
                  </a:extLst>
                </a:gridCol>
                <a:gridCol w="1295652">
                  <a:extLst>
                    <a:ext uri="{9D8B030D-6E8A-4147-A177-3AD203B41FA5}">
                      <a16:colId xmlns:a16="http://schemas.microsoft.com/office/drawing/2014/main" val="2769072660"/>
                    </a:ext>
                  </a:extLst>
                </a:gridCol>
                <a:gridCol w="1295652">
                  <a:extLst>
                    <a:ext uri="{9D8B030D-6E8A-4147-A177-3AD203B41FA5}">
                      <a16:colId xmlns:a16="http://schemas.microsoft.com/office/drawing/2014/main" val="36109349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00441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6918925-E883-9FCB-6ABB-CF01B37CDC1F}"/>
              </a:ext>
            </a:extLst>
          </p:cNvPr>
          <p:cNvSpPr txBox="1"/>
          <p:nvPr/>
        </p:nvSpPr>
        <p:spPr>
          <a:xfrm>
            <a:off x="0" y="1140475"/>
            <a:ext cx="6115616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/>
              <a:t>import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java.io.FileInputStream</a:t>
            </a:r>
            <a:r>
              <a:rPr lang="ko-KR" altLang="en-US" sz="1400" dirty="0"/>
              <a:t>;</a:t>
            </a:r>
          </a:p>
          <a:p>
            <a:r>
              <a:rPr lang="ko-KR" altLang="en-US" sz="1400" dirty="0" err="1"/>
              <a:t>import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java.io.InputStream</a:t>
            </a:r>
            <a:r>
              <a:rPr lang="ko-KR" altLang="en-US" sz="1400" dirty="0"/>
              <a:t>;</a:t>
            </a:r>
          </a:p>
          <a:p>
            <a:endParaRPr lang="ko-KR" altLang="en-US" sz="1400" dirty="0"/>
          </a:p>
          <a:p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class</a:t>
            </a:r>
            <a:r>
              <a:rPr lang="ko-KR" altLang="en-US" sz="1400" dirty="0"/>
              <a:t> </a:t>
            </a:r>
            <a:r>
              <a:rPr lang="ko-KR" altLang="en-US" sz="1400" dirty="0" err="1"/>
              <a:t>ReadExample</a:t>
            </a:r>
            <a:r>
              <a:rPr lang="ko-KR" altLang="en-US" sz="1400" dirty="0"/>
              <a:t> {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static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void</a:t>
            </a:r>
            <a:r>
              <a:rPr lang="ko-KR" altLang="en-US" sz="1400" dirty="0"/>
              <a:t> </a:t>
            </a:r>
            <a:r>
              <a:rPr lang="ko-KR" altLang="en-US" sz="1400" dirty="0" err="1"/>
              <a:t>main</a:t>
            </a:r>
            <a:r>
              <a:rPr lang="ko-KR" altLang="en-US" sz="1400" dirty="0"/>
              <a:t>(</a:t>
            </a:r>
            <a:r>
              <a:rPr lang="ko-KR" altLang="en-US" sz="1400" dirty="0" err="1"/>
              <a:t>String</a:t>
            </a:r>
            <a:r>
              <a:rPr lang="ko-KR" altLang="en-US" sz="1400" dirty="0"/>
              <a:t>[] </a:t>
            </a:r>
            <a:r>
              <a:rPr lang="ko-KR" altLang="en-US" sz="1400" dirty="0" err="1"/>
              <a:t>args</a:t>
            </a:r>
            <a:r>
              <a:rPr lang="ko-KR" altLang="en-US" sz="1400" dirty="0"/>
              <a:t>) </a:t>
            </a:r>
            <a:r>
              <a:rPr lang="ko-KR" altLang="en-US" sz="1400" dirty="0" err="1"/>
              <a:t>throws</a:t>
            </a:r>
            <a:r>
              <a:rPr lang="ko-KR" altLang="en-US" sz="1400" dirty="0"/>
              <a:t> </a:t>
            </a:r>
            <a:r>
              <a:rPr lang="ko-KR" altLang="en-US" sz="1400" dirty="0" err="1"/>
              <a:t>Exception</a:t>
            </a:r>
            <a:r>
              <a:rPr lang="ko-KR" altLang="en-US" sz="1400" dirty="0"/>
              <a:t> {</a:t>
            </a:r>
          </a:p>
          <a:p>
            <a:r>
              <a:rPr lang="ko-KR" altLang="en-US" sz="1400" dirty="0"/>
              <a:t>        // </a:t>
            </a:r>
            <a:r>
              <a:rPr lang="ko-KR" altLang="en-US" sz="1400" dirty="0" err="1"/>
              <a:t>InputStream</a:t>
            </a:r>
            <a:r>
              <a:rPr lang="ko-KR" altLang="en-US" sz="1400" dirty="0"/>
              <a:t> 객체 생성 (입력 스트림)</a:t>
            </a:r>
          </a:p>
          <a:p>
            <a:r>
              <a:rPr lang="ko-KR" altLang="en-US" sz="1400" dirty="0"/>
              <a:t>        // "C:/Temp/test3.db" 파일로부터 데이터를 읽음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InputStream</a:t>
            </a:r>
            <a:r>
              <a:rPr lang="ko-KR" altLang="en-US" sz="1400" dirty="0"/>
              <a:t> </a:t>
            </a:r>
            <a:r>
              <a:rPr lang="ko-KR" altLang="en-US" sz="1400" dirty="0" err="1"/>
              <a:t>is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new</a:t>
            </a:r>
            <a:r>
              <a:rPr lang="ko-KR" altLang="en-US" sz="1400" dirty="0"/>
              <a:t> </a:t>
            </a:r>
            <a:r>
              <a:rPr lang="ko-KR" altLang="en-US" sz="1400" dirty="0" err="1"/>
              <a:t>FileInputStream</a:t>
            </a:r>
            <a:r>
              <a:rPr lang="ko-KR" altLang="en-US" sz="1400" dirty="0"/>
              <a:t>("C:/Temp/test3.db");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// 데이터를 읽어올 바이트 배열 생성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byte</a:t>
            </a:r>
            <a:r>
              <a:rPr lang="ko-KR" altLang="en-US" sz="1400" dirty="0"/>
              <a:t>[] </a:t>
            </a:r>
            <a:r>
              <a:rPr lang="ko-KR" altLang="en-US" sz="1400" dirty="0" err="1"/>
              <a:t>buffer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new</a:t>
            </a:r>
            <a:r>
              <a:rPr lang="ko-KR" altLang="en-US" sz="1400" dirty="0"/>
              <a:t> </a:t>
            </a:r>
            <a:r>
              <a:rPr lang="ko-KR" altLang="en-US" sz="1400" dirty="0" err="1"/>
              <a:t>byte</a:t>
            </a:r>
            <a:r>
              <a:rPr lang="ko-KR" altLang="en-US" sz="1400" dirty="0"/>
              <a:t>[5]; // 크기가 5인 배열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// 파일에서 데이터를 읽어 배열의 일부분에 저장</a:t>
            </a:r>
          </a:p>
          <a:p>
            <a:r>
              <a:rPr lang="ko-KR" altLang="en-US" sz="1400" dirty="0"/>
              <a:t>        // </a:t>
            </a:r>
            <a:r>
              <a:rPr lang="ko-KR" altLang="en-US" sz="1400" dirty="0" err="1"/>
              <a:t>buffer</a:t>
            </a:r>
            <a:r>
              <a:rPr lang="ko-KR" altLang="en-US" sz="1400" dirty="0"/>
              <a:t>[2]</a:t>
            </a:r>
            <a:r>
              <a:rPr lang="ko-KR" altLang="en-US" sz="1400" dirty="0" err="1"/>
              <a:t>부터</a:t>
            </a:r>
            <a:r>
              <a:rPr lang="ko-KR" altLang="en-US" sz="1400" dirty="0"/>
              <a:t> 3개의 바이트를 읽어 저장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int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readByteNum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is.read</a:t>
            </a:r>
            <a:r>
              <a:rPr lang="ko-KR" altLang="en-US" sz="1400" dirty="0"/>
              <a:t>(</a:t>
            </a:r>
            <a:r>
              <a:rPr lang="ko-KR" altLang="en-US" sz="1400" dirty="0" err="1"/>
              <a:t>buffer</a:t>
            </a:r>
            <a:r>
              <a:rPr lang="ko-KR" altLang="en-US" sz="1400" dirty="0"/>
              <a:t>, 2, 3);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if</a:t>
            </a:r>
            <a:r>
              <a:rPr lang="ko-KR" altLang="en-US" sz="1400" dirty="0"/>
              <a:t> (</a:t>
            </a:r>
            <a:r>
              <a:rPr lang="ko-KR" altLang="en-US" sz="1400" dirty="0" err="1"/>
              <a:t>readByteNum</a:t>
            </a:r>
            <a:r>
              <a:rPr lang="ko-KR" altLang="en-US" sz="1400" dirty="0"/>
              <a:t> != -1) { // 데이터가 읽혔다면</a:t>
            </a:r>
          </a:p>
          <a:p>
            <a:r>
              <a:rPr lang="ko-KR" altLang="en-US" sz="1400" dirty="0"/>
              <a:t>            // 배열의 모든 값을 출력 (읽은 데이터 포함)</a:t>
            </a:r>
          </a:p>
          <a:p>
            <a:r>
              <a:rPr lang="ko-KR" altLang="en-US" sz="1400" dirty="0"/>
              <a:t>            </a:t>
            </a:r>
            <a:r>
              <a:rPr lang="ko-KR" altLang="en-US" sz="1400" dirty="0" err="1"/>
              <a:t>for</a:t>
            </a:r>
            <a:r>
              <a:rPr lang="ko-KR" altLang="en-US" sz="1400" dirty="0"/>
              <a:t> (</a:t>
            </a:r>
            <a:r>
              <a:rPr lang="ko-KR" altLang="en-US" sz="1400" dirty="0" err="1"/>
              <a:t>int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i</a:t>
            </a:r>
            <a:r>
              <a:rPr lang="ko-KR" altLang="en-US" sz="1400" dirty="0"/>
              <a:t> = 0; </a:t>
            </a:r>
            <a:r>
              <a:rPr lang="ko-KR" altLang="en-US" sz="1400" dirty="0" err="1"/>
              <a:t>i</a:t>
            </a:r>
            <a:r>
              <a:rPr lang="ko-KR" altLang="en-US" sz="1400" dirty="0"/>
              <a:t> &lt; </a:t>
            </a:r>
            <a:r>
              <a:rPr lang="ko-KR" altLang="en-US" sz="1400" dirty="0" err="1"/>
              <a:t>buffer.length</a:t>
            </a:r>
            <a:r>
              <a:rPr lang="ko-KR" altLang="en-US" sz="1400" dirty="0"/>
              <a:t>; </a:t>
            </a:r>
            <a:r>
              <a:rPr lang="ko-KR" altLang="en-US" sz="1400" dirty="0" err="1"/>
              <a:t>i</a:t>
            </a:r>
            <a:r>
              <a:rPr lang="ko-KR" altLang="en-US" sz="1400" dirty="0"/>
              <a:t>++) {</a:t>
            </a:r>
          </a:p>
          <a:p>
            <a:r>
              <a:rPr lang="ko-KR" altLang="en-US" sz="1400" dirty="0"/>
              <a:t>                </a:t>
            </a:r>
            <a:r>
              <a:rPr lang="ko-KR" altLang="en-US" sz="1400" dirty="0" err="1"/>
              <a:t>System.out.println</a:t>
            </a:r>
            <a:r>
              <a:rPr lang="ko-KR" altLang="en-US" sz="1400" dirty="0"/>
              <a:t>(</a:t>
            </a:r>
            <a:r>
              <a:rPr lang="ko-KR" altLang="en-US" sz="1400" dirty="0" err="1"/>
              <a:t>buffer</a:t>
            </a:r>
            <a:r>
              <a:rPr lang="ko-KR" altLang="en-US" sz="1400" dirty="0"/>
              <a:t>[</a:t>
            </a:r>
            <a:r>
              <a:rPr lang="ko-KR" altLang="en-US" sz="1400" dirty="0" err="1"/>
              <a:t>i</a:t>
            </a:r>
            <a:r>
              <a:rPr lang="ko-KR" altLang="en-US" sz="1400" dirty="0"/>
              <a:t>]); // 각 배열 요소 출력</a:t>
            </a:r>
          </a:p>
          <a:p>
            <a:r>
              <a:rPr lang="ko-KR" altLang="en-US" sz="1400" dirty="0"/>
              <a:t>            }</a:t>
            </a:r>
          </a:p>
          <a:p>
            <a:r>
              <a:rPr lang="ko-KR" altLang="en-US" sz="1400" dirty="0"/>
              <a:t>        }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// 입력 스트림 닫기 (자원 해제)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is.close</a:t>
            </a:r>
            <a:r>
              <a:rPr lang="ko-KR" altLang="en-US" sz="1400" dirty="0"/>
              <a:t>();</a:t>
            </a:r>
          </a:p>
          <a:p>
            <a:r>
              <a:rPr lang="ko-KR" altLang="en-US" sz="1400" dirty="0"/>
              <a:t>    }</a:t>
            </a:r>
          </a:p>
          <a:p>
            <a:r>
              <a:rPr lang="ko-KR" altLang="en-US" sz="1400" dirty="0"/>
              <a:t>}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9FE38BC-71F8-4514-B99B-F2B344371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7822" y="3429000"/>
            <a:ext cx="714941" cy="157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679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0BAED-80F9-E978-5671-679166093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8BA10E-AD94-7273-57B0-A0A633C2F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문자 출력 스트림</a:t>
            </a:r>
            <a:r>
              <a:rPr lang="en-US" altLang="ko-KR" sz="1400" b="1" dirty="0"/>
              <a:t>: Writer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문자 기반 출력 스트림의 최상위 클래스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모든</a:t>
            </a:r>
            <a:r>
              <a:rPr lang="en-US" altLang="ko-KR" sz="1400" dirty="0"/>
              <a:t> </a:t>
            </a:r>
            <a:r>
              <a:rPr lang="ko-KR" altLang="en-US" sz="1400" dirty="0"/>
              <a:t>문자 기반 출력 스트림 클래스는 </a:t>
            </a:r>
            <a:r>
              <a:rPr lang="en-US" altLang="ko-KR" sz="1400" dirty="0"/>
              <a:t>Writer</a:t>
            </a:r>
            <a:r>
              <a:rPr lang="ko-KR" altLang="en-US" sz="1400" dirty="0"/>
              <a:t>클래스를 상속 받음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en-US" altLang="ko-KR" sz="1400" dirty="0" err="1"/>
              <a:t>FileWriter</a:t>
            </a:r>
            <a:r>
              <a:rPr lang="en-US" altLang="ko-KR" sz="1400" dirty="0"/>
              <a:t>: </a:t>
            </a:r>
            <a:r>
              <a:rPr lang="ko-KR" altLang="en-US" sz="1400" dirty="0"/>
              <a:t>텍스트 데이터를 파일에 직접 기록할 때 사용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en-US" altLang="ko-KR" sz="1400" dirty="0" err="1"/>
              <a:t>BufferedWriter</a:t>
            </a:r>
            <a:r>
              <a:rPr lang="en-US" altLang="ko-KR" sz="1400" dirty="0"/>
              <a:t>: </a:t>
            </a:r>
            <a:r>
              <a:rPr lang="ko-KR" altLang="en-US" sz="1400" dirty="0"/>
              <a:t>파일에 데이터를 기록하면서 버퍼링으로 쓰기 성능을 향상시킬 때 사용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en-US" altLang="ko-KR" sz="1400" dirty="0" err="1"/>
              <a:t>PrintWriter</a:t>
            </a:r>
            <a:r>
              <a:rPr lang="en-US" altLang="ko-KR" sz="1400" dirty="0"/>
              <a:t>: </a:t>
            </a:r>
            <a:r>
              <a:rPr lang="ko-KR" altLang="en-US" sz="1400" dirty="0"/>
              <a:t>텍스트 데이터를 출력할 때 </a:t>
            </a:r>
            <a:r>
              <a:rPr lang="ko-KR" altLang="en-US" sz="1400" dirty="0" err="1"/>
              <a:t>포맷팅이</a:t>
            </a:r>
            <a:r>
              <a:rPr lang="ko-KR" altLang="en-US" sz="1400" dirty="0"/>
              <a:t> 필요할 때 사용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en-US" altLang="ko-KR" sz="1400" dirty="0" err="1"/>
              <a:t>OutputStreamWriter</a:t>
            </a:r>
            <a:r>
              <a:rPr lang="en-US" altLang="ko-KR" sz="1400" dirty="0"/>
              <a:t>: </a:t>
            </a:r>
            <a:r>
              <a:rPr lang="ko-KR" altLang="en-US" sz="1400" dirty="0"/>
              <a:t>바이트 스트림을 문자 스트림으로 변환하여 출력할 때 사용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b="1" dirty="0"/>
              <a:t>Writer</a:t>
            </a:r>
            <a:r>
              <a:rPr lang="ko-KR" altLang="en-US" sz="1400" b="1" dirty="0"/>
              <a:t>클래스의 메소드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void write(int c)			</a:t>
            </a:r>
            <a:r>
              <a:rPr lang="ko-KR" altLang="en-US" sz="1400" dirty="0" err="1"/>
              <a:t>매개값으로</a:t>
            </a:r>
            <a:r>
              <a:rPr lang="ko-KR" altLang="en-US" sz="1400" dirty="0"/>
              <a:t> 주어진 한 문자를 보냄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void write(char[] </a:t>
            </a:r>
            <a:r>
              <a:rPr lang="en-US" altLang="ko-KR" sz="1400" dirty="0" err="1"/>
              <a:t>cbuf</a:t>
            </a:r>
            <a:r>
              <a:rPr lang="en-US" altLang="ko-KR" sz="1400" dirty="0"/>
              <a:t>)			</a:t>
            </a:r>
            <a:r>
              <a:rPr lang="ko-KR" altLang="en-US" sz="1400" dirty="0" err="1"/>
              <a:t>매개값으로</a:t>
            </a:r>
            <a:r>
              <a:rPr lang="ko-KR" altLang="en-US" sz="1400" dirty="0"/>
              <a:t> 주어진 배열의 모든 문자를 보냄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void write(char[] </a:t>
            </a:r>
            <a:r>
              <a:rPr lang="en-US" altLang="ko-KR" sz="1400" dirty="0" err="1"/>
              <a:t>cbuf</a:t>
            </a:r>
            <a:r>
              <a:rPr lang="en-US" altLang="ko-KR" sz="1400" dirty="0"/>
              <a:t>, int off, int </a:t>
            </a:r>
            <a:r>
              <a:rPr lang="en-US" altLang="ko-KR" sz="1400" dirty="0" err="1"/>
              <a:t>len</a:t>
            </a:r>
            <a:r>
              <a:rPr lang="en-US" altLang="ko-KR" sz="1400" dirty="0"/>
              <a:t>)	</a:t>
            </a:r>
            <a:r>
              <a:rPr lang="ko-KR" altLang="en-US" sz="1400" dirty="0" err="1"/>
              <a:t>매개값으로</a:t>
            </a:r>
            <a:r>
              <a:rPr lang="ko-KR" altLang="en-US" sz="1400" dirty="0"/>
              <a:t> 주어진 배열에서 </a:t>
            </a:r>
            <a:r>
              <a:rPr lang="en-US" altLang="ko-KR" sz="1400" dirty="0" err="1"/>
              <a:t>cbuf</a:t>
            </a:r>
            <a:r>
              <a:rPr lang="en-US" altLang="ko-KR" sz="1400" dirty="0"/>
              <a:t>[off]</a:t>
            </a:r>
            <a:r>
              <a:rPr lang="ko-KR" altLang="en-US" sz="1400" dirty="0"/>
              <a:t>부터 </a:t>
            </a:r>
            <a:r>
              <a:rPr lang="en-US" altLang="ko-KR" sz="1400" dirty="0" err="1"/>
              <a:t>len</a:t>
            </a:r>
            <a:r>
              <a:rPr lang="ko-KR" altLang="en-US" sz="1400" dirty="0"/>
              <a:t>개까지의 문자를 보냄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void write(String str)			</a:t>
            </a:r>
            <a:r>
              <a:rPr lang="ko-KR" altLang="en-US" sz="1400" dirty="0" err="1"/>
              <a:t>매개값으로</a:t>
            </a:r>
            <a:r>
              <a:rPr lang="ko-KR" altLang="en-US" sz="1400" dirty="0"/>
              <a:t> 주어진 문자열을 보냄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void write(String str, int off, int </a:t>
            </a:r>
            <a:r>
              <a:rPr lang="en-US" altLang="ko-KR" sz="1400" dirty="0" err="1"/>
              <a:t>len</a:t>
            </a:r>
            <a:r>
              <a:rPr lang="en-US" altLang="ko-KR" sz="1400" dirty="0"/>
              <a:t>)	</a:t>
            </a:r>
            <a:r>
              <a:rPr lang="ko-KR" altLang="en-US" sz="1400" dirty="0" err="1"/>
              <a:t>매개값으로</a:t>
            </a:r>
            <a:r>
              <a:rPr lang="ko-KR" altLang="en-US" sz="1400" dirty="0"/>
              <a:t> 주어진 문자열에서 </a:t>
            </a:r>
            <a:r>
              <a:rPr lang="en-US" altLang="ko-KR" sz="1400" dirty="0"/>
              <a:t>off </a:t>
            </a:r>
            <a:r>
              <a:rPr lang="ko-KR" altLang="en-US" sz="1400" dirty="0"/>
              <a:t>순번부터 </a:t>
            </a:r>
            <a:r>
              <a:rPr lang="en-US" altLang="ko-KR" sz="1400" dirty="0" err="1"/>
              <a:t>len</a:t>
            </a:r>
            <a:r>
              <a:rPr lang="ko-KR" altLang="en-US" sz="1400" dirty="0"/>
              <a:t>개까지의 문자를 보냄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void flush()				</a:t>
            </a:r>
            <a:r>
              <a:rPr lang="ko-KR" altLang="en-US" sz="1400" dirty="0"/>
              <a:t>버퍼에 잔류하는 모든 문자를 출력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void close()			</a:t>
            </a:r>
            <a:r>
              <a:rPr lang="ko-KR" altLang="en-US" sz="1400" dirty="0"/>
              <a:t>출력 스트림을 닫음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680929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39E35-2911-2BD6-2E49-13AFB8043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DE464A-45E3-067D-8AF5-EA7F6A154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문자 출력 스트림</a:t>
            </a:r>
            <a:r>
              <a:rPr lang="en-US" altLang="ko-KR" sz="1400" b="1" dirty="0"/>
              <a:t>: Writer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-write(int c)</a:t>
            </a:r>
            <a:r>
              <a:rPr lang="ko-KR" altLang="en-US" sz="1400" dirty="0"/>
              <a:t>메소드</a:t>
            </a:r>
            <a:r>
              <a:rPr lang="en-US" altLang="ko-KR" sz="1400" dirty="0"/>
              <a:t>:</a:t>
            </a:r>
          </a:p>
          <a:p>
            <a:pPr marL="0" indent="0">
              <a:buNone/>
            </a:pPr>
            <a:r>
              <a:rPr lang="ko-KR" altLang="en-US" sz="1400" dirty="0"/>
              <a:t>매개변수로 주어지는 </a:t>
            </a:r>
            <a:r>
              <a:rPr lang="en-US" altLang="ko-KR" sz="1400" dirty="0"/>
              <a:t>int</a:t>
            </a:r>
            <a:r>
              <a:rPr lang="ko-KR" altLang="en-US" sz="1400" dirty="0"/>
              <a:t>에서 끝 </a:t>
            </a:r>
            <a:r>
              <a:rPr lang="en-US" altLang="ko-KR" sz="1400" dirty="0"/>
              <a:t>2byte</a:t>
            </a:r>
            <a:r>
              <a:rPr lang="ko-KR" altLang="en-US" sz="1400" dirty="0"/>
              <a:t>만 출력 스트림으로 보냄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C13548-FEF3-A4E8-F993-3FDF2658DC03}"/>
              </a:ext>
            </a:extLst>
          </p:cNvPr>
          <p:cNvSpPr txBox="1"/>
          <p:nvPr/>
        </p:nvSpPr>
        <p:spPr>
          <a:xfrm>
            <a:off x="-10562" y="1164134"/>
            <a:ext cx="6106562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/>
              <a:t>import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java.io.FileWriter</a:t>
            </a:r>
            <a:r>
              <a:rPr lang="ko-KR" altLang="en-US" sz="1400" dirty="0"/>
              <a:t>;</a:t>
            </a:r>
          </a:p>
          <a:p>
            <a:r>
              <a:rPr lang="ko-KR" altLang="en-US" sz="1400" dirty="0" err="1"/>
              <a:t>import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java.io.Writer</a:t>
            </a:r>
            <a:r>
              <a:rPr lang="ko-KR" altLang="en-US" sz="1400" dirty="0"/>
              <a:t>;</a:t>
            </a:r>
          </a:p>
          <a:p>
            <a:endParaRPr lang="ko-KR" altLang="en-US" sz="1400" dirty="0"/>
          </a:p>
          <a:p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class</a:t>
            </a:r>
            <a:r>
              <a:rPr lang="ko-KR" altLang="en-US" sz="1400" dirty="0"/>
              <a:t> </a:t>
            </a:r>
            <a:r>
              <a:rPr lang="ko-KR" altLang="en-US" sz="1400" dirty="0" err="1"/>
              <a:t>WriteExample</a:t>
            </a:r>
            <a:r>
              <a:rPr lang="ko-KR" altLang="en-US" sz="1400" dirty="0"/>
              <a:t> {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static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void</a:t>
            </a:r>
            <a:r>
              <a:rPr lang="ko-KR" altLang="en-US" sz="1400" dirty="0"/>
              <a:t> </a:t>
            </a:r>
            <a:r>
              <a:rPr lang="ko-KR" altLang="en-US" sz="1400" dirty="0" err="1"/>
              <a:t>main</a:t>
            </a:r>
            <a:r>
              <a:rPr lang="ko-KR" altLang="en-US" sz="1400" dirty="0"/>
              <a:t>(</a:t>
            </a:r>
            <a:r>
              <a:rPr lang="ko-KR" altLang="en-US" sz="1400" dirty="0" err="1"/>
              <a:t>String</a:t>
            </a:r>
            <a:r>
              <a:rPr lang="ko-KR" altLang="en-US" sz="1400" dirty="0"/>
              <a:t>[] </a:t>
            </a:r>
            <a:r>
              <a:rPr lang="ko-KR" altLang="en-US" sz="1400" dirty="0" err="1"/>
              <a:t>args</a:t>
            </a:r>
            <a:r>
              <a:rPr lang="ko-KR" altLang="en-US" sz="1400" dirty="0"/>
              <a:t>) </a:t>
            </a:r>
            <a:r>
              <a:rPr lang="ko-KR" altLang="en-US" sz="1400" dirty="0" err="1"/>
              <a:t>throws</a:t>
            </a:r>
            <a:r>
              <a:rPr lang="ko-KR" altLang="en-US" sz="1400" dirty="0"/>
              <a:t> </a:t>
            </a:r>
            <a:r>
              <a:rPr lang="ko-KR" altLang="en-US" sz="1400" dirty="0" err="1"/>
              <a:t>Exception</a:t>
            </a:r>
            <a:r>
              <a:rPr lang="ko-KR" altLang="en-US" sz="1400" dirty="0"/>
              <a:t> {</a:t>
            </a:r>
          </a:p>
          <a:p>
            <a:r>
              <a:rPr lang="ko-KR" altLang="en-US" sz="1400" dirty="0"/>
              <a:t>        // </a:t>
            </a:r>
            <a:r>
              <a:rPr lang="ko-KR" altLang="en-US" sz="1400" dirty="0" err="1"/>
              <a:t>Writer</a:t>
            </a:r>
            <a:r>
              <a:rPr lang="ko-KR" altLang="en-US" sz="1400" dirty="0"/>
              <a:t> 객체 생성 (</a:t>
            </a:r>
            <a:r>
              <a:rPr lang="ko-KR" altLang="en-US" sz="1400" dirty="0" err="1"/>
              <a:t>FileWriter를</a:t>
            </a:r>
            <a:r>
              <a:rPr lang="ko-KR" altLang="en-US" sz="1400" dirty="0"/>
              <a:t> 통해 파일에 문자 출력)</a:t>
            </a:r>
          </a:p>
          <a:p>
            <a:r>
              <a:rPr lang="ko-KR" altLang="en-US" sz="1400" dirty="0"/>
              <a:t>        // "C:/Temp/test7.txt" 파일에 데이터를 기록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Writer</a:t>
            </a:r>
            <a:r>
              <a:rPr lang="ko-KR" altLang="en-US" sz="1400" dirty="0"/>
              <a:t> </a:t>
            </a:r>
            <a:r>
              <a:rPr lang="ko-KR" altLang="en-US" sz="1400" dirty="0" err="1"/>
              <a:t>writer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new</a:t>
            </a:r>
            <a:r>
              <a:rPr lang="ko-KR" altLang="en-US" sz="1400" dirty="0"/>
              <a:t> </a:t>
            </a:r>
            <a:r>
              <a:rPr lang="ko-KR" altLang="en-US" sz="1400" dirty="0" err="1"/>
              <a:t>FileWriter</a:t>
            </a:r>
            <a:r>
              <a:rPr lang="ko-KR" altLang="en-US" sz="1400" dirty="0"/>
              <a:t>("C:/Temp/test7.txt");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// 출력할 문자 데이터 정의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char</a:t>
            </a:r>
            <a:r>
              <a:rPr lang="ko-KR" altLang="en-US" sz="1400" dirty="0"/>
              <a:t> </a:t>
            </a:r>
            <a:r>
              <a:rPr lang="ko-KR" altLang="en-US" sz="1400" dirty="0" err="1"/>
              <a:t>a</a:t>
            </a:r>
            <a:r>
              <a:rPr lang="ko-KR" altLang="en-US" sz="1400" dirty="0"/>
              <a:t> = '</a:t>
            </a:r>
            <a:r>
              <a:rPr lang="ko-KR" altLang="en-US" sz="1400" dirty="0" err="1"/>
              <a:t>A</a:t>
            </a:r>
            <a:r>
              <a:rPr lang="ko-KR" altLang="en-US" sz="1400" dirty="0"/>
              <a:t>'; // 문자 '</a:t>
            </a:r>
            <a:r>
              <a:rPr lang="ko-KR" altLang="en-US" sz="1400" dirty="0" err="1"/>
              <a:t>A</a:t>
            </a:r>
            <a:r>
              <a:rPr lang="ko-KR" altLang="en-US" sz="1400" dirty="0"/>
              <a:t>'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char</a:t>
            </a:r>
            <a:r>
              <a:rPr lang="ko-KR" altLang="en-US" sz="1400" dirty="0"/>
              <a:t> </a:t>
            </a:r>
            <a:r>
              <a:rPr lang="ko-KR" altLang="en-US" sz="1400" dirty="0" err="1"/>
              <a:t>b</a:t>
            </a:r>
            <a:r>
              <a:rPr lang="ko-KR" altLang="en-US" sz="1400" dirty="0"/>
              <a:t> = '</a:t>
            </a:r>
            <a:r>
              <a:rPr lang="ko-KR" altLang="en-US" sz="1400" dirty="0" err="1"/>
              <a:t>B</a:t>
            </a:r>
            <a:r>
              <a:rPr lang="ko-KR" altLang="en-US" sz="1400" dirty="0"/>
              <a:t>'; // 문자 '</a:t>
            </a:r>
            <a:r>
              <a:rPr lang="ko-KR" altLang="en-US" sz="1400" dirty="0" err="1"/>
              <a:t>B</a:t>
            </a:r>
            <a:r>
              <a:rPr lang="ko-KR" altLang="en-US" sz="1400" dirty="0"/>
              <a:t>'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char</a:t>
            </a:r>
            <a:r>
              <a:rPr lang="ko-KR" altLang="en-US" sz="1400" dirty="0"/>
              <a:t> c = 'C'; // 문자 'C'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// 문자 데이터를 파일에 쓰기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writer.write</a:t>
            </a:r>
            <a:r>
              <a:rPr lang="ko-KR" altLang="en-US" sz="1400" dirty="0"/>
              <a:t>(</a:t>
            </a:r>
            <a:r>
              <a:rPr lang="ko-KR" altLang="en-US" sz="1400" dirty="0" err="1"/>
              <a:t>a</a:t>
            </a:r>
            <a:r>
              <a:rPr lang="ko-KR" altLang="en-US" sz="1400" dirty="0"/>
              <a:t>); // 문자 '</a:t>
            </a:r>
            <a:r>
              <a:rPr lang="ko-KR" altLang="en-US" sz="1400" dirty="0" err="1"/>
              <a:t>A</a:t>
            </a:r>
            <a:r>
              <a:rPr lang="ko-KR" altLang="en-US" sz="1400" dirty="0"/>
              <a:t>' 출력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writer.write</a:t>
            </a:r>
            <a:r>
              <a:rPr lang="ko-KR" altLang="en-US" sz="1400" dirty="0"/>
              <a:t>(</a:t>
            </a:r>
            <a:r>
              <a:rPr lang="ko-KR" altLang="en-US" sz="1400" dirty="0" err="1"/>
              <a:t>b</a:t>
            </a:r>
            <a:r>
              <a:rPr lang="ko-KR" altLang="en-US" sz="1400" dirty="0"/>
              <a:t>); // 문자 '</a:t>
            </a:r>
            <a:r>
              <a:rPr lang="ko-KR" altLang="en-US" sz="1400" dirty="0" err="1"/>
              <a:t>B</a:t>
            </a:r>
            <a:r>
              <a:rPr lang="ko-KR" altLang="en-US" sz="1400" dirty="0"/>
              <a:t>' 출력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writer.write</a:t>
            </a:r>
            <a:r>
              <a:rPr lang="ko-KR" altLang="en-US" sz="1400" dirty="0"/>
              <a:t>(c); // 문자 'C' 출력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// 출력 버퍼에 남아 있는 데이터를 파일에 강제로 출력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writer.flush</a:t>
            </a:r>
            <a:r>
              <a:rPr lang="ko-KR" altLang="en-US" sz="1400" dirty="0"/>
              <a:t>();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// </a:t>
            </a:r>
            <a:r>
              <a:rPr lang="ko-KR" altLang="en-US" sz="1400" dirty="0" err="1"/>
              <a:t>Writer</a:t>
            </a:r>
            <a:r>
              <a:rPr lang="ko-KR" altLang="en-US" sz="1400" dirty="0"/>
              <a:t> 스트림 닫기 (자원 해제)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writer.close</a:t>
            </a:r>
            <a:r>
              <a:rPr lang="ko-KR" altLang="en-US" sz="1400" dirty="0"/>
              <a:t>();</a:t>
            </a:r>
          </a:p>
          <a:p>
            <a:r>
              <a:rPr lang="ko-KR" altLang="en-US" sz="1400" dirty="0"/>
              <a:t>    }</a:t>
            </a:r>
          </a:p>
          <a:p>
            <a:r>
              <a:rPr lang="ko-KR" altLang="en-US" sz="1400" dirty="0"/>
              <a:t>}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08B58C9-8D85-582C-FCDC-9B6BAB4101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876349"/>
              </p:ext>
            </p:extLst>
          </p:nvPr>
        </p:nvGraphicFramePr>
        <p:xfrm>
          <a:off x="6756904" y="793294"/>
          <a:ext cx="414246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16">
                  <a:extLst>
                    <a:ext uri="{9D8B030D-6E8A-4147-A177-3AD203B41FA5}">
                      <a16:colId xmlns:a16="http://schemas.microsoft.com/office/drawing/2014/main" val="2404827807"/>
                    </a:ext>
                  </a:extLst>
                </a:gridCol>
                <a:gridCol w="1035616">
                  <a:extLst>
                    <a:ext uri="{9D8B030D-6E8A-4147-A177-3AD203B41FA5}">
                      <a16:colId xmlns:a16="http://schemas.microsoft.com/office/drawing/2014/main" val="1367834435"/>
                    </a:ext>
                  </a:extLst>
                </a:gridCol>
                <a:gridCol w="1035616">
                  <a:extLst>
                    <a:ext uri="{9D8B030D-6E8A-4147-A177-3AD203B41FA5}">
                      <a16:colId xmlns:a16="http://schemas.microsoft.com/office/drawing/2014/main" val="3047474672"/>
                    </a:ext>
                  </a:extLst>
                </a:gridCol>
                <a:gridCol w="1035616">
                  <a:extLst>
                    <a:ext uri="{9D8B030D-6E8A-4147-A177-3AD203B41FA5}">
                      <a16:colId xmlns:a16="http://schemas.microsoft.com/office/drawing/2014/main" val="5000184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보낼 바이트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보낼 바이트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636823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D787F7CB-C37D-FAF7-D450-B54C177F2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13" y="2660870"/>
            <a:ext cx="2967775" cy="153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925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0AFBB-3F55-8A17-8CE3-E50237412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7F2870-E20A-93A0-B847-30DE12403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문자 출력 스트림</a:t>
            </a:r>
            <a:r>
              <a:rPr lang="en-US" altLang="ko-KR" sz="1400" b="1" dirty="0"/>
              <a:t>: Writer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-write(char[] </a:t>
            </a:r>
            <a:r>
              <a:rPr lang="en-US" altLang="ko-KR" sz="1400" dirty="0" err="1"/>
              <a:t>cbuf</a:t>
            </a:r>
            <a:r>
              <a:rPr lang="en-US" altLang="ko-KR" sz="1400" dirty="0"/>
              <a:t>)</a:t>
            </a:r>
            <a:r>
              <a:rPr lang="ko-KR" altLang="en-US" sz="1400" dirty="0"/>
              <a:t>메소드</a:t>
            </a:r>
            <a:r>
              <a:rPr lang="en-US" altLang="ko-KR" sz="1400" dirty="0"/>
              <a:t>:</a:t>
            </a:r>
          </a:p>
          <a:p>
            <a:pPr marL="0" indent="0">
              <a:buNone/>
            </a:pPr>
            <a:r>
              <a:rPr lang="ko-KR" altLang="en-US" sz="1400" dirty="0" err="1"/>
              <a:t>매개값으로</a:t>
            </a:r>
            <a:r>
              <a:rPr lang="ko-KR" altLang="en-US" sz="1400" dirty="0"/>
              <a:t> 주어진 </a:t>
            </a:r>
            <a:r>
              <a:rPr lang="en-US" altLang="ko-KR" sz="1400" dirty="0"/>
              <a:t>char</a:t>
            </a:r>
            <a:r>
              <a:rPr lang="ko-KR" altLang="en-US" sz="1400" dirty="0"/>
              <a:t>배열 전부를 출력 스트림으로 보냄</a:t>
            </a:r>
            <a:endParaRPr lang="en-US" altLang="ko-KR" sz="14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3BE146C-FD9A-4820-8B3D-5F8FA8E63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16738"/>
              </p:ext>
            </p:extLst>
          </p:nvPr>
        </p:nvGraphicFramePr>
        <p:xfrm>
          <a:off x="4998016" y="574811"/>
          <a:ext cx="21959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984">
                  <a:extLst>
                    <a:ext uri="{9D8B030D-6E8A-4147-A177-3AD203B41FA5}">
                      <a16:colId xmlns:a16="http://schemas.microsoft.com/office/drawing/2014/main" val="3098098652"/>
                    </a:ext>
                  </a:extLst>
                </a:gridCol>
                <a:gridCol w="1097984">
                  <a:extLst>
                    <a:ext uri="{9D8B030D-6E8A-4147-A177-3AD203B41FA5}">
                      <a16:colId xmlns:a16="http://schemas.microsoft.com/office/drawing/2014/main" val="3934116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보낼 바이트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보낼 바이트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11022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D16551E-5313-AB4D-330E-AEED880FA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837104"/>
              </p:ext>
            </p:extLst>
          </p:nvPr>
        </p:nvGraphicFramePr>
        <p:xfrm>
          <a:off x="7418812" y="574811"/>
          <a:ext cx="21959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984">
                  <a:extLst>
                    <a:ext uri="{9D8B030D-6E8A-4147-A177-3AD203B41FA5}">
                      <a16:colId xmlns:a16="http://schemas.microsoft.com/office/drawing/2014/main" val="3098098652"/>
                    </a:ext>
                  </a:extLst>
                </a:gridCol>
                <a:gridCol w="1097984">
                  <a:extLst>
                    <a:ext uri="{9D8B030D-6E8A-4147-A177-3AD203B41FA5}">
                      <a16:colId xmlns:a16="http://schemas.microsoft.com/office/drawing/2014/main" val="3934116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보낼 바이트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보낼 바이트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11022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7469DC1-110E-AA8C-99F4-CD051AC6BC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395465"/>
              </p:ext>
            </p:extLst>
          </p:nvPr>
        </p:nvGraphicFramePr>
        <p:xfrm>
          <a:off x="9805406" y="574811"/>
          <a:ext cx="21959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984">
                  <a:extLst>
                    <a:ext uri="{9D8B030D-6E8A-4147-A177-3AD203B41FA5}">
                      <a16:colId xmlns:a16="http://schemas.microsoft.com/office/drawing/2014/main" val="3098098652"/>
                    </a:ext>
                  </a:extLst>
                </a:gridCol>
                <a:gridCol w="1097984">
                  <a:extLst>
                    <a:ext uri="{9D8B030D-6E8A-4147-A177-3AD203B41FA5}">
                      <a16:colId xmlns:a16="http://schemas.microsoft.com/office/drawing/2014/main" val="3934116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보낼 바이트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보낼 바이트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1102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58D6E86-C0A5-3FB3-33D2-71BA12446D97}"/>
              </a:ext>
            </a:extLst>
          </p:cNvPr>
          <p:cNvSpPr txBox="1"/>
          <p:nvPr/>
        </p:nvSpPr>
        <p:spPr>
          <a:xfrm>
            <a:off x="-10562" y="1832024"/>
            <a:ext cx="610656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/>
              <a:t>import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java.io.FileWriter</a:t>
            </a:r>
            <a:r>
              <a:rPr lang="ko-KR" altLang="en-US" sz="1400" dirty="0"/>
              <a:t>;</a:t>
            </a:r>
          </a:p>
          <a:p>
            <a:r>
              <a:rPr lang="ko-KR" altLang="en-US" sz="1400" dirty="0" err="1"/>
              <a:t>import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java.io.Writer</a:t>
            </a:r>
            <a:r>
              <a:rPr lang="ko-KR" altLang="en-US" sz="1400" dirty="0"/>
              <a:t>;</a:t>
            </a:r>
          </a:p>
          <a:p>
            <a:endParaRPr lang="ko-KR" altLang="en-US" sz="1400" dirty="0"/>
          </a:p>
          <a:p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class</a:t>
            </a:r>
            <a:r>
              <a:rPr lang="ko-KR" altLang="en-US" sz="1400" dirty="0"/>
              <a:t> </a:t>
            </a:r>
            <a:r>
              <a:rPr lang="ko-KR" altLang="en-US" sz="1400" dirty="0" err="1"/>
              <a:t>WriteExample</a:t>
            </a:r>
            <a:r>
              <a:rPr lang="ko-KR" altLang="en-US" sz="1400" dirty="0"/>
              <a:t> {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static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void</a:t>
            </a:r>
            <a:r>
              <a:rPr lang="ko-KR" altLang="en-US" sz="1400" dirty="0"/>
              <a:t> </a:t>
            </a:r>
            <a:r>
              <a:rPr lang="ko-KR" altLang="en-US" sz="1400" dirty="0" err="1"/>
              <a:t>main</a:t>
            </a:r>
            <a:r>
              <a:rPr lang="ko-KR" altLang="en-US" sz="1400" dirty="0"/>
              <a:t>(</a:t>
            </a:r>
            <a:r>
              <a:rPr lang="ko-KR" altLang="en-US" sz="1400" dirty="0" err="1"/>
              <a:t>String</a:t>
            </a:r>
            <a:r>
              <a:rPr lang="ko-KR" altLang="en-US" sz="1400" dirty="0"/>
              <a:t>[] </a:t>
            </a:r>
            <a:r>
              <a:rPr lang="ko-KR" altLang="en-US" sz="1400" dirty="0" err="1"/>
              <a:t>args</a:t>
            </a:r>
            <a:r>
              <a:rPr lang="ko-KR" altLang="en-US" sz="1400" dirty="0"/>
              <a:t>) </a:t>
            </a:r>
            <a:r>
              <a:rPr lang="ko-KR" altLang="en-US" sz="1400" dirty="0" err="1"/>
              <a:t>throws</a:t>
            </a:r>
            <a:r>
              <a:rPr lang="ko-KR" altLang="en-US" sz="1400" dirty="0"/>
              <a:t> </a:t>
            </a:r>
            <a:r>
              <a:rPr lang="ko-KR" altLang="en-US" sz="1400" dirty="0" err="1"/>
              <a:t>Exception</a:t>
            </a:r>
            <a:r>
              <a:rPr lang="ko-KR" altLang="en-US" sz="1400" dirty="0"/>
              <a:t> {</a:t>
            </a:r>
          </a:p>
          <a:p>
            <a:r>
              <a:rPr lang="ko-KR" altLang="en-US" sz="1400" dirty="0"/>
              <a:t>        // </a:t>
            </a:r>
            <a:r>
              <a:rPr lang="ko-KR" altLang="en-US" sz="1400" dirty="0" err="1"/>
              <a:t>Writer</a:t>
            </a:r>
            <a:r>
              <a:rPr lang="ko-KR" altLang="en-US" sz="1400" dirty="0"/>
              <a:t> 객체 생성 (</a:t>
            </a:r>
            <a:r>
              <a:rPr lang="ko-KR" altLang="en-US" sz="1400" dirty="0" err="1"/>
              <a:t>FileWriter를</a:t>
            </a:r>
            <a:r>
              <a:rPr lang="ko-KR" altLang="en-US" sz="1400" dirty="0"/>
              <a:t> 통해 파일에 문자 출력)</a:t>
            </a:r>
          </a:p>
          <a:p>
            <a:r>
              <a:rPr lang="ko-KR" altLang="en-US" sz="1400" dirty="0"/>
              <a:t>        // "C:/Temp/test8.txt" 파일에 데이터를 기록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Writer</a:t>
            </a:r>
            <a:r>
              <a:rPr lang="ko-KR" altLang="en-US" sz="1400" dirty="0"/>
              <a:t> </a:t>
            </a:r>
            <a:r>
              <a:rPr lang="ko-KR" altLang="en-US" sz="1400" dirty="0" err="1"/>
              <a:t>writer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new</a:t>
            </a:r>
            <a:r>
              <a:rPr lang="ko-KR" altLang="en-US" sz="1400" dirty="0"/>
              <a:t> </a:t>
            </a:r>
            <a:r>
              <a:rPr lang="ko-KR" altLang="en-US" sz="1400" dirty="0" err="1"/>
              <a:t>FileWriter</a:t>
            </a:r>
            <a:r>
              <a:rPr lang="ko-KR" altLang="en-US" sz="1400" dirty="0"/>
              <a:t>("C:/Temp/test8.txt");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// 출력할 문자 배열 정의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char</a:t>
            </a:r>
            <a:r>
              <a:rPr lang="ko-KR" altLang="en-US" sz="1400" dirty="0"/>
              <a:t>[] </a:t>
            </a:r>
            <a:r>
              <a:rPr lang="ko-KR" altLang="en-US" sz="1400" dirty="0" err="1"/>
              <a:t>array</a:t>
            </a:r>
            <a:r>
              <a:rPr lang="ko-KR" altLang="en-US" sz="1400" dirty="0"/>
              <a:t> = { '</a:t>
            </a:r>
            <a:r>
              <a:rPr lang="ko-KR" altLang="en-US" sz="1400" dirty="0" err="1"/>
              <a:t>A</a:t>
            </a:r>
            <a:r>
              <a:rPr lang="ko-KR" altLang="en-US" sz="1400" dirty="0"/>
              <a:t>', '</a:t>
            </a:r>
            <a:r>
              <a:rPr lang="ko-KR" altLang="en-US" sz="1400" dirty="0" err="1"/>
              <a:t>B</a:t>
            </a:r>
            <a:r>
              <a:rPr lang="ko-KR" altLang="en-US" sz="1400" dirty="0"/>
              <a:t>', 'C' }; // 문자 '</a:t>
            </a:r>
            <a:r>
              <a:rPr lang="ko-KR" altLang="en-US" sz="1400" dirty="0" err="1"/>
              <a:t>A</a:t>
            </a:r>
            <a:r>
              <a:rPr lang="ko-KR" altLang="en-US" sz="1400" dirty="0"/>
              <a:t>', '</a:t>
            </a:r>
            <a:r>
              <a:rPr lang="ko-KR" altLang="en-US" sz="1400" dirty="0" err="1"/>
              <a:t>B</a:t>
            </a:r>
            <a:r>
              <a:rPr lang="ko-KR" altLang="en-US" sz="1400" dirty="0"/>
              <a:t>', '</a:t>
            </a:r>
            <a:r>
              <a:rPr lang="ko-KR" altLang="en-US" sz="1400" dirty="0" err="1"/>
              <a:t>C'를</a:t>
            </a:r>
            <a:r>
              <a:rPr lang="ko-KR" altLang="en-US" sz="1400" dirty="0"/>
              <a:t> 포함하는 배열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// 문자 배열 데이터를 파일에 쓰기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writer.write</a:t>
            </a:r>
            <a:r>
              <a:rPr lang="ko-KR" altLang="en-US" sz="1400" dirty="0"/>
              <a:t>(</a:t>
            </a:r>
            <a:r>
              <a:rPr lang="ko-KR" altLang="en-US" sz="1400" dirty="0" err="1"/>
              <a:t>array</a:t>
            </a:r>
            <a:r>
              <a:rPr lang="ko-KR" altLang="en-US" sz="1400" dirty="0"/>
              <a:t>); // 배열의 모든 문자를 파일에 출력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// 출력 버퍼에 남아 있는 데이터를 파일에 강제로 출력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writer.flush</a:t>
            </a:r>
            <a:r>
              <a:rPr lang="ko-KR" altLang="en-US" sz="1400" dirty="0"/>
              <a:t>();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// </a:t>
            </a:r>
            <a:r>
              <a:rPr lang="ko-KR" altLang="en-US" sz="1400" dirty="0" err="1"/>
              <a:t>Writer</a:t>
            </a:r>
            <a:r>
              <a:rPr lang="ko-KR" altLang="en-US" sz="1400" dirty="0"/>
              <a:t> 스트림 닫기 (자원 해제)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writer.close</a:t>
            </a:r>
            <a:r>
              <a:rPr lang="ko-KR" altLang="en-US" sz="1400" dirty="0"/>
              <a:t>();</a:t>
            </a:r>
          </a:p>
          <a:p>
            <a:r>
              <a:rPr lang="ko-KR" altLang="en-US" sz="1400" dirty="0"/>
              <a:t>    }</a:t>
            </a:r>
          </a:p>
          <a:p>
            <a:r>
              <a:rPr lang="ko-KR" altLang="en-US" sz="1400" dirty="0"/>
              <a:t>}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60B9672-484A-4491-C2F5-100EEC9C0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809" y="3106299"/>
            <a:ext cx="2730910" cy="1591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538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DB15B-53D3-7BC9-58E7-210BD80C4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C6CCD2-8A7B-306E-E0E6-3637ABC33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문자 출력 스트림</a:t>
            </a:r>
            <a:r>
              <a:rPr lang="en-US" altLang="ko-KR" sz="1400" b="1" dirty="0"/>
              <a:t>: Writer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-write(char[] </a:t>
            </a:r>
            <a:r>
              <a:rPr lang="en-US" altLang="ko-KR" sz="1400" dirty="0" err="1"/>
              <a:t>cbuf</a:t>
            </a:r>
            <a:r>
              <a:rPr lang="en-US" altLang="ko-KR" sz="1400" dirty="0"/>
              <a:t>, int off, int </a:t>
            </a:r>
            <a:r>
              <a:rPr lang="en-US" altLang="ko-KR" sz="1400" dirty="0" err="1"/>
              <a:t>len</a:t>
            </a:r>
            <a:r>
              <a:rPr lang="en-US" altLang="ko-KR" sz="1400" dirty="0"/>
              <a:t>)</a:t>
            </a:r>
            <a:r>
              <a:rPr lang="ko-KR" altLang="en-US" sz="1400" dirty="0"/>
              <a:t>메소드</a:t>
            </a:r>
            <a:r>
              <a:rPr lang="en-US" altLang="ko-KR" sz="1400" dirty="0"/>
              <a:t>:					write(char[] </a:t>
            </a:r>
            <a:r>
              <a:rPr lang="en-US" altLang="ko-KR" sz="1400" dirty="0" err="1"/>
              <a:t>cbuf</a:t>
            </a:r>
            <a:r>
              <a:rPr lang="en-US" altLang="ko-KR" sz="1400" dirty="0"/>
              <a:t> 1, 2)</a:t>
            </a:r>
          </a:p>
          <a:p>
            <a:pPr marL="0" indent="0">
              <a:buNone/>
            </a:pPr>
            <a:r>
              <a:rPr lang="en-US" altLang="ko-KR" sz="1400" dirty="0"/>
              <a:t>c[off]</a:t>
            </a:r>
            <a:r>
              <a:rPr lang="ko-KR" altLang="en-US" sz="1400" dirty="0"/>
              <a:t>부터 </a:t>
            </a:r>
            <a:r>
              <a:rPr lang="en-US" altLang="ko-KR" sz="1400" dirty="0" err="1"/>
              <a:t>len</a:t>
            </a:r>
            <a:r>
              <a:rPr lang="ko-KR" altLang="en-US" sz="1400" dirty="0"/>
              <a:t>개의 문자를 출력 스트림으로 보냄</a:t>
            </a:r>
            <a:endParaRPr lang="en-US" altLang="ko-KR" sz="14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459B7D2-250D-7C76-B550-8A238FB457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169240"/>
              </p:ext>
            </p:extLst>
          </p:nvPr>
        </p:nvGraphicFramePr>
        <p:xfrm>
          <a:off x="5160474" y="920075"/>
          <a:ext cx="329546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7731">
                  <a:extLst>
                    <a:ext uri="{9D8B030D-6E8A-4147-A177-3AD203B41FA5}">
                      <a16:colId xmlns:a16="http://schemas.microsoft.com/office/drawing/2014/main" val="3098098652"/>
                    </a:ext>
                  </a:extLst>
                </a:gridCol>
                <a:gridCol w="1647731">
                  <a:extLst>
                    <a:ext uri="{9D8B030D-6E8A-4147-A177-3AD203B41FA5}">
                      <a16:colId xmlns:a16="http://schemas.microsoft.com/office/drawing/2014/main" val="3934116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cbuf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[0]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보낼 문자</a:t>
                      </a:r>
                      <a:r>
                        <a:rPr kumimoji="0" lang="en-US" altLang="ko-KR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cbuf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[1]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11022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F4EFB97-B605-AC84-5B4E-5B31FD19E3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082874"/>
              </p:ext>
            </p:extLst>
          </p:nvPr>
        </p:nvGraphicFramePr>
        <p:xfrm>
          <a:off x="8603809" y="920075"/>
          <a:ext cx="329546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010">
                  <a:extLst>
                    <a:ext uri="{9D8B030D-6E8A-4147-A177-3AD203B41FA5}">
                      <a16:colId xmlns:a16="http://schemas.microsoft.com/office/drawing/2014/main" val="3098098652"/>
                    </a:ext>
                  </a:extLst>
                </a:gridCol>
                <a:gridCol w="1792452">
                  <a:extLst>
                    <a:ext uri="{9D8B030D-6E8A-4147-A177-3AD203B41FA5}">
                      <a16:colId xmlns:a16="http://schemas.microsoft.com/office/drawing/2014/main" val="3934116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보낼 문자</a:t>
                      </a:r>
                      <a:r>
                        <a:rPr kumimoji="0" lang="en-US" altLang="ko-KR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cbuf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[2]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cbuf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[3]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1102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0CD1DC2-78CA-0DB3-8D0E-369E5F9CE5BC}"/>
              </a:ext>
            </a:extLst>
          </p:cNvPr>
          <p:cNvSpPr txBox="1"/>
          <p:nvPr/>
        </p:nvSpPr>
        <p:spPr>
          <a:xfrm>
            <a:off x="-1" y="1595021"/>
            <a:ext cx="6962115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/>
              <a:t>import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java.io.FileWriter</a:t>
            </a:r>
            <a:r>
              <a:rPr lang="ko-KR" altLang="en-US" sz="1400" dirty="0"/>
              <a:t>;</a:t>
            </a:r>
          </a:p>
          <a:p>
            <a:r>
              <a:rPr lang="ko-KR" altLang="en-US" sz="1400" dirty="0" err="1"/>
              <a:t>import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java.io.Writer</a:t>
            </a:r>
            <a:r>
              <a:rPr lang="ko-KR" altLang="en-US" sz="1400" dirty="0"/>
              <a:t>;</a:t>
            </a:r>
          </a:p>
          <a:p>
            <a:endParaRPr lang="ko-KR" altLang="en-US" sz="1400" dirty="0"/>
          </a:p>
          <a:p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class</a:t>
            </a:r>
            <a:r>
              <a:rPr lang="ko-KR" altLang="en-US" sz="1400" dirty="0"/>
              <a:t> </a:t>
            </a:r>
            <a:r>
              <a:rPr lang="ko-KR" altLang="en-US" sz="1400" dirty="0" err="1"/>
              <a:t>WriteExample</a:t>
            </a:r>
            <a:r>
              <a:rPr lang="ko-KR" altLang="en-US" sz="1400" dirty="0"/>
              <a:t> {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static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void</a:t>
            </a:r>
            <a:r>
              <a:rPr lang="ko-KR" altLang="en-US" sz="1400" dirty="0"/>
              <a:t> </a:t>
            </a:r>
            <a:r>
              <a:rPr lang="ko-KR" altLang="en-US" sz="1400" dirty="0" err="1"/>
              <a:t>main</a:t>
            </a:r>
            <a:r>
              <a:rPr lang="ko-KR" altLang="en-US" sz="1400" dirty="0"/>
              <a:t>(</a:t>
            </a:r>
            <a:r>
              <a:rPr lang="ko-KR" altLang="en-US" sz="1400" dirty="0" err="1"/>
              <a:t>String</a:t>
            </a:r>
            <a:r>
              <a:rPr lang="ko-KR" altLang="en-US" sz="1400" dirty="0"/>
              <a:t>[] </a:t>
            </a:r>
            <a:r>
              <a:rPr lang="ko-KR" altLang="en-US" sz="1400" dirty="0" err="1"/>
              <a:t>args</a:t>
            </a:r>
            <a:r>
              <a:rPr lang="ko-KR" altLang="en-US" sz="1400" dirty="0"/>
              <a:t>) </a:t>
            </a:r>
            <a:r>
              <a:rPr lang="ko-KR" altLang="en-US" sz="1400" dirty="0" err="1"/>
              <a:t>throws</a:t>
            </a:r>
            <a:r>
              <a:rPr lang="ko-KR" altLang="en-US" sz="1400" dirty="0"/>
              <a:t> </a:t>
            </a:r>
            <a:r>
              <a:rPr lang="ko-KR" altLang="en-US" sz="1400" dirty="0" err="1"/>
              <a:t>Exception</a:t>
            </a:r>
            <a:r>
              <a:rPr lang="ko-KR" altLang="en-US" sz="1400" dirty="0"/>
              <a:t> {</a:t>
            </a:r>
          </a:p>
          <a:p>
            <a:r>
              <a:rPr lang="ko-KR" altLang="en-US" sz="1400" dirty="0"/>
              <a:t>        // </a:t>
            </a:r>
            <a:r>
              <a:rPr lang="ko-KR" altLang="en-US" sz="1400" dirty="0" err="1"/>
              <a:t>Writer</a:t>
            </a:r>
            <a:r>
              <a:rPr lang="ko-KR" altLang="en-US" sz="1400" dirty="0"/>
              <a:t> 객체 생성 (</a:t>
            </a:r>
            <a:r>
              <a:rPr lang="ko-KR" altLang="en-US" sz="1400" dirty="0" err="1"/>
              <a:t>FileWriter를</a:t>
            </a:r>
            <a:r>
              <a:rPr lang="ko-KR" altLang="en-US" sz="1400" dirty="0"/>
              <a:t> 통해 파일에 문자 출력)</a:t>
            </a:r>
          </a:p>
          <a:p>
            <a:r>
              <a:rPr lang="ko-KR" altLang="en-US" sz="1400" dirty="0"/>
              <a:t>        // "C:/Temp/test9.txt" 파일에 데이터를 기록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Writer</a:t>
            </a:r>
            <a:r>
              <a:rPr lang="ko-KR" altLang="en-US" sz="1400" dirty="0"/>
              <a:t> </a:t>
            </a:r>
            <a:r>
              <a:rPr lang="ko-KR" altLang="en-US" sz="1400" dirty="0" err="1"/>
              <a:t>writer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new</a:t>
            </a:r>
            <a:r>
              <a:rPr lang="ko-KR" altLang="en-US" sz="1400" dirty="0"/>
              <a:t> </a:t>
            </a:r>
            <a:r>
              <a:rPr lang="ko-KR" altLang="en-US" sz="1400" dirty="0" err="1"/>
              <a:t>FileWriter</a:t>
            </a:r>
            <a:r>
              <a:rPr lang="ko-KR" altLang="en-US" sz="1400" dirty="0"/>
              <a:t>("C:/Temp/test9.txt");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// 출력할 문자 배열 정의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char</a:t>
            </a:r>
            <a:r>
              <a:rPr lang="ko-KR" altLang="en-US" sz="1400" dirty="0"/>
              <a:t>[] </a:t>
            </a:r>
            <a:r>
              <a:rPr lang="ko-KR" altLang="en-US" sz="1400" dirty="0" err="1"/>
              <a:t>array</a:t>
            </a:r>
            <a:r>
              <a:rPr lang="ko-KR" altLang="en-US" sz="1400" dirty="0"/>
              <a:t> = { '</a:t>
            </a:r>
            <a:r>
              <a:rPr lang="ko-KR" altLang="en-US" sz="1400" dirty="0" err="1"/>
              <a:t>A</a:t>
            </a:r>
            <a:r>
              <a:rPr lang="ko-KR" altLang="en-US" sz="1400" dirty="0"/>
              <a:t>', '</a:t>
            </a:r>
            <a:r>
              <a:rPr lang="ko-KR" altLang="en-US" sz="1400" dirty="0" err="1"/>
              <a:t>B</a:t>
            </a:r>
            <a:r>
              <a:rPr lang="ko-KR" altLang="en-US" sz="1400" dirty="0"/>
              <a:t>', 'C', '</a:t>
            </a:r>
            <a:r>
              <a:rPr lang="ko-KR" altLang="en-US" sz="1400" dirty="0" err="1"/>
              <a:t>D</a:t>
            </a:r>
            <a:r>
              <a:rPr lang="ko-KR" altLang="en-US" sz="1400" dirty="0"/>
              <a:t>', '</a:t>
            </a:r>
            <a:r>
              <a:rPr lang="ko-KR" altLang="en-US" sz="1400" dirty="0" err="1"/>
              <a:t>E</a:t>
            </a:r>
            <a:r>
              <a:rPr lang="ko-KR" altLang="en-US" sz="1400" dirty="0"/>
              <a:t>' }; // 문자 '</a:t>
            </a:r>
            <a:r>
              <a:rPr lang="ko-KR" altLang="en-US" sz="1400" dirty="0" err="1"/>
              <a:t>A</a:t>
            </a:r>
            <a:r>
              <a:rPr lang="ko-KR" altLang="en-US" sz="1400" dirty="0"/>
              <a:t>', '</a:t>
            </a:r>
            <a:r>
              <a:rPr lang="ko-KR" altLang="en-US" sz="1400" dirty="0" err="1"/>
              <a:t>B</a:t>
            </a:r>
            <a:r>
              <a:rPr lang="ko-KR" altLang="en-US" sz="1400" dirty="0"/>
              <a:t>', 'C', '</a:t>
            </a:r>
            <a:r>
              <a:rPr lang="ko-KR" altLang="en-US" sz="1400" dirty="0" err="1"/>
              <a:t>D</a:t>
            </a:r>
            <a:r>
              <a:rPr lang="ko-KR" altLang="en-US" sz="1400" dirty="0"/>
              <a:t>', '</a:t>
            </a:r>
            <a:r>
              <a:rPr lang="ko-KR" altLang="en-US" sz="1400" dirty="0" err="1"/>
              <a:t>E'를</a:t>
            </a:r>
            <a:r>
              <a:rPr lang="ko-KR" altLang="en-US" sz="1400" dirty="0"/>
              <a:t> 포함하는 배열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// 문자 배열의 일부를 파일에 쓰기</a:t>
            </a:r>
          </a:p>
          <a:p>
            <a:r>
              <a:rPr lang="ko-KR" altLang="en-US" sz="1400" dirty="0"/>
              <a:t>        // 배열의 인덱스 1번(</a:t>
            </a:r>
            <a:r>
              <a:rPr lang="ko-KR" altLang="en-US" sz="1400" dirty="0" err="1"/>
              <a:t>B</a:t>
            </a:r>
            <a:r>
              <a:rPr lang="ko-KR" altLang="en-US" sz="1400" dirty="0"/>
              <a:t>)</a:t>
            </a:r>
            <a:r>
              <a:rPr lang="ko-KR" altLang="en-US" sz="1400" dirty="0" err="1"/>
              <a:t>부터</a:t>
            </a:r>
            <a:r>
              <a:rPr lang="ko-KR" altLang="en-US" sz="1400" dirty="0"/>
              <a:t> 3개의 문자를 파일에 출력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writer.write</a:t>
            </a:r>
            <a:r>
              <a:rPr lang="ko-KR" altLang="en-US" sz="1400" dirty="0"/>
              <a:t>(</a:t>
            </a:r>
            <a:r>
              <a:rPr lang="ko-KR" altLang="en-US" sz="1400" dirty="0" err="1"/>
              <a:t>array</a:t>
            </a:r>
            <a:r>
              <a:rPr lang="ko-KR" altLang="en-US" sz="1400" dirty="0"/>
              <a:t>, 1, 3);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// 출력 버퍼에 남아 있는 데이터를 파일에 강제로 출력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writer.flush</a:t>
            </a:r>
            <a:r>
              <a:rPr lang="ko-KR" altLang="en-US" sz="1400" dirty="0"/>
              <a:t>();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// </a:t>
            </a:r>
            <a:r>
              <a:rPr lang="ko-KR" altLang="en-US" sz="1400" dirty="0" err="1"/>
              <a:t>Writer</a:t>
            </a:r>
            <a:r>
              <a:rPr lang="ko-KR" altLang="en-US" sz="1400" dirty="0"/>
              <a:t> 스트림 닫기 (자원 해제)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writer.close</a:t>
            </a:r>
            <a:r>
              <a:rPr lang="ko-KR" altLang="en-US" sz="1400" dirty="0"/>
              <a:t>();</a:t>
            </a:r>
          </a:p>
          <a:p>
            <a:r>
              <a:rPr lang="ko-KR" altLang="en-US" sz="1400" dirty="0"/>
              <a:t>    }</a:t>
            </a:r>
          </a:p>
          <a:p>
            <a:r>
              <a:rPr lang="ko-KR" altLang="en-US" sz="1400" dirty="0"/>
              <a:t>}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7F3BD8F-8AF4-2207-057A-5E4DE07C5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0387" y="2969018"/>
            <a:ext cx="2731514" cy="152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46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3FFD5-C5AB-E171-5F7F-1CB328EDC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FD834D-C01A-A8EB-6357-27ABC6C0B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문자 출력 스트림</a:t>
            </a:r>
            <a:r>
              <a:rPr lang="en-US" altLang="ko-KR" sz="1400" b="1" dirty="0"/>
              <a:t>: Writer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-write(String str)</a:t>
            </a:r>
            <a:r>
              <a:rPr lang="ko-KR" altLang="en-US" sz="1400" dirty="0"/>
              <a:t>과 </a:t>
            </a:r>
            <a:r>
              <a:rPr lang="en-US" altLang="ko-KR" sz="1400" dirty="0"/>
              <a:t>Write(String,  int off, </a:t>
            </a:r>
            <a:r>
              <a:rPr lang="en-US" altLang="ko-KR" sz="1400" dirty="0" err="1"/>
              <a:t>lnt</a:t>
            </a:r>
            <a:r>
              <a:rPr lang="en-US" altLang="ko-KR" sz="1400" dirty="0"/>
              <a:t> </a:t>
            </a:r>
            <a:r>
              <a:rPr lang="en-US" altLang="ko-KR" sz="1400" dirty="0" err="1"/>
              <a:t>len</a:t>
            </a:r>
            <a:r>
              <a:rPr lang="en-US" altLang="ko-KR" sz="1400" dirty="0"/>
              <a:t>)</a:t>
            </a:r>
            <a:r>
              <a:rPr lang="ko-KR" altLang="en-US" sz="1400" dirty="0"/>
              <a:t>메소드</a:t>
            </a:r>
            <a:r>
              <a:rPr lang="en-US" altLang="ko-KR" sz="1400" dirty="0"/>
              <a:t>:</a:t>
            </a:r>
          </a:p>
          <a:p>
            <a:pPr marL="0" indent="0">
              <a:buNone/>
            </a:pPr>
            <a:r>
              <a:rPr lang="en-US" altLang="ko-KR" sz="1400" dirty="0"/>
              <a:t>write(String str): </a:t>
            </a:r>
            <a:r>
              <a:rPr lang="ko-KR" altLang="en-US" sz="1400" dirty="0"/>
              <a:t>문자열 전체를 출력 스트림으로 보냄</a:t>
            </a:r>
            <a:r>
              <a:rPr lang="en-US" altLang="ko-KR" sz="1400" dirty="0"/>
              <a:t>					           write(str,1,3) </a:t>
            </a:r>
            <a:r>
              <a:rPr lang="en-US" altLang="ko-KR" sz="1400" dirty="0">
                <a:sym typeface="Wingdings" panose="05000000000000000000" pitchFamily="2" charset="2"/>
              </a:rPr>
              <a:t> PPL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write(String str,  int off, </a:t>
            </a:r>
            <a:r>
              <a:rPr lang="en-US" altLang="ko-KR" sz="1400" dirty="0" err="1"/>
              <a:t>lnt</a:t>
            </a:r>
            <a:r>
              <a:rPr lang="en-US" altLang="ko-KR" sz="1400" dirty="0"/>
              <a:t> </a:t>
            </a:r>
            <a:r>
              <a:rPr lang="en-US" altLang="ko-KR" sz="1400" dirty="0" err="1"/>
              <a:t>len</a:t>
            </a:r>
            <a:r>
              <a:rPr lang="en-US" altLang="ko-KR" sz="1400" dirty="0"/>
              <a:t>): </a:t>
            </a:r>
            <a:r>
              <a:rPr lang="ko-KR" altLang="en-US" sz="1400" dirty="0"/>
              <a:t>주어진 문자열 </a:t>
            </a:r>
            <a:r>
              <a:rPr lang="en-US" altLang="ko-KR" sz="1400" dirty="0"/>
              <a:t>off</a:t>
            </a:r>
            <a:r>
              <a:rPr lang="ko-KR" altLang="en-US" sz="1400" dirty="0"/>
              <a:t>순번부터 </a:t>
            </a:r>
            <a:r>
              <a:rPr lang="en-US" altLang="ko-KR" sz="1400" dirty="0" err="1"/>
              <a:t>len</a:t>
            </a:r>
            <a:r>
              <a:rPr lang="ko-KR" altLang="en-US" sz="1400" dirty="0"/>
              <a:t>까지 문자를 보냄</a:t>
            </a:r>
            <a:endParaRPr lang="en-US" altLang="ko-KR" sz="14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129BB9D-D21A-C443-727F-9E27A3D739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859540"/>
              </p:ext>
            </p:extLst>
          </p:nvPr>
        </p:nvGraphicFramePr>
        <p:xfrm>
          <a:off x="7497273" y="1199499"/>
          <a:ext cx="383766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7533">
                  <a:extLst>
                    <a:ext uri="{9D8B030D-6E8A-4147-A177-3AD203B41FA5}">
                      <a16:colId xmlns:a16="http://schemas.microsoft.com/office/drawing/2014/main" val="3973328712"/>
                    </a:ext>
                  </a:extLst>
                </a:gridCol>
                <a:gridCol w="767533">
                  <a:extLst>
                    <a:ext uri="{9D8B030D-6E8A-4147-A177-3AD203B41FA5}">
                      <a16:colId xmlns:a16="http://schemas.microsoft.com/office/drawing/2014/main" val="2562323023"/>
                    </a:ext>
                  </a:extLst>
                </a:gridCol>
                <a:gridCol w="767533">
                  <a:extLst>
                    <a:ext uri="{9D8B030D-6E8A-4147-A177-3AD203B41FA5}">
                      <a16:colId xmlns:a16="http://schemas.microsoft.com/office/drawing/2014/main" val="2393512705"/>
                    </a:ext>
                  </a:extLst>
                </a:gridCol>
                <a:gridCol w="767533">
                  <a:extLst>
                    <a:ext uri="{9D8B030D-6E8A-4147-A177-3AD203B41FA5}">
                      <a16:colId xmlns:a16="http://schemas.microsoft.com/office/drawing/2014/main" val="2769072660"/>
                    </a:ext>
                  </a:extLst>
                </a:gridCol>
                <a:gridCol w="767533">
                  <a:extLst>
                    <a:ext uri="{9D8B030D-6E8A-4147-A177-3AD203B41FA5}">
                      <a16:colId xmlns:a16="http://schemas.microsoft.com/office/drawing/2014/main" val="36109349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P 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00441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94B1C13-E268-447B-E915-0C343017FB22}"/>
              </a:ext>
            </a:extLst>
          </p:cNvPr>
          <p:cNvSpPr txBox="1"/>
          <p:nvPr/>
        </p:nvSpPr>
        <p:spPr>
          <a:xfrm>
            <a:off x="-10562" y="1746884"/>
            <a:ext cx="610656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/>
              <a:t>import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java.io.FileWriter</a:t>
            </a:r>
            <a:r>
              <a:rPr lang="ko-KR" altLang="en-US" sz="1400" dirty="0"/>
              <a:t>;</a:t>
            </a:r>
          </a:p>
          <a:p>
            <a:r>
              <a:rPr lang="ko-KR" altLang="en-US" sz="1400" dirty="0" err="1"/>
              <a:t>import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java.io.Writer</a:t>
            </a:r>
            <a:r>
              <a:rPr lang="ko-KR" altLang="en-US" sz="1400" dirty="0"/>
              <a:t>;</a:t>
            </a:r>
          </a:p>
          <a:p>
            <a:endParaRPr lang="ko-KR" altLang="en-US" sz="1400" dirty="0"/>
          </a:p>
          <a:p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class</a:t>
            </a:r>
            <a:r>
              <a:rPr lang="ko-KR" altLang="en-US" sz="1400" dirty="0"/>
              <a:t> </a:t>
            </a:r>
            <a:r>
              <a:rPr lang="ko-KR" altLang="en-US" sz="1400" dirty="0" err="1"/>
              <a:t>WriteExample</a:t>
            </a:r>
            <a:r>
              <a:rPr lang="ko-KR" altLang="en-US" sz="1400" dirty="0"/>
              <a:t> {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static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void</a:t>
            </a:r>
            <a:r>
              <a:rPr lang="ko-KR" altLang="en-US" sz="1400" dirty="0"/>
              <a:t> </a:t>
            </a:r>
            <a:r>
              <a:rPr lang="ko-KR" altLang="en-US" sz="1400" dirty="0" err="1"/>
              <a:t>main</a:t>
            </a:r>
            <a:r>
              <a:rPr lang="ko-KR" altLang="en-US" sz="1400" dirty="0"/>
              <a:t>(</a:t>
            </a:r>
            <a:r>
              <a:rPr lang="ko-KR" altLang="en-US" sz="1400" dirty="0" err="1"/>
              <a:t>String</a:t>
            </a:r>
            <a:r>
              <a:rPr lang="ko-KR" altLang="en-US" sz="1400" dirty="0"/>
              <a:t>[] </a:t>
            </a:r>
            <a:r>
              <a:rPr lang="ko-KR" altLang="en-US" sz="1400" dirty="0" err="1"/>
              <a:t>args</a:t>
            </a:r>
            <a:r>
              <a:rPr lang="ko-KR" altLang="en-US" sz="1400" dirty="0"/>
              <a:t>) </a:t>
            </a:r>
            <a:r>
              <a:rPr lang="ko-KR" altLang="en-US" sz="1400" dirty="0" err="1"/>
              <a:t>throws</a:t>
            </a:r>
            <a:r>
              <a:rPr lang="ko-KR" altLang="en-US" sz="1400" dirty="0"/>
              <a:t> </a:t>
            </a:r>
            <a:r>
              <a:rPr lang="ko-KR" altLang="en-US" sz="1400" dirty="0" err="1"/>
              <a:t>Exception</a:t>
            </a:r>
            <a:r>
              <a:rPr lang="ko-KR" altLang="en-US" sz="1400" dirty="0"/>
              <a:t> {</a:t>
            </a:r>
          </a:p>
          <a:p>
            <a:r>
              <a:rPr lang="ko-KR" altLang="en-US" sz="1400" dirty="0"/>
              <a:t>        // </a:t>
            </a:r>
            <a:r>
              <a:rPr lang="ko-KR" altLang="en-US" sz="1400" dirty="0" err="1"/>
              <a:t>Writer</a:t>
            </a:r>
            <a:r>
              <a:rPr lang="ko-KR" altLang="en-US" sz="1400" dirty="0"/>
              <a:t> 객체 생성 (</a:t>
            </a:r>
            <a:r>
              <a:rPr lang="ko-KR" altLang="en-US" sz="1400" dirty="0" err="1"/>
              <a:t>FileWriter를</a:t>
            </a:r>
            <a:r>
              <a:rPr lang="ko-KR" altLang="en-US" sz="1400" dirty="0"/>
              <a:t> 통해 파일에 문자열 출력)</a:t>
            </a:r>
          </a:p>
          <a:p>
            <a:r>
              <a:rPr lang="ko-KR" altLang="en-US" sz="1400" dirty="0"/>
              <a:t>        // "C:/Temp/test</a:t>
            </a:r>
            <a:r>
              <a:rPr lang="en-US" altLang="ko-KR" sz="1400" dirty="0"/>
              <a:t>10</a:t>
            </a:r>
            <a:r>
              <a:rPr lang="ko-KR" altLang="en-US" sz="1400" dirty="0"/>
              <a:t>.txt" 파일에 데이터를 기록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Writer</a:t>
            </a:r>
            <a:r>
              <a:rPr lang="ko-KR" altLang="en-US" sz="1400" dirty="0"/>
              <a:t> </a:t>
            </a:r>
            <a:r>
              <a:rPr lang="ko-KR" altLang="en-US" sz="1400" dirty="0" err="1"/>
              <a:t>writer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new</a:t>
            </a:r>
            <a:r>
              <a:rPr lang="ko-KR" altLang="en-US" sz="1400" dirty="0"/>
              <a:t> </a:t>
            </a:r>
            <a:r>
              <a:rPr lang="ko-KR" altLang="en-US" sz="1400" dirty="0" err="1"/>
              <a:t>FileWriter</a:t>
            </a:r>
            <a:r>
              <a:rPr lang="ko-KR" altLang="en-US" sz="1400" dirty="0"/>
              <a:t>("C:/Temp/test</a:t>
            </a:r>
            <a:r>
              <a:rPr lang="en-US" altLang="ko-KR" sz="1400" dirty="0"/>
              <a:t>10</a:t>
            </a:r>
            <a:r>
              <a:rPr lang="ko-KR" altLang="en-US" sz="1400" dirty="0"/>
              <a:t>.txt");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// 출력할 문자열 정의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String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str</a:t>
            </a:r>
            <a:r>
              <a:rPr lang="ko-KR" altLang="en-US" sz="1400" dirty="0"/>
              <a:t> = "ABC"; // 문자열 "ABC"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// 문자열 데이터를 파일에 쓰기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writer.write</a:t>
            </a:r>
            <a:r>
              <a:rPr lang="ko-KR" altLang="en-US" sz="1400" dirty="0"/>
              <a:t>(</a:t>
            </a:r>
            <a:r>
              <a:rPr lang="ko-KR" altLang="en-US" sz="1400" dirty="0" err="1"/>
              <a:t>str</a:t>
            </a:r>
            <a:r>
              <a:rPr lang="ko-KR" altLang="en-US" sz="1400" dirty="0"/>
              <a:t>); // 문자열 전체를 파일에 출력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// 출력 버퍼에 남아 있는 데이터를 파일에 강제로 출력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writer.flush</a:t>
            </a:r>
            <a:r>
              <a:rPr lang="ko-KR" altLang="en-US" sz="1400" dirty="0"/>
              <a:t>();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// </a:t>
            </a:r>
            <a:r>
              <a:rPr lang="ko-KR" altLang="en-US" sz="1400" dirty="0" err="1"/>
              <a:t>Writer</a:t>
            </a:r>
            <a:r>
              <a:rPr lang="ko-KR" altLang="en-US" sz="1400" dirty="0"/>
              <a:t> 스트림 닫기 (자원 해제)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writer.close</a:t>
            </a:r>
            <a:r>
              <a:rPr lang="ko-KR" altLang="en-US" sz="1400" dirty="0"/>
              <a:t>();</a:t>
            </a:r>
          </a:p>
          <a:p>
            <a:r>
              <a:rPr lang="ko-KR" altLang="en-US" sz="1400" dirty="0"/>
              <a:t>    }</a:t>
            </a:r>
          </a:p>
          <a:p>
            <a:r>
              <a:rPr lang="ko-KR" altLang="en-US" sz="1400" dirty="0"/>
              <a:t>}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8975FC3-7C78-1049-7E43-A9930D964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6978" y="3301672"/>
            <a:ext cx="2885774" cy="172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255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B538E-4677-6ADD-BFE2-BCE07B52A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1B2377-50E9-3B45-DA55-2612A6DB6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문자 입력 스트림</a:t>
            </a:r>
            <a:r>
              <a:rPr lang="en-US" altLang="ko-KR" sz="1400" b="1" dirty="0"/>
              <a:t>: Reader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문자 기반 입력 스트림의 최상위 클래스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모든 문자 기반 입력 스트림은 </a:t>
            </a:r>
            <a:r>
              <a:rPr lang="en-US" altLang="ko-KR" sz="1400" dirty="0"/>
              <a:t>Reader</a:t>
            </a:r>
            <a:r>
              <a:rPr lang="ko-KR" altLang="en-US" sz="1400" dirty="0"/>
              <a:t>클래스를 상속 받아서 만들어짐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en-US" altLang="ko-KR" sz="1400" dirty="0" err="1"/>
              <a:t>FileReader</a:t>
            </a:r>
            <a:r>
              <a:rPr lang="en-US" altLang="ko-KR" sz="1400" dirty="0"/>
              <a:t>: </a:t>
            </a:r>
            <a:r>
              <a:rPr lang="ko-KR" altLang="en-US" sz="1400" dirty="0"/>
              <a:t>텍스트 파일을 문자 단위로 읽을 때 사용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en-US" altLang="ko-KR" sz="1400" dirty="0" err="1"/>
              <a:t>BufferedReader</a:t>
            </a:r>
            <a:r>
              <a:rPr lang="en-US" altLang="ko-KR" sz="1400" dirty="0"/>
              <a:t>: </a:t>
            </a:r>
            <a:r>
              <a:rPr lang="ko-KR" altLang="en-US" sz="1400" dirty="0"/>
              <a:t>파일을 읽으면서 버퍼링을 통해 읽기 성능을 향상시킬 때 사용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en-US" altLang="ko-KR" sz="1400" dirty="0" err="1"/>
              <a:t>InputStreamReader</a:t>
            </a:r>
            <a:r>
              <a:rPr lang="en-US" altLang="ko-KR" sz="1400" dirty="0"/>
              <a:t>: </a:t>
            </a:r>
            <a:r>
              <a:rPr lang="ko-KR" altLang="en-US" sz="1400" dirty="0"/>
              <a:t>바이트 스트림을 문자 스트림으로 변환하여 읽을 때 사용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b="1" dirty="0"/>
              <a:t>Reader</a:t>
            </a:r>
            <a:r>
              <a:rPr lang="ko-KR" altLang="en-US" sz="1400" b="1" dirty="0"/>
              <a:t>클래스의 메소드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-int read()				1</a:t>
            </a:r>
            <a:r>
              <a:rPr lang="ko-KR" altLang="en-US" sz="1400" dirty="0"/>
              <a:t>개의 문자를 읽고 리턴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-int read(char[] </a:t>
            </a:r>
            <a:r>
              <a:rPr lang="en-US" altLang="ko-KR" sz="1400" dirty="0" err="1"/>
              <a:t>cbuf</a:t>
            </a:r>
            <a:r>
              <a:rPr lang="en-US" altLang="ko-KR" sz="1400" dirty="0"/>
              <a:t>)			</a:t>
            </a:r>
            <a:r>
              <a:rPr lang="ko-KR" altLang="en-US" sz="1400" dirty="0"/>
              <a:t>읽은 문자를 </a:t>
            </a:r>
            <a:r>
              <a:rPr lang="ko-KR" altLang="en-US" sz="1400" dirty="0" err="1"/>
              <a:t>매개값으로</a:t>
            </a:r>
            <a:r>
              <a:rPr lang="ko-KR" altLang="en-US" sz="1400" dirty="0"/>
              <a:t> 주어진 문자 배열에 저장하고 읽은 문자 수를 리턴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-int read(char[] </a:t>
            </a:r>
            <a:r>
              <a:rPr lang="en-US" altLang="ko-KR" sz="1400" dirty="0" err="1"/>
              <a:t>cbuf</a:t>
            </a:r>
            <a:r>
              <a:rPr lang="en-US" altLang="ko-KR" sz="1400" dirty="0"/>
              <a:t>, int off, int </a:t>
            </a:r>
            <a:r>
              <a:rPr lang="en-US" altLang="ko-KR" sz="1400" dirty="0" err="1"/>
              <a:t>len</a:t>
            </a:r>
            <a:r>
              <a:rPr lang="en-US" altLang="ko-KR" sz="1400" dirty="0"/>
              <a:t>)	</a:t>
            </a:r>
            <a:r>
              <a:rPr lang="en-US" altLang="ko-KR" sz="1400" dirty="0" err="1"/>
              <a:t>len</a:t>
            </a:r>
            <a:r>
              <a:rPr lang="ko-KR" altLang="en-US" sz="1400" dirty="0"/>
              <a:t>개의 문자를 읽고 </a:t>
            </a:r>
            <a:r>
              <a:rPr lang="ko-KR" altLang="en-US" sz="1400" dirty="0" err="1"/>
              <a:t>매개값으로</a:t>
            </a:r>
            <a:r>
              <a:rPr lang="ko-KR" altLang="en-US" sz="1400" dirty="0"/>
              <a:t> 주어진 문자 배열에서 </a:t>
            </a:r>
            <a:r>
              <a:rPr lang="en-US" altLang="ko-KR" sz="1400" dirty="0" err="1"/>
              <a:t>cbuf</a:t>
            </a:r>
            <a:r>
              <a:rPr lang="en-US" altLang="ko-KR" sz="1400" dirty="0"/>
              <a:t>[off]</a:t>
            </a:r>
            <a:r>
              <a:rPr lang="ko-KR" altLang="en-US" sz="1400" dirty="0"/>
              <a:t>부터 </a:t>
            </a:r>
            <a:r>
              <a:rPr lang="en-US" altLang="ko-KR" sz="1400" dirty="0" err="1"/>
              <a:t>len</a:t>
            </a:r>
            <a:r>
              <a:rPr lang="ko-KR" altLang="en-US" sz="1400" dirty="0"/>
              <a:t>까지 저장</a:t>
            </a:r>
            <a:r>
              <a:rPr lang="en-US" altLang="ko-KR" sz="1400" dirty="0"/>
              <a:t>, </a:t>
            </a:r>
            <a:r>
              <a:rPr lang="ko-KR" altLang="en-US" sz="1400" dirty="0"/>
              <a:t> 읽은 문자 수를 리턴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-void close()			</a:t>
            </a:r>
            <a:r>
              <a:rPr lang="ko-KR" altLang="en-US" sz="1400" dirty="0"/>
              <a:t>입력 스트림을 닫음</a:t>
            </a:r>
            <a:r>
              <a:rPr lang="en-US" altLang="ko-K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24133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2C7AF-3753-E66D-A933-887EDBFE8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47C672-8B02-0F01-514A-55CEC32FF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문자 입력 스트림</a:t>
            </a:r>
            <a:r>
              <a:rPr lang="en-US" altLang="ko-KR" sz="1400" b="1" dirty="0"/>
              <a:t>: Reader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-read() </a:t>
            </a:r>
            <a:r>
              <a:rPr lang="ko-KR" altLang="en-US" sz="1400" dirty="0"/>
              <a:t>메소드</a:t>
            </a:r>
            <a:r>
              <a:rPr lang="en-US" altLang="ko-KR" sz="1400" dirty="0"/>
              <a:t>:</a:t>
            </a:r>
          </a:p>
          <a:p>
            <a:pPr marL="0" indent="0">
              <a:buNone/>
            </a:pPr>
            <a:r>
              <a:rPr lang="ko-KR" altLang="en-US" sz="1400" dirty="0"/>
              <a:t>입력 스트림으로부터 </a:t>
            </a:r>
            <a:r>
              <a:rPr lang="en-US" altLang="ko-KR" sz="1400" dirty="0"/>
              <a:t>1</a:t>
            </a:r>
            <a:r>
              <a:rPr lang="ko-KR" altLang="en-US" sz="1400" dirty="0"/>
              <a:t>개의 문자를 읽고 </a:t>
            </a:r>
            <a:r>
              <a:rPr lang="en-US" altLang="ko-KR" sz="1400" dirty="0"/>
              <a:t>int</a:t>
            </a:r>
            <a:r>
              <a:rPr lang="ko-KR" altLang="en-US" sz="1400" dirty="0"/>
              <a:t>타입으로 리턴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리턴 값을 </a:t>
            </a:r>
            <a:r>
              <a:rPr lang="en-US" altLang="ko-KR" sz="1400" dirty="0"/>
              <a:t>char</a:t>
            </a:r>
            <a:r>
              <a:rPr lang="ko-KR" altLang="en-US" sz="1400" dirty="0"/>
              <a:t>타입으로 변환하면 문자를 얻어올 수 있다</a:t>
            </a:r>
            <a:r>
              <a:rPr lang="en-US" altLang="ko-KR" sz="1400" dirty="0"/>
              <a:t>. ex) Char c = (char) read();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56CEF86-CFAD-B196-A554-580C103614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926025"/>
              </p:ext>
            </p:extLst>
          </p:nvPr>
        </p:nvGraphicFramePr>
        <p:xfrm>
          <a:off x="6756904" y="793294"/>
          <a:ext cx="414246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16">
                  <a:extLst>
                    <a:ext uri="{9D8B030D-6E8A-4147-A177-3AD203B41FA5}">
                      <a16:colId xmlns:a16="http://schemas.microsoft.com/office/drawing/2014/main" val="2404827807"/>
                    </a:ext>
                  </a:extLst>
                </a:gridCol>
                <a:gridCol w="1035616">
                  <a:extLst>
                    <a:ext uri="{9D8B030D-6E8A-4147-A177-3AD203B41FA5}">
                      <a16:colId xmlns:a16="http://schemas.microsoft.com/office/drawing/2014/main" val="1367834435"/>
                    </a:ext>
                  </a:extLst>
                </a:gridCol>
                <a:gridCol w="1035616">
                  <a:extLst>
                    <a:ext uri="{9D8B030D-6E8A-4147-A177-3AD203B41FA5}">
                      <a16:colId xmlns:a16="http://schemas.microsoft.com/office/drawing/2014/main" val="3047474672"/>
                    </a:ext>
                  </a:extLst>
                </a:gridCol>
                <a:gridCol w="1035616">
                  <a:extLst>
                    <a:ext uri="{9D8B030D-6E8A-4147-A177-3AD203B41FA5}">
                      <a16:colId xmlns:a16="http://schemas.microsoft.com/office/drawing/2014/main" val="5000184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읽은 문자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읽은 문자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63682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E86CCBF-0F65-32ED-CFFE-57DC2AC6684B}"/>
              </a:ext>
            </a:extLst>
          </p:cNvPr>
          <p:cNvSpPr txBox="1"/>
          <p:nvPr/>
        </p:nvSpPr>
        <p:spPr>
          <a:xfrm>
            <a:off x="0" y="2025908"/>
            <a:ext cx="610656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/>
              <a:t>import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java.io.FileReader</a:t>
            </a:r>
            <a:r>
              <a:rPr lang="ko-KR" altLang="en-US" sz="1400" dirty="0"/>
              <a:t>;</a:t>
            </a:r>
          </a:p>
          <a:p>
            <a:r>
              <a:rPr lang="ko-KR" altLang="en-US" sz="1400" dirty="0" err="1"/>
              <a:t>import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java.io.Reader</a:t>
            </a:r>
            <a:r>
              <a:rPr lang="ko-KR" altLang="en-US" sz="1400" dirty="0"/>
              <a:t>;</a:t>
            </a:r>
          </a:p>
          <a:p>
            <a:endParaRPr lang="ko-KR" altLang="en-US" sz="1400" dirty="0"/>
          </a:p>
          <a:p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class</a:t>
            </a:r>
            <a:r>
              <a:rPr lang="ko-KR" altLang="en-US" sz="1400" dirty="0"/>
              <a:t> </a:t>
            </a:r>
            <a:r>
              <a:rPr lang="ko-KR" altLang="en-US" sz="1400" dirty="0" err="1"/>
              <a:t>ReadExample</a:t>
            </a:r>
            <a:r>
              <a:rPr lang="ko-KR" altLang="en-US" sz="1400" dirty="0"/>
              <a:t> {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static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void</a:t>
            </a:r>
            <a:r>
              <a:rPr lang="ko-KR" altLang="en-US" sz="1400" dirty="0"/>
              <a:t> </a:t>
            </a:r>
            <a:r>
              <a:rPr lang="ko-KR" altLang="en-US" sz="1400" dirty="0" err="1"/>
              <a:t>main</a:t>
            </a:r>
            <a:r>
              <a:rPr lang="ko-KR" altLang="en-US" sz="1400" dirty="0"/>
              <a:t>(</a:t>
            </a:r>
            <a:r>
              <a:rPr lang="ko-KR" altLang="en-US" sz="1400" dirty="0" err="1"/>
              <a:t>String</a:t>
            </a:r>
            <a:r>
              <a:rPr lang="ko-KR" altLang="en-US" sz="1400" dirty="0"/>
              <a:t>[] </a:t>
            </a:r>
            <a:r>
              <a:rPr lang="ko-KR" altLang="en-US" sz="1400" dirty="0" err="1"/>
              <a:t>args</a:t>
            </a:r>
            <a:r>
              <a:rPr lang="ko-KR" altLang="en-US" sz="1400" dirty="0"/>
              <a:t>) </a:t>
            </a:r>
            <a:r>
              <a:rPr lang="ko-KR" altLang="en-US" sz="1400" dirty="0" err="1"/>
              <a:t>throws</a:t>
            </a:r>
            <a:r>
              <a:rPr lang="ko-KR" altLang="en-US" sz="1400" dirty="0"/>
              <a:t> </a:t>
            </a:r>
            <a:r>
              <a:rPr lang="ko-KR" altLang="en-US" sz="1400" dirty="0" err="1"/>
              <a:t>Exception</a:t>
            </a:r>
            <a:r>
              <a:rPr lang="ko-KR" altLang="en-US" sz="1400" dirty="0"/>
              <a:t> {</a:t>
            </a:r>
          </a:p>
          <a:p>
            <a:r>
              <a:rPr lang="ko-KR" altLang="en-US" sz="1400" dirty="0"/>
              <a:t>        // </a:t>
            </a:r>
            <a:r>
              <a:rPr lang="ko-KR" altLang="en-US" sz="1400" dirty="0" err="1"/>
              <a:t>Reader</a:t>
            </a:r>
            <a:r>
              <a:rPr lang="ko-KR" altLang="en-US" sz="1400" dirty="0"/>
              <a:t> 객체 생성 (</a:t>
            </a:r>
            <a:r>
              <a:rPr lang="ko-KR" altLang="en-US" sz="1400" dirty="0" err="1"/>
              <a:t>FileReader를</a:t>
            </a:r>
            <a:r>
              <a:rPr lang="ko-KR" altLang="en-US" sz="1400" dirty="0"/>
              <a:t> 통해 파일에서 문자 읽기)</a:t>
            </a:r>
          </a:p>
          <a:p>
            <a:r>
              <a:rPr lang="ko-KR" altLang="en-US" sz="1400" dirty="0"/>
              <a:t>        // "C:/Temp/test7.txt" 파일에서 데이터를 읽음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Reader</a:t>
            </a:r>
            <a:r>
              <a:rPr lang="ko-KR" altLang="en-US" sz="1400" dirty="0"/>
              <a:t> </a:t>
            </a:r>
            <a:r>
              <a:rPr lang="ko-KR" altLang="en-US" sz="1400" dirty="0" err="1"/>
              <a:t>reader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new</a:t>
            </a:r>
            <a:r>
              <a:rPr lang="ko-KR" altLang="en-US" sz="1400" dirty="0"/>
              <a:t> </a:t>
            </a:r>
            <a:r>
              <a:rPr lang="ko-KR" altLang="en-US" sz="1400" dirty="0" err="1"/>
              <a:t>FileReader</a:t>
            </a:r>
            <a:r>
              <a:rPr lang="ko-KR" altLang="en-US" sz="1400" dirty="0"/>
              <a:t>("C:/Temp/test7.txt");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// 파일에서 데이터를 읽어오는 </a:t>
            </a:r>
            <a:r>
              <a:rPr lang="ko-KR" altLang="en-US" sz="1400" dirty="0" err="1"/>
              <a:t>반복문</a:t>
            </a:r>
            <a:endParaRPr lang="ko-KR" altLang="en-US" sz="1400" dirty="0"/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while</a:t>
            </a:r>
            <a:r>
              <a:rPr lang="ko-KR" altLang="en-US" sz="1400" dirty="0"/>
              <a:t> (</a:t>
            </a:r>
            <a:r>
              <a:rPr lang="ko-KR" altLang="en-US" sz="1400" dirty="0" err="1"/>
              <a:t>true</a:t>
            </a:r>
            <a:r>
              <a:rPr lang="ko-KR" altLang="en-US" sz="1400" dirty="0"/>
              <a:t>) {</a:t>
            </a:r>
          </a:p>
          <a:p>
            <a:r>
              <a:rPr lang="ko-KR" altLang="en-US" sz="1400" dirty="0"/>
              <a:t>            </a:t>
            </a:r>
            <a:r>
              <a:rPr lang="ko-KR" altLang="en-US" sz="1400" dirty="0" err="1"/>
              <a:t>int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data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reader.read</a:t>
            </a:r>
            <a:r>
              <a:rPr lang="ko-KR" altLang="en-US" sz="1400" dirty="0"/>
              <a:t>(); // 1개의 문자를 읽어 </a:t>
            </a:r>
            <a:r>
              <a:rPr lang="ko-KR" altLang="en-US" sz="1400" dirty="0" err="1"/>
              <a:t>int</a:t>
            </a:r>
            <a:r>
              <a:rPr lang="ko-KR" altLang="en-US" sz="1400" dirty="0"/>
              <a:t> 타입으로 반환</a:t>
            </a:r>
          </a:p>
          <a:p>
            <a:r>
              <a:rPr lang="ko-KR" altLang="en-US" sz="1400" dirty="0"/>
              <a:t>            </a:t>
            </a:r>
            <a:r>
              <a:rPr lang="ko-KR" altLang="en-US" sz="1400" dirty="0" err="1"/>
              <a:t>if</a:t>
            </a:r>
            <a:r>
              <a:rPr lang="ko-KR" altLang="en-US" sz="1400" dirty="0"/>
              <a:t> (</a:t>
            </a:r>
            <a:r>
              <a:rPr lang="ko-KR" altLang="en-US" sz="1400" dirty="0" err="1"/>
              <a:t>data</a:t>
            </a:r>
            <a:r>
              <a:rPr lang="ko-KR" altLang="en-US" sz="1400" dirty="0"/>
              <a:t> == -1) </a:t>
            </a:r>
            <a:r>
              <a:rPr lang="ko-KR" altLang="en-US" sz="1400" dirty="0" err="1"/>
              <a:t>break</a:t>
            </a:r>
            <a:r>
              <a:rPr lang="ko-KR" altLang="en-US" sz="1400" dirty="0"/>
              <a:t>; // 더 이상 읽을 데이터가 없으면 종료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    // 읽은 데이터를 문자(</a:t>
            </a:r>
            <a:r>
              <a:rPr lang="ko-KR" altLang="en-US" sz="1400" dirty="0" err="1"/>
              <a:t>char</a:t>
            </a:r>
            <a:r>
              <a:rPr lang="ko-KR" altLang="en-US" sz="1400" dirty="0"/>
              <a:t>)로 변환하여 출력</a:t>
            </a:r>
          </a:p>
          <a:p>
            <a:r>
              <a:rPr lang="ko-KR" altLang="en-US" sz="1400" dirty="0"/>
              <a:t>            </a:t>
            </a:r>
            <a:r>
              <a:rPr lang="ko-KR" altLang="en-US" sz="1400" dirty="0" err="1"/>
              <a:t>System.out.println</a:t>
            </a:r>
            <a:r>
              <a:rPr lang="ko-KR" altLang="en-US" sz="1400" dirty="0"/>
              <a:t>((</a:t>
            </a:r>
            <a:r>
              <a:rPr lang="ko-KR" altLang="en-US" sz="1400" dirty="0" err="1"/>
              <a:t>char</a:t>
            </a:r>
            <a:r>
              <a:rPr lang="ko-KR" altLang="en-US" sz="1400" dirty="0"/>
              <a:t>) </a:t>
            </a:r>
            <a:r>
              <a:rPr lang="ko-KR" altLang="en-US" sz="1400" dirty="0" err="1"/>
              <a:t>data</a:t>
            </a:r>
            <a:r>
              <a:rPr lang="ko-KR" altLang="en-US" sz="1400" dirty="0"/>
              <a:t>);</a:t>
            </a:r>
          </a:p>
          <a:p>
            <a:r>
              <a:rPr lang="ko-KR" altLang="en-US" sz="1400" dirty="0"/>
              <a:t>        }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// </a:t>
            </a:r>
            <a:r>
              <a:rPr lang="ko-KR" altLang="en-US" sz="1400" dirty="0" err="1"/>
              <a:t>Reader</a:t>
            </a:r>
            <a:r>
              <a:rPr lang="ko-KR" altLang="en-US" sz="1400" dirty="0"/>
              <a:t> 스트림 닫기 (자원 해제)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reader.close</a:t>
            </a:r>
            <a:r>
              <a:rPr lang="ko-KR" altLang="en-US" sz="1400" dirty="0"/>
              <a:t>();</a:t>
            </a:r>
          </a:p>
          <a:p>
            <a:r>
              <a:rPr lang="ko-KR" altLang="en-US" sz="1400" dirty="0"/>
              <a:t>    }</a:t>
            </a:r>
          </a:p>
          <a:p>
            <a:r>
              <a:rPr lang="ko-KR" altLang="en-US" sz="1400" dirty="0"/>
              <a:t>}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B60ECDA-66BF-9C1A-E2AC-E01722AF9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8136" y="3307930"/>
            <a:ext cx="694005" cy="140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667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26F13-25AF-9324-943D-412E5204B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3AF49F-2A49-4708-E4D7-50DB319FF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문자 입력 스트림</a:t>
            </a:r>
            <a:r>
              <a:rPr lang="en-US" altLang="ko-KR" sz="1400" b="1" dirty="0"/>
              <a:t>: Reader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-read(char[] </a:t>
            </a:r>
            <a:r>
              <a:rPr lang="en-US" altLang="ko-KR" sz="1400" dirty="0" err="1"/>
              <a:t>cbuf</a:t>
            </a:r>
            <a:r>
              <a:rPr lang="en-US" altLang="ko-KR" sz="1400" dirty="0"/>
              <a:t>) </a:t>
            </a:r>
            <a:r>
              <a:rPr lang="ko-KR" altLang="en-US" sz="1400" dirty="0"/>
              <a:t>메소드</a:t>
            </a:r>
            <a:r>
              <a:rPr lang="en-US" altLang="ko-KR" sz="1400" dirty="0"/>
              <a:t>:</a:t>
            </a:r>
          </a:p>
          <a:p>
            <a:pPr marL="0" indent="0">
              <a:buNone/>
            </a:pPr>
            <a:r>
              <a:rPr lang="ko-KR" altLang="en-US" sz="1400" dirty="0"/>
              <a:t>입력 스트림으로부터 읽은 문자를 배열에 저장</a:t>
            </a:r>
            <a:r>
              <a:rPr lang="en-US" altLang="ko-KR" sz="1400" dirty="0"/>
              <a:t>, </a:t>
            </a:r>
            <a:r>
              <a:rPr lang="ko-KR" altLang="en-US" sz="1400" dirty="0"/>
              <a:t>읽은 문자수를 리턴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3E7F95-8890-60FE-B474-D49EB1518349}"/>
              </a:ext>
            </a:extLst>
          </p:cNvPr>
          <p:cNvSpPr txBox="1"/>
          <p:nvPr/>
        </p:nvSpPr>
        <p:spPr>
          <a:xfrm>
            <a:off x="0" y="1440027"/>
            <a:ext cx="696890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import </a:t>
            </a:r>
            <a:r>
              <a:rPr lang="en-US" altLang="ko-KR" sz="1200" dirty="0" err="1"/>
              <a:t>java.io.FileReader</a:t>
            </a:r>
            <a:r>
              <a:rPr lang="en-US" altLang="ko-KR" sz="1200" dirty="0"/>
              <a:t>;</a:t>
            </a:r>
          </a:p>
          <a:p>
            <a:r>
              <a:rPr lang="en-US" altLang="ko-KR" sz="1200" dirty="0"/>
              <a:t>import </a:t>
            </a:r>
            <a:r>
              <a:rPr lang="en-US" altLang="ko-KR" sz="1200" dirty="0" err="1"/>
              <a:t>java.io.Reader</a:t>
            </a:r>
            <a:r>
              <a:rPr lang="en-US" altLang="ko-KR" sz="1200" dirty="0"/>
              <a:t>;</a:t>
            </a:r>
          </a:p>
          <a:p>
            <a:endParaRPr lang="en-US" altLang="ko-KR" sz="1200" dirty="0"/>
          </a:p>
          <a:p>
            <a:r>
              <a:rPr lang="en-US" altLang="ko-KR" sz="1200" dirty="0"/>
              <a:t>public class </a:t>
            </a:r>
            <a:r>
              <a:rPr lang="en-US" altLang="ko-KR" sz="1200" dirty="0" err="1"/>
              <a:t>ReadExample</a:t>
            </a:r>
            <a:r>
              <a:rPr lang="en-US" altLang="ko-KR" sz="1200" dirty="0"/>
              <a:t> {</a:t>
            </a:r>
          </a:p>
          <a:p>
            <a:r>
              <a:rPr lang="en-US" altLang="ko-KR" sz="1200" dirty="0"/>
              <a:t>    public static void main(String[] </a:t>
            </a:r>
            <a:r>
              <a:rPr lang="en-US" altLang="ko-KR" sz="1200" dirty="0" err="1"/>
              <a:t>args</a:t>
            </a:r>
            <a:r>
              <a:rPr lang="en-US" altLang="ko-KR" sz="1200" dirty="0"/>
              <a:t>) throws Exception {</a:t>
            </a:r>
          </a:p>
          <a:p>
            <a:r>
              <a:rPr lang="en-US" altLang="ko-KR" sz="1200" dirty="0"/>
              <a:t>        // Reader </a:t>
            </a:r>
            <a:r>
              <a:rPr lang="ko-KR" altLang="en-US" sz="1200" dirty="0"/>
              <a:t>객체 생성 </a:t>
            </a:r>
            <a:r>
              <a:rPr lang="en-US" altLang="ko-KR" sz="1200" dirty="0"/>
              <a:t>(</a:t>
            </a:r>
            <a:r>
              <a:rPr lang="en-US" altLang="ko-KR" sz="1200" dirty="0" err="1"/>
              <a:t>FileReader</a:t>
            </a:r>
            <a:r>
              <a:rPr lang="ko-KR" altLang="en-US" sz="1200" dirty="0"/>
              <a:t>를 통해 파일에서 문자 읽기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     // "C:/Temp/test8.txt" </a:t>
            </a:r>
            <a:r>
              <a:rPr lang="ko-KR" altLang="en-US" sz="1200" dirty="0"/>
              <a:t>파일에서 데이터를 읽음</a:t>
            </a:r>
          </a:p>
          <a:p>
            <a:r>
              <a:rPr lang="ko-KR" altLang="en-US" sz="1200" dirty="0"/>
              <a:t>        </a:t>
            </a:r>
            <a:r>
              <a:rPr lang="en-US" altLang="ko-KR" sz="1200" dirty="0"/>
              <a:t>Reader </a:t>
            </a:r>
            <a:r>
              <a:rPr lang="en-US" altLang="ko-KR" sz="1200" dirty="0" err="1"/>
              <a:t>reader</a:t>
            </a:r>
            <a:r>
              <a:rPr lang="en-US" altLang="ko-KR" sz="1200" dirty="0"/>
              <a:t> = new </a:t>
            </a:r>
            <a:r>
              <a:rPr lang="en-US" altLang="ko-KR" sz="1200" dirty="0" err="1"/>
              <a:t>FileReader</a:t>
            </a:r>
            <a:r>
              <a:rPr lang="en-US" altLang="ko-KR" sz="1200" dirty="0"/>
              <a:t>("C:/Temp/test8.txt");</a:t>
            </a:r>
          </a:p>
          <a:p>
            <a:endParaRPr lang="en-US" altLang="ko-KR" sz="1200" dirty="0"/>
          </a:p>
          <a:p>
            <a:r>
              <a:rPr lang="en-US" altLang="ko-KR" sz="1200" dirty="0"/>
              <a:t>        // </a:t>
            </a:r>
            <a:r>
              <a:rPr lang="ko-KR" altLang="en-US" sz="1200" dirty="0"/>
              <a:t>파일에서 데이터를 읽어올 문자 배열 생성 </a:t>
            </a:r>
            <a:r>
              <a:rPr lang="en-US" altLang="ko-KR" sz="1200" dirty="0"/>
              <a:t>(</a:t>
            </a:r>
            <a:r>
              <a:rPr lang="ko-KR" altLang="en-US" sz="1200" dirty="0"/>
              <a:t>최대 </a:t>
            </a:r>
            <a:r>
              <a:rPr lang="en-US" altLang="ko-KR" sz="1200" dirty="0"/>
              <a:t>100</a:t>
            </a:r>
            <a:r>
              <a:rPr lang="ko-KR" altLang="en-US" sz="1200" dirty="0"/>
              <a:t>문자 읽기 가능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     char[] buffer = new char[100];</a:t>
            </a:r>
          </a:p>
          <a:p>
            <a:endParaRPr lang="en-US" altLang="ko-KR" sz="1200" dirty="0"/>
          </a:p>
          <a:p>
            <a:r>
              <a:rPr lang="en-US" altLang="ko-KR" sz="1200" dirty="0"/>
              <a:t>        // </a:t>
            </a:r>
            <a:r>
              <a:rPr lang="ko-KR" altLang="en-US" sz="1200" dirty="0"/>
              <a:t>파일에서 데이터를 읽어오는 </a:t>
            </a:r>
            <a:r>
              <a:rPr lang="ko-KR" altLang="en-US" sz="1200" dirty="0" err="1"/>
              <a:t>반복문</a:t>
            </a:r>
            <a:endParaRPr lang="ko-KR" altLang="en-US" sz="1200" dirty="0"/>
          </a:p>
          <a:p>
            <a:r>
              <a:rPr lang="ko-KR" altLang="en-US" sz="1200" dirty="0"/>
              <a:t>        </a:t>
            </a:r>
            <a:r>
              <a:rPr lang="en-US" altLang="ko-KR" sz="1200" dirty="0"/>
              <a:t>while (true) {</a:t>
            </a:r>
          </a:p>
          <a:p>
            <a:r>
              <a:rPr lang="en-US" altLang="ko-KR" sz="1200" dirty="0"/>
              <a:t>            int </a:t>
            </a:r>
            <a:r>
              <a:rPr lang="en-US" altLang="ko-KR" sz="1200" dirty="0" err="1"/>
              <a:t>readCharNum</a:t>
            </a:r>
            <a:r>
              <a:rPr lang="en-US" altLang="ko-KR" sz="1200" dirty="0"/>
              <a:t> = </a:t>
            </a:r>
            <a:r>
              <a:rPr lang="en-US" altLang="ko-KR" sz="1200" dirty="0" err="1"/>
              <a:t>reader.read</a:t>
            </a:r>
            <a:r>
              <a:rPr lang="en-US" altLang="ko-KR" sz="1200" dirty="0"/>
              <a:t>(buffer); // </a:t>
            </a:r>
            <a:r>
              <a:rPr lang="ko-KR" altLang="en-US" sz="1200" dirty="0"/>
              <a:t>배열에 데이터를 읽고</a:t>
            </a:r>
            <a:r>
              <a:rPr lang="en-US" altLang="ko-KR" sz="1200" dirty="0"/>
              <a:t>, </a:t>
            </a:r>
            <a:r>
              <a:rPr lang="ko-KR" altLang="en-US" sz="1200" dirty="0"/>
              <a:t>읽은 문자 수를 반환</a:t>
            </a:r>
          </a:p>
          <a:p>
            <a:r>
              <a:rPr lang="ko-KR" altLang="en-US" sz="1200" dirty="0"/>
              <a:t>            </a:t>
            </a:r>
            <a:r>
              <a:rPr lang="en-US" altLang="ko-KR" sz="1200" dirty="0"/>
              <a:t>if (</a:t>
            </a:r>
            <a:r>
              <a:rPr lang="en-US" altLang="ko-KR" sz="1200" dirty="0" err="1"/>
              <a:t>readCharNum</a:t>
            </a:r>
            <a:r>
              <a:rPr lang="en-US" altLang="ko-KR" sz="1200" dirty="0"/>
              <a:t> == -1) break; // </a:t>
            </a:r>
            <a:r>
              <a:rPr lang="ko-KR" altLang="en-US" sz="1200" dirty="0"/>
              <a:t>더 이상 읽을 데이터가 없으면 종료</a:t>
            </a:r>
          </a:p>
          <a:p>
            <a:endParaRPr lang="ko-KR" altLang="en-US" sz="1200" dirty="0"/>
          </a:p>
          <a:p>
            <a:r>
              <a:rPr lang="ko-KR" altLang="en-US" sz="1200" dirty="0"/>
              <a:t>            </a:t>
            </a:r>
            <a:r>
              <a:rPr lang="en-US" altLang="ko-KR" sz="1200" dirty="0"/>
              <a:t>// </a:t>
            </a:r>
            <a:r>
              <a:rPr lang="ko-KR" altLang="en-US" sz="1200" dirty="0"/>
              <a:t>읽은 문자의 수만큼 반복하며 출력</a:t>
            </a:r>
          </a:p>
          <a:p>
            <a:r>
              <a:rPr lang="ko-KR" altLang="en-US" sz="1200" dirty="0"/>
              <a:t>            </a:t>
            </a:r>
            <a:r>
              <a:rPr lang="en-US" altLang="ko-KR" sz="1200" dirty="0"/>
              <a:t>for (int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 = 0;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 &lt; </a:t>
            </a:r>
            <a:r>
              <a:rPr lang="en-US" altLang="ko-KR" sz="1200" dirty="0" err="1"/>
              <a:t>readCharNum</a:t>
            </a:r>
            <a:r>
              <a:rPr lang="en-US" altLang="ko-KR" sz="1200" dirty="0"/>
              <a:t>;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++) {</a:t>
            </a:r>
          </a:p>
          <a:p>
            <a:r>
              <a:rPr lang="en-US" altLang="ko-KR" sz="1200" dirty="0"/>
              <a:t>                </a:t>
            </a:r>
            <a:r>
              <a:rPr lang="en-US" altLang="ko-KR" sz="1200" dirty="0" err="1"/>
              <a:t>System.out.println</a:t>
            </a:r>
            <a:r>
              <a:rPr lang="en-US" altLang="ko-KR" sz="1200" dirty="0"/>
              <a:t>(buffer[</a:t>
            </a:r>
            <a:r>
              <a:rPr lang="en-US" altLang="ko-KR" sz="1200" dirty="0" err="1"/>
              <a:t>i</a:t>
            </a:r>
            <a:r>
              <a:rPr lang="en-US" altLang="ko-KR" sz="1200" dirty="0"/>
              <a:t>]); // </a:t>
            </a:r>
            <a:r>
              <a:rPr lang="ko-KR" altLang="en-US" sz="1200" dirty="0"/>
              <a:t>배열의 각 문자를 출력</a:t>
            </a:r>
          </a:p>
          <a:p>
            <a:r>
              <a:rPr lang="ko-KR" altLang="en-US" sz="1200" dirty="0"/>
              <a:t>            </a:t>
            </a:r>
            <a:r>
              <a:rPr lang="en-US" altLang="ko-KR" sz="1200" dirty="0"/>
              <a:t>}</a:t>
            </a:r>
          </a:p>
          <a:p>
            <a:r>
              <a:rPr lang="en-US" altLang="ko-KR" sz="1200" dirty="0"/>
              <a:t>        }</a:t>
            </a:r>
          </a:p>
          <a:p>
            <a:endParaRPr lang="en-US" altLang="ko-KR" sz="1200" dirty="0"/>
          </a:p>
          <a:p>
            <a:r>
              <a:rPr lang="en-US" altLang="ko-KR" sz="1200" dirty="0"/>
              <a:t>        // Reader </a:t>
            </a:r>
            <a:r>
              <a:rPr lang="ko-KR" altLang="en-US" sz="1200" dirty="0"/>
              <a:t>스트림 닫기 </a:t>
            </a:r>
            <a:r>
              <a:rPr lang="en-US" altLang="ko-KR" sz="1200" dirty="0"/>
              <a:t>(</a:t>
            </a:r>
            <a:r>
              <a:rPr lang="ko-KR" altLang="en-US" sz="1200" dirty="0"/>
              <a:t>자원 해제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     </a:t>
            </a:r>
            <a:r>
              <a:rPr lang="en-US" altLang="ko-KR" sz="1200" dirty="0" err="1"/>
              <a:t>reader.close</a:t>
            </a:r>
            <a:r>
              <a:rPr lang="en-US" altLang="ko-KR" sz="1200" dirty="0"/>
              <a:t>();</a:t>
            </a:r>
          </a:p>
          <a:p>
            <a:r>
              <a:rPr lang="en-US" altLang="ko-KR" sz="1200" dirty="0"/>
              <a:t>    }</a:t>
            </a:r>
          </a:p>
          <a:p>
            <a:r>
              <a:rPr lang="en-US" altLang="ko-KR" sz="1200" dirty="0"/>
              <a:t>}</a:t>
            </a:r>
          </a:p>
          <a:p>
            <a:endParaRPr lang="ko-KR" altLang="en-US" sz="1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014C900-BADC-E790-BF83-2E8EB279B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8136" y="3307930"/>
            <a:ext cx="694005" cy="140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5309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FE86D-428A-C89F-28ED-0A0361CAA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A84249-275F-9630-ADDA-3E2A34C1D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문자 입력 스트림</a:t>
            </a:r>
            <a:r>
              <a:rPr lang="en-US" altLang="ko-KR" sz="1400" b="1" dirty="0"/>
              <a:t>: Reader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-read(char[]</a:t>
            </a:r>
            <a:r>
              <a:rPr lang="ko-KR" altLang="en-US" sz="1400" dirty="0"/>
              <a:t> </a:t>
            </a:r>
            <a:r>
              <a:rPr lang="en-US" altLang="ko-KR" sz="1400" dirty="0" err="1"/>
              <a:t>cbuf</a:t>
            </a:r>
            <a:r>
              <a:rPr lang="en-US" altLang="ko-KR" sz="1400" dirty="0"/>
              <a:t>,</a:t>
            </a:r>
            <a:r>
              <a:rPr lang="ko-KR" altLang="en-US" sz="1400" dirty="0"/>
              <a:t> </a:t>
            </a:r>
            <a:r>
              <a:rPr lang="en-US" altLang="ko-KR" sz="1400" dirty="0"/>
              <a:t>int</a:t>
            </a:r>
            <a:r>
              <a:rPr lang="ko-KR" altLang="en-US" sz="1400" dirty="0"/>
              <a:t> </a:t>
            </a:r>
            <a:r>
              <a:rPr lang="en-US" altLang="ko-KR" sz="1400" dirty="0"/>
              <a:t>off,</a:t>
            </a:r>
            <a:r>
              <a:rPr lang="ko-KR" altLang="en-US" sz="1400" dirty="0"/>
              <a:t> </a:t>
            </a:r>
            <a:r>
              <a:rPr lang="en-US" altLang="ko-KR" sz="1400" dirty="0"/>
              <a:t>int</a:t>
            </a:r>
            <a:r>
              <a:rPr lang="ko-KR" altLang="en-US" sz="1400" dirty="0"/>
              <a:t> </a:t>
            </a:r>
            <a:r>
              <a:rPr lang="en-US" altLang="ko-KR" sz="1400" dirty="0" err="1"/>
              <a:t>len</a:t>
            </a:r>
            <a:r>
              <a:rPr lang="en-US" altLang="ko-KR" sz="1400" dirty="0"/>
              <a:t>) </a:t>
            </a:r>
            <a:r>
              <a:rPr lang="ko-KR" altLang="en-US" sz="1400" dirty="0"/>
              <a:t>메소드</a:t>
            </a:r>
            <a:r>
              <a:rPr lang="en-US" altLang="ko-KR" sz="1400" dirty="0"/>
              <a:t>:</a:t>
            </a:r>
          </a:p>
          <a:p>
            <a:pPr marL="0" indent="0">
              <a:buNone/>
            </a:pPr>
            <a:r>
              <a:rPr lang="ko-KR" altLang="en-US" sz="1400" dirty="0"/>
              <a:t>입력 스트림으로부터 문자를 읽고 </a:t>
            </a:r>
            <a:r>
              <a:rPr lang="en-US" altLang="ko-KR" sz="1400" dirty="0" err="1"/>
              <a:t>cbuf</a:t>
            </a:r>
            <a:r>
              <a:rPr lang="en-US" altLang="ko-KR" sz="1400" dirty="0"/>
              <a:t>[off]</a:t>
            </a:r>
            <a:r>
              <a:rPr lang="ko-KR" altLang="en-US" sz="1400" dirty="0"/>
              <a:t>부터 </a:t>
            </a:r>
            <a:r>
              <a:rPr lang="en-US" altLang="ko-KR" sz="1400" dirty="0" err="1"/>
              <a:t>len</a:t>
            </a:r>
            <a:r>
              <a:rPr lang="ko-KR" altLang="en-US" sz="1400" dirty="0"/>
              <a:t>개까지 저장</a:t>
            </a:r>
            <a:r>
              <a:rPr lang="en-US" altLang="ko-KR" sz="1400" dirty="0"/>
              <a:t>				read(char[] </a:t>
            </a:r>
            <a:r>
              <a:rPr lang="en-US" altLang="ko-KR" sz="1400" dirty="0" err="1"/>
              <a:t>cbuf</a:t>
            </a:r>
            <a:r>
              <a:rPr lang="en-US" altLang="ko-KR" sz="1400" dirty="0"/>
              <a:t>, 1, 2)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C3EADD5-887F-5819-BB67-CE2ED677C5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391491"/>
              </p:ext>
            </p:extLst>
          </p:nvPr>
        </p:nvGraphicFramePr>
        <p:xfrm>
          <a:off x="7164310" y="385888"/>
          <a:ext cx="414246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16">
                  <a:extLst>
                    <a:ext uri="{9D8B030D-6E8A-4147-A177-3AD203B41FA5}">
                      <a16:colId xmlns:a16="http://schemas.microsoft.com/office/drawing/2014/main" val="2404827807"/>
                    </a:ext>
                  </a:extLst>
                </a:gridCol>
                <a:gridCol w="1035616">
                  <a:extLst>
                    <a:ext uri="{9D8B030D-6E8A-4147-A177-3AD203B41FA5}">
                      <a16:colId xmlns:a16="http://schemas.microsoft.com/office/drawing/2014/main" val="1367834435"/>
                    </a:ext>
                  </a:extLst>
                </a:gridCol>
                <a:gridCol w="1035616">
                  <a:extLst>
                    <a:ext uri="{9D8B030D-6E8A-4147-A177-3AD203B41FA5}">
                      <a16:colId xmlns:a16="http://schemas.microsoft.com/office/drawing/2014/main" val="3047474672"/>
                    </a:ext>
                  </a:extLst>
                </a:gridCol>
                <a:gridCol w="1035616">
                  <a:extLst>
                    <a:ext uri="{9D8B030D-6E8A-4147-A177-3AD203B41FA5}">
                      <a16:colId xmlns:a16="http://schemas.microsoft.com/office/drawing/2014/main" val="5000184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636823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8BA3B32-8CD9-D6E9-167D-102782B1A2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994923"/>
              </p:ext>
            </p:extLst>
          </p:nvPr>
        </p:nvGraphicFramePr>
        <p:xfrm>
          <a:off x="6301211" y="1307833"/>
          <a:ext cx="56765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9131">
                  <a:extLst>
                    <a:ext uri="{9D8B030D-6E8A-4147-A177-3AD203B41FA5}">
                      <a16:colId xmlns:a16="http://schemas.microsoft.com/office/drawing/2014/main" val="2404827807"/>
                    </a:ext>
                  </a:extLst>
                </a:gridCol>
                <a:gridCol w="1419131">
                  <a:extLst>
                    <a:ext uri="{9D8B030D-6E8A-4147-A177-3AD203B41FA5}">
                      <a16:colId xmlns:a16="http://schemas.microsoft.com/office/drawing/2014/main" val="1367834435"/>
                    </a:ext>
                  </a:extLst>
                </a:gridCol>
                <a:gridCol w="1419131">
                  <a:extLst>
                    <a:ext uri="{9D8B030D-6E8A-4147-A177-3AD203B41FA5}">
                      <a16:colId xmlns:a16="http://schemas.microsoft.com/office/drawing/2014/main" val="3047474672"/>
                    </a:ext>
                  </a:extLst>
                </a:gridCol>
                <a:gridCol w="1419131">
                  <a:extLst>
                    <a:ext uri="{9D8B030D-6E8A-4147-A177-3AD203B41FA5}">
                      <a16:colId xmlns:a16="http://schemas.microsoft.com/office/drawing/2014/main" val="5000184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</a:rPr>
                        <a:t>cbuf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읽은 문자 </a:t>
                      </a: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</a:rPr>
                        <a:t>cbuf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읽은 문자 </a:t>
                      </a: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</a:rPr>
                        <a:t>cbuf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</a:rPr>
                        <a:t>cbuf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[3[]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63682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1B328FB-330D-6B84-C783-651ACBAA087F}"/>
              </a:ext>
            </a:extLst>
          </p:cNvPr>
          <p:cNvSpPr txBox="1"/>
          <p:nvPr/>
        </p:nvSpPr>
        <p:spPr>
          <a:xfrm>
            <a:off x="0" y="1364188"/>
            <a:ext cx="6434751" cy="5493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dirty="0" err="1"/>
              <a:t>import</a:t>
            </a:r>
            <a:r>
              <a:rPr lang="ko-KR" altLang="en-US" sz="1300" dirty="0"/>
              <a:t> </a:t>
            </a:r>
            <a:r>
              <a:rPr lang="ko-KR" altLang="en-US" sz="1300" dirty="0" err="1"/>
              <a:t>java.io.FileReader</a:t>
            </a:r>
            <a:r>
              <a:rPr lang="ko-KR" altLang="en-US" sz="1300" dirty="0"/>
              <a:t>;</a:t>
            </a:r>
          </a:p>
          <a:p>
            <a:r>
              <a:rPr lang="ko-KR" altLang="en-US" sz="1300" dirty="0" err="1"/>
              <a:t>import</a:t>
            </a:r>
            <a:r>
              <a:rPr lang="ko-KR" altLang="en-US" sz="1300" dirty="0"/>
              <a:t> </a:t>
            </a:r>
            <a:r>
              <a:rPr lang="ko-KR" altLang="en-US" sz="1300" dirty="0" err="1"/>
              <a:t>java.io.Reader</a:t>
            </a:r>
            <a:r>
              <a:rPr lang="ko-KR" altLang="en-US" sz="1300" dirty="0"/>
              <a:t>;</a:t>
            </a:r>
          </a:p>
          <a:p>
            <a:endParaRPr lang="ko-KR" altLang="en-US" sz="1300" dirty="0"/>
          </a:p>
          <a:p>
            <a:r>
              <a:rPr lang="ko-KR" altLang="en-US" sz="1300" dirty="0" err="1"/>
              <a:t>public</a:t>
            </a:r>
            <a:r>
              <a:rPr lang="ko-KR" altLang="en-US" sz="1300" dirty="0"/>
              <a:t> </a:t>
            </a:r>
            <a:r>
              <a:rPr lang="ko-KR" altLang="en-US" sz="1300" dirty="0" err="1"/>
              <a:t>class</a:t>
            </a:r>
            <a:r>
              <a:rPr lang="ko-KR" altLang="en-US" sz="1300" dirty="0"/>
              <a:t> </a:t>
            </a:r>
            <a:r>
              <a:rPr lang="ko-KR" altLang="en-US" sz="1300" dirty="0" err="1"/>
              <a:t>ReadExample</a:t>
            </a:r>
            <a:r>
              <a:rPr lang="ko-KR" altLang="en-US" sz="1300" dirty="0"/>
              <a:t> {</a:t>
            </a:r>
          </a:p>
          <a:p>
            <a:r>
              <a:rPr lang="ko-KR" altLang="en-US" sz="1300" dirty="0"/>
              <a:t>    </a:t>
            </a:r>
            <a:r>
              <a:rPr lang="ko-KR" altLang="en-US" sz="1300" dirty="0" err="1"/>
              <a:t>public</a:t>
            </a:r>
            <a:r>
              <a:rPr lang="ko-KR" altLang="en-US" sz="1300" dirty="0"/>
              <a:t> </a:t>
            </a:r>
            <a:r>
              <a:rPr lang="ko-KR" altLang="en-US" sz="1300" dirty="0" err="1"/>
              <a:t>static</a:t>
            </a:r>
            <a:r>
              <a:rPr lang="ko-KR" altLang="en-US" sz="1300" dirty="0"/>
              <a:t> </a:t>
            </a:r>
            <a:r>
              <a:rPr lang="ko-KR" altLang="en-US" sz="1300" dirty="0" err="1"/>
              <a:t>void</a:t>
            </a:r>
            <a:r>
              <a:rPr lang="ko-KR" altLang="en-US" sz="1300" dirty="0"/>
              <a:t> </a:t>
            </a:r>
            <a:r>
              <a:rPr lang="ko-KR" altLang="en-US" sz="1300" dirty="0" err="1"/>
              <a:t>main</a:t>
            </a:r>
            <a:r>
              <a:rPr lang="ko-KR" altLang="en-US" sz="1300" dirty="0"/>
              <a:t>(</a:t>
            </a:r>
            <a:r>
              <a:rPr lang="ko-KR" altLang="en-US" sz="1300" dirty="0" err="1"/>
              <a:t>String</a:t>
            </a:r>
            <a:r>
              <a:rPr lang="ko-KR" altLang="en-US" sz="1300" dirty="0"/>
              <a:t>[] </a:t>
            </a:r>
            <a:r>
              <a:rPr lang="ko-KR" altLang="en-US" sz="1300" dirty="0" err="1"/>
              <a:t>args</a:t>
            </a:r>
            <a:r>
              <a:rPr lang="ko-KR" altLang="en-US" sz="1300" dirty="0"/>
              <a:t>) </a:t>
            </a:r>
            <a:r>
              <a:rPr lang="ko-KR" altLang="en-US" sz="1300" dirty="0" err="1"/>
              <a:t>throws</a:t>
            </a:r>
            <a:r>
              <a:rPr lang="ko-KR" altLang="en-US" sz="1300" dirty="0"/>
              <a:t> </a:t>
            </a:r>
            <a:r>
              <a:rPr lang="ko-KR" altLang="en-US" sz="1300" dirty="0" err="1"/>
              <a:t>Exception</a:t>
            </a:r>
            <a:r>
              <a:rPr lang="ko-KR" altLang="en-US" sz="1300" dirty="0"/>
              <a:t> {</a:t>
            </a:r>
          </a:p>
          <a:p>
            <a:r>
              <a:rPr lang="ko-KR" altLang="en-US" sz="1300" dirty="0"/>
              <a:t>        // </a:t>
            </a:r>
            <a:r>
              <a:rPr lang="ko-KR" altLang="en-US" sz="1300" dirty="0" err="1"/>
              <a:t>Reader</a:t>
            </a:r>
            <a:r>
              <a:rPr lang="ko-KR" altLang="en-US" sz="1300" dirty="0"/>
              <a:t> 객체 생성 (</a:t>
            </a:r>
            <a:r>
              <a:rPr lang="ko-KR" altLang="en-US" sz="1300" dirty="0" err="1"/>
              <a:t>FileReader를</a:t>
            </a:r>
            <a:r>
              <a:rPr lang="ko-KR" altLang="en-US" sz="1300" dirty="0"/>
              <a:t> 통해 파일에서 문자 읽기)</a:t>
            </a:r>
          </a:p>
          <a:p>
            <a:r>
              <a:rPr lang="ko-KR" altLang="en-US" sz="1300" dirty="0"/>
              <a:t>        // "C:/Temp/test9.txt" 파일에서 데이터를 읽음</a:t>
            </a:r>
          </a:p>
          <a:p>
            <a:r>
              <a:rPr lang="ko-KR" altLang="en-US" sz="1300" dirty="0"/>
              <a:t>        </a:t>
            </a:r>
            <a:r>
              <a:rPr lang="ko-KR" altLang="en-US" sz="1300" dirty="0" err="1"/>
              <a:t>Reader</a:t>
            </a:r>
            <a:r>
              <a:rPr lang="ko-KR" altLang="en-US" sz="1300" dirty="0"/>
              <a:t> </a:t>
            </a:r>
            <a:r>
              <a:rPr lang="ko-KR" altLang="en-US" sz="1300" dirty="0" err="1"/>
              <a:t>reader</a:t>
            </a:r>
            <a:r>
              <a:rPr lang="ko-KR" altLang="en-US" sz="1300" dirty="0"/>
              <a:t> = </a:t>
            </a:r>
            <a:r>
              <a:rPr lang="ko-KR" altLang="en-US" sz="1300" dirty="0" err="1"/>
              <a:t>new</a:t>
            </a:r>
            <a:r>
              <a:rPr lang="ko-KR" altLang="en-US" sz="1300" dirty="0"/>
              <a:t> </a:t>
            </a:r>
            <a:r>
              <a:rPr lang="ko-KR" altLang="en-US" sz="1300" dirty="0" err="1"/>
              <a:t>FileReader</a:t>
            </a:r>
            <a:r>
              <a:rPr lang="ko-KR" altLang="en-US" sz="1300" dirty="0"/>
              <a:t>("C:/Temp/test9.txt");</a:t>
            </a:r>
          </a:p>
          <a:p>
            <a:endParaRPr lang="ko-KR" altLang="en-US" sz="1300" dirty="0"/>
          </a:p>
          <a:p>
            <a:r>
              <a:rPr lang="ko-KR" altLang="en-US" sz="1300" dirty="0"/>
              <a:t>        // 데이터를 읽어올 문자 배열 생성 (크기: 5)</a:t>
            </a:r>
          </a:p>
          <a:p>
            <a:r>
              <a:rPr lang="ko-KR" altLang="en-US" sz="1300" dirty="0"/>
              <a:t>        </a:t>
            </a:r>
            <a:r>
              <a:rPr lang="ko-KR" altLang="en-US" sz="1300" dirty="0" err="1"/>
              <a:t>char</a:t>
            </a:r>
            <a:r>
              <a:rPr lang="ko-KR" altLang="en-US" sz="1300" dirty="0"/>
              <a:t>[] </a:t>
            </a:r>
            <a:r>
              <a:rPr lang="ko-KR" altLang="en-US" sz="1300" dirty="0" err="1"/>
              <a:t>buffer</a:t>
            </a:r>
            <a:r>
              <a:rPr lang="ko-KR" altLang="en-US" sz="1300" dirty="0"/>
              <a:t> = </a:t>
            </a:r>
            <a:r>
              <a:rPr lang="ko-KR" altLang="en-US" sz="1300" dirty="0" err="1"/>
              <a:t>new</a:t>
            </a:r>
            <a:r>
              <a:rPr lang="ko-KR" altLang="en-US" sz="1300" dirty="0"/>
              <a:t> </a:t>
            </a:r>
            <a:r>
              <a:rPr lang="ko-KR" altLang="en-US" sz="1300" dirty="0" err="1"/>
              <a:t>char</a:t>
            </a:r>
            <a:r>
              <a:rPr lang="ko-KR" altLang="en-US" sz="1300" dirty="0"/>
              <a:t>[5];</a:t>
            </a:r>
          </a:p>
          <a:p>
            <a:endParaRPr lang="ko-KR" altLang="en-US" sz="1300" dirty="0"/>
          </a:p>
          <a:p>
            <a:r>
              <a:rPr lang="ko-KR" altLang="en-US" sz="1300" dirty="0"/>
              <a:t>        // 파일에서 데이터를 읽어 배열의 일부에 저장</a:t>
            </a:r>
          </a:p>
          <a:p>
            <a:r>
              <a:rPr lang="ko-KR" altLang="en-US" sz="1300" dirty="0"/>
              <a:t>        // </a:t>
            </a:r>
            <a:r>
              <a:rPr lang="ko-KR" altLang="en-US" sz="1300" dirty="0" err="1"/>
              <a:t>buffer</a:t>
            </a:r>
            <a:r>
              <a:rPr lang="ko-KR" altLang="en-US" sz="1300" dirty="0"/>
              <a:t>[2]</a:t>
            </a:r>
            <a:r>
              <a:rPr lang="ko-KR" altLang="en-US" sz="1300" dirty="0" err="1"/>
              <a:t>부터</a:t>
            </a:r>
            <a:r>
              <a:rPr lang="ko-KR" altLang="en-US" sz="1300" dirty="0"/>
              <a:t> 3개의 문자를 읽어 저장</a:t>
            </a:r>
          </a:p>
          <a:p>
            <a:r>
              <a:rPr lang="ko-KR" altLang="en-US" sz="1300" dirty="0"/>
              <a:t>        </a:t>
            </a:r>
            <a:r>
              <a:rPr lang="ko-KR" altLang="en-US" sz="1300" dirty="0" err="1"/>
              <a:t>int</a:t>
            </a:r>
            <a:r>
              <a:rPr lang="ko-KR" altLang="en-US" sz="1300" dirty="0"/>
              <a:t> </a:t>
            </a:r>
            <a:r>
              <a:rPr lang="ko-KR" altLang="en-US" sz="1300" dirty="0" err="1"/>
              <a:t>readCharNum</a:t>
            </a:r>
            <a:r>
              <a:rPr lang="ko-KR" altLang="en-US" sz="1300" dirty="0"/>
              <a:t> = </a:t>
            </a:r>
            <a:r>
              <a:rPr lang="ko-KR" altLang="en-US" sz="1300" dirty="0" err="1"/>
              <a:t>reader.read</a:t>
            </a:r>
            <a:r>
              <a:rPr lang="ko-KR" altLang="en-US" sz="1300" dirty="0"/>
              <a:t>(</a:t>
            </a:r>
            <a:r>
              <a:rPr lang="ko-KR" altLang="en-US" sz="1300" dirty="0" err="1"/>
              <a:t>buffer</a:t>
            </a:r>
            <a:r>
              <a:rPr lang="ko-KR" altLang="en-US" sz="1300" dirty="0"/>
              <a:t>, 2, 3);</a:t>
            </a:r>
          </a:p>
          <a:p>
            <a:endParaRPr lang="ko-KR" altLang="en-US" sz="1300" dirty="0"/>
          </a:p>
          <a:p>
            <a:r>
              <a:rPr lang="ko-KR" altLang="en-US" sz="1300" dirty="0"/>
              <a:t>        </a:t>
            </a:r>
            <a:r>
              <a:rPr lang="ko-KR" altLang="en-US" sz="1300" dirty="0" err="1"/>
              <a:t>if</a:t>
            </a:r>
            <a:r>
              <a:rPr lang="ko-KR" altLang="en-US" sz="1300" dirty="0"/>
              <a:t> (</a:t>
            </a:r>
            <a:r>
              <a:rPr lang="ko-KR" altLang="en-US" sz="1300" dirty="0" err="1"/>
              <a:t>readCharNum</a:t>
            </a:r>
            <a:r>
              <a:rPr lang="ko-KR" altLang="en-US" sz="1300" dirty="0"/>
              <a:t> != -1) { // 데이터가 읽혔다면</a:t>
            </a:r>
          </a:p>
          <a:p>
            <a:r>
              <a:rPr lang="ko-KR" altLang="en-US" sz="1300" dirty="0"/>
              <a:t>            // 배열의 모든 값을 출력 (읽은 데이터 포함)</a:t>
            </a:r>
          </a:p>
          <a:p>
            <a:r>
              <a:rPr lang="ko-KR" altLang="en-US" sz="1300" dirty="0"/>
              <a:t>            </a:t>
            </a:r>
            <a:r>
              <a:rPr lang="ko-KR" altLang="en-US" sz="1300" dirty="0" err="1"/>
              <a:t>for</a:t>
            </a:r>
            <a:r>
              <a:rPr lang="ko-KR" altLang="en-US" sz="1300" dirty="0"/>
              <a:t> (</a:t>
            </a:r>
            <a:r>
              <a:rPr lang="ko-KR" altLang="en-US" sz="1300" dirty="0" err="1"/>
              <a:t>int</a:t>
            </a:r>
            <a:r>
              <a:rPr lang="ko-KR" altLang="en-US" sz="1300" dirty="0"/>
              <a:t> </a:t>
            </a:r>
            <a:r>
              <a:rPr lang="ko-KR" altLang="en-US" sz="1300" dirty="0" err="1"/>
              <a:t>i</a:t>
            </a:r>
            <a:r>
              <a:rPr lang="ko-KR" altLang="en-US" sz="1300" dirty="0"/>
              <a:t> = 0; </a:t>
            </a:r>
            <a:r>
              <a:rPr lang="ko-KR" altLang="en-US" sz="1300" dirty="0" err="1"/>
              <a:t>i</a:t>
            </a:r>
            <a:r>
              <a:rPr lang="ko-KR" altLang="en-US" sz="1300" dirty="0"/>
              <a:t> &lt; </a:t>
            </a:r>
            <a:r>
              <a:rPr lang="ko-KR" altLang="en-US" sz="1300" dirty="0" err="1"/>
              <a:t>buffer.length</a:t>
            </a:r>
            <a:r>
              <a:rPr lang="ko-KR" altLang="en-US" sz="1300" dirty="0"/>
              <a:t>; </a:t>
            </a:r>
            <a:r>
              <a:rPr lang="ko-KR" altLang="en-US" sz="1300" dirty="0" err="1"/>
              <a:t>i</a:t>
            </a:r>
            <a:r>
              <a:rPr lang="ko-KR" altLang="en-US" sz="1300" dirty="0"/>
              <a:t>++) {</a:t>
            </a:r>
          </a:p>
          <a:p>
            <a:r>
              <a:rPr lang="ko-KR" altLang="en-US" sz="1300" dirty="0"/>
              <a:t>                </a:t>
            </a:r>
            <a:r>
              <a:rPr lang="ko-KR" altLang="en-US" sz="1300" dirty="0" err="1"/>
              <a:t>System.out.println</a:t>
            </a:r>
            <a:r>
              <a:rPr lang="ko-KR" altLang="en-US" sz="1300" dirty="0"/>
              <a:t>(</a:t>
            </a:r>
            <a:r>
              <a:rPr lang="ko-KR" altLang="en-US" sz="1300" dirty="0" err="1"/>
              <a:t>buffer</a:t>
            </a:r>
            <a:r>
              <a:rPr lang="ko-KR" altLang="en-US" sz="1300" dirty="0"/>
              <a:t>[</a:t>
            </a:r>
            <a:r>
              <a:rPr lang="ko-KR" altLang="en-US" sz="1300" dirty="0" err="1"/>
              <a:t>i</a:t>
            </a:r>
            <a:r>
              <a:rPr lang="ko-KR" altLang="en-US" sz="1300" dirty="0"/>
              <a:t>]); // 각 배열 요소 출력</a:t>
            </a:r>
          </a:p>
          <a:p>
            <a:r>
              <a:rPr lang="ko-KR" altLang="en-US" sz="1300" dirty="0"/>
              <a:t>            }</a:t>
            </a:r>
          </a:p>
          <a:p>
            <a:r>
              <a:rPr lang="ko-KR" altLang="en-US" sz="1300" dirty="0"/>
              <a:t>        }</a:t>
            </a:r>
          </a:p>
          <a:p>
            <a:endParaRPr lang="ko-KR" altLang="en-US" sz="1300" dirty="0"/>
          </a:p>
          <a:p>
            <a:r>
              <a:rPr lang="ko-KR" altLang="en-US" sz="1300" dirty="0"/>
              <a:t>        // </a:t>
            </a:r>
            <a:r>
              <a:rPr lang="ko-KR" altLang="en-US" sz="1300" dirty="0" err="1"/>
              <a:t>Reader</a:t>
            </a:r>
            <a:r>
              <a:rPr lang="ko-KR" altLang="en-US" sz="1300" dirty="0"/>
              <a:t> 스트림 닫기 (자원 해제)</a:t>
            </a:r>
          </a:p>
          <a:p>
            <a:r>
              <a:rPr lang="ko-KR" altLang="en-US" sz="1300" dirty="0"/>
              <a:t>        </a:t>
            </a:r>
            <a:r>
              <a:rPr lang="ko-KR" altLang="en-US" sz="1300" dirty="0" err="1"/>
              <a:t>reader.close</a:t>
            </a:r>
            <a:r>
              <a:rPr lang="ko-KR" altLang="en-US" sz="1300" dirty="0"/>
              <a:t>();</a:t>
            </a:r>
          </a:p>
          <a:p>
            <a:r>
              <a:rPr lang="ko-KR" altLang="en-US" sz="1300" dirty="0"/>
              <a:t>    }</a:t>
            </a:r>
          </a:p>
          <a:p>
            <a:r>
              <a:rPr lang="ko-KR" altLang="en-US" sz="1300" dirty="0"/>
              <a:t>}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7840409-B522-1462-142F-0BA26961B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9686" y="3569991"/>
            <a:ext cx="658734" cy="108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243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94A0C-7C8B-DA11-989E-DC20907DC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3D11C4-1C25-F9F1-90C7-FFF729095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/>
              <a:t>보조 스트림</a:t>
            </a:r>
            <a:endParaRPr lang="en-US" altLang="ko-KR" sz="1400" b="1"/>
          </a:p>
          <a:p>
            <a:pPr marL="0" indent="0">
              <a:buNone/>
            </a:pPr>
            <a:endParaRPr lang="en-US" altLang="ko-KR" sz="1400"/>
          </a:p>
          <a:p>
            <a:pPr marL="0" indent="0">
              <a:buNone/>
            </a:pPr>
            <a:r>
              <a:rPr lang="en-US" altLang="ko-KR" sz="1400"/>
              <a:t>-</a:t>
            </a:r>
            <a:r>
              <a:rPr lang="ko-KR" altLang="en-US" sz="1400"/>
              <a:t>다른 스트림과 연결 되어 여러 가지 편리한 기능을 제공해주는 스트림</a:t>
            </a:r>
            <a:endParaRPr lang="en-US" altLang="ko-KR" sz="1400"/>
          </a:p>
          <a:p>
            <a:pPr marL="0" indent="0">
              <a:buNone/>
            </a:pPr>
            <a:r>
              <a:rPr lang="en-US" altLang="ko-KR" sz="1400"/>
              <a:t>-</a:t>
            </a:r>
            <a:r>
              <a:rPr lang="ko-KR" altLang="en-US" sz="1400"/>
              <a:t>데이터를 변환하고 싶을 때</a:t>
            </a:r>
            <a:endParaRPr lang="en-US" altLang="ko-KR" sz="1400"/>
          </a:p>
          <a:p>
            <a:pPr marL="0" indent="0">
              <a:buNone/>
            </a:pPr>
            <a:r>
              <a:rPr lang="en-US" altLang="ko-KR" sz="1400"/>
              <a:t>-</a:t>
            </a:r>
            <a:r>
              <a:rPr lang="ko-KR" altLang="en-US" sz="1400"/>
              <a:t>데이터 출력 형식을 지정하고 싶을 때</a:t>
            </a:r>
            <a:endParaRPr lang="en-US" altLang="ko-KR" sz="1400"/>
          </a:p>
          <a:p>
            <a:pPr marL="0" indent="0">
              <a:buNone/>
            </a:pPr>
            <a:endParaRPr lang="en-US" altLang="ko-KR" sz="1400"/>
          </a:p>
          <a:p>
            <a:pPr marL="0" indent="0">
              <a:buNone/>
            </a:pPr>
            <a:r>
              <a:rPr lang="ko-KR" altLang="en-US" sz="1400" b="1"/>
              <a:t>보조 스트림의 위치</a:t>
            </a:r>
            <a:endParaRPr lang="en-US" altLang="ko-KR" sz="1400" b="1"/>
          </a:p>
          <a:p>
            <a:pPr marL="0" indent="0">
              <a:buNone/>
            </a:pPr>
            <a:r>
              <a:rPr lang="en-US" altLang="ko-KR" sz="1400"/>
              <a:t>-</a:t>
            </a:r>
            <a:r>
              <a:rPr lang="ko-KR" altLang="en-US" sz="1400"/>
              <a:t>입력 스트림 </a:t>
            </a:r>
            <a:r>
              <a:rPr lang="en-US" altLang="ko-KR" sz="1400">
                <a:sym typeface="Wingdings" panose="05000000000000000000" pitchFamily="2" charset="2"/>
              </a:rPr>
              <a:t>(</a:t>
            </a:r>
            <a:r>
              <a:rPr lang="ko-KR" altLang="en-US" sz="1400">
                <a:sym typeface="Wingdings" panose="05000000000000000000" pitchFamily="2" charset="2"/>
              </a:rPr>
              <a:t>보조 스트림</a:t>
            </a:r>
            <a:r>
              <a:rPr lang="en-US" altLang="ko-KR" sz="1400">
                <a:sym typeface="Wingdings" panose="05000000000000000000" pitchFamily="2" charset="2"/>
              </a:rPr>
              <a:t>)  </a:t>
            </a:r>
            <a:r>
              <a:rPr lang="ko-KR" altLang="en-US" sz="1400">
                <a:sym typeface="Wingdings" panose="05000000000000000000" pitchFamily="2" charset="2"/>
              </a:rPr>
              <a:t>프로그램 </a:t>
            </a:r>
            <a:r>
              <a:rPr lang="en-US" altLang="ko-KR" sz="1400">
                <a:sym typeface="Wingdings" panose="05000000000000000000" pitchFamily="2" charset="2"/>
              </a:rPr>
              <a:t> (</a:t>
            </a:r>
            <a:r>
              <a:rPr lang="ko-KR" altLang="en-US" sz="1400">
                <a:sym typeface="Wingdings" panose="05000000000000000000" pitchFamily="2" charset="2"/>
              </a:rPr>
              <a:t>보조 스트림</a:t>
            </a:r>
            <a:r>
              <a:rPr lang="en-US" altLang="ko-KR" sz="1400">
                <a:sym typeface="Wingdings" panose="05000000000000000000" pitchFamily="2" charset="2"/>
              </a:rPr>
              <a:t>)  </a:t>
            </a:r>
            <a:r>
              <a:rPr lang="ko-KR" altLang="en-US" sz="1400">
                <a:sym typeface="Wingdings" panose="05000000000000000000" pitchFamily="2" charset="2"/>
              </a:rPr>
              <a:t>출력 스트림</a:t>
            </a:r>
            <a:endParaRPr lang="en-US" altLang="ko-KR" sz="140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>
                <a:sym typeface="Wingdings" panose="05000000000000000000" pitchFamily="2" charset="2"/>
              </a:rPr>
              <a:t>-</a:t>
            </a:r>
            <a:r>
              <a:rPr lang="ko-KR" altLang="en-US" sz="1400">
                <a:sym typeface="Wingdings" panose="05000000000000000000" pitchFamily="2" charset="2"/>
              </a:rPr>
              <a:t>프로그램은 입력 스트림으로부터 직접 데이터를 읽지 않음</a:t>
            </a:r>
            <a:endParaRPr lang="en-US" altLang="ko-KR" sz="140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>
                <a:sym typeface="Wingdings" panose="05000000000000000000" pitchFamily="2" charset="2"/>
              </a:rPr>
              <a:t>-</a:t>
            </a:r>
            <a:r>
              <a:rPr lang="ko-KR" altLang="en-US" sz="1400">
                <a:sym typeface="Wingdings" panose="05000000000000000000" pitchFamily="2" charset="2"/>
              </a:rPr>
              <a:t>프로그램은 출력 스트림으로 직접 데이터를 보내지 않음</a:t>
            </a:r>
            <a:endParaRPr lang="en-US" altLang="ko-KR" sz="140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/>
          </a:p>
          <a:p>
            <a:pPr marL="0" indent="0">
              <a:buNone/>
            </a:pPr>
            <a:endParaRPr lang="en-US" altLang="ko-KR" sz="1400"/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1026" name="Picture 2" descr="Java] IO 기반 입출력 및 네트워킹 ⑤">
            <a:extLst>
              <a:ext uri="{FF2B5EF4-FFF2-40B4-BE49-F238E27FC236}">
                <a16:creationId xmlns:a16="http://schemas.microsoft.com/office/drawing/2014/main" id="{CFAA710B-B90A-ADC3-CBAF-DFB436302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162" y="3699331"/>
            <a:ext cx="9591675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49330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FBB27-AFB4-D0A7-BD57-02914E526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B7ADA9-C789-AF78-A654-0D636D1B5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보조 스트림 연결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 err="1"/>
              <a:t>보조스트림</a:t>
            </a:r>
            <a:r>
              <a:rPr lang="ko-KR" altLang="en-US" sz="1400" dirty="0"/>
              <a:t> 변수 </a:t>
            </a:r>
            <a:r>
              <a:rPr lang="en-US" altLang="ko-KR" sz="1400" dirty="0"/>
              <a:t>= new </a:t>
            </a:r>
            <a:r>
              <a:rPr lang="ko-KR" altLang="en-US" sz="1400" dirty="0" err="1"/>
              <a:t>보조스트림</a:t>
            </a:r>
            <a:r>
              <a:rPr lang="en-US" altLang="ko-KR" sz="1400" dirty="0"/>
              <a:t>(</a:t>
            </a:r>
            <a:r>
              <a:rPr lang="ko-KR" altLang="en-US" sz="1400" dirty="0" err="1"/>
              <a:t>연결스트림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 </a:t>
            </a:r>
            <a:r>
              <a:rPr lang="ko-KR" altLang="en-US" sz="1400" dirty="0"/>
              <a:t>입력 스트림 </a:t>
            </a:r>
            <a:r>
              <a:rPr lang="en-US" altLang="ko-KR" sz="1400" dirty="0" err="1"/>
              <a:t>InputStream</a:t>
            </a:r>
            <a:r>
              <a:rPr lang="ko-KR" altLang="en-US" sz="1400" dirty="0"/>
              <a:t>에 보조 스트림 </a:t>
            </a:r>
            <a:r>
              <a:rPr lang="en-US" altLang="ko-KR" sz="1400" dirty="0" err="1"/>
              <a:t>InputStreamReader</a:t>
            </a:r>
            <a:r>
              <a:rPr lang="ko-KR" altLang="en-US" sz="1400" dirty="0"/>
              <a:t>연결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InputStream</a:t>
            </a:r>
            <a:r>
              <a:rPr lang="en-US" altLang="ko-KR" sz="1400" dirty="0"/>
              <a:t> is = ...;</a:t>
            </a:r>
          </a:p>
          <a:p>
            <a:pPr marL="0" indent="0">
              <a:buNone/>
            </a:pPr>
            <a:r>
              <a:rPr lang="en-US" altLang="ko-KR" sz="1400" dirty="0" err="1"/>
              <a:t>InputStreamReader</a:t>
            </a:r>
            <a:r>
              <a:rPr lang="en-US" altLang="ko-KR" sz="1400" dirty="0"/>
              <a:t> reader = new </a:t>
            </a:r>
            <a:r>
              <a:rPr lang="en-US" altLang="ko-KR" sz="1400" dirty="0" err="1"/>
              <a:t>InputStreamReader</a:t>
            </a:r>
            <a:r>
              <a:rPr lang="en-US" altLang="ko-KR" sz="1400" dirty="0"/>
              <a:t>(is);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b="1" dirty="0"/>
              <a:t>보조 스트림의 연속적 연결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보조 스트림끼리 연속적으로 연결 가능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  <a:r>
              <a:rPr lang="ko-KR" altLang="en-US" sz="1400" dirty="0"/>
              <a:t> 입력 스트림 </a:t>
            </a:r>
            <a:r>
              <a:rPr lang="en-US" altLang="ko-KR" sz="1400" dirty="0" err="1"/>
              <a:t>InputStream</a:t>
            </a:r>
            <a:r>
              <a:rPr lang="ko-KR" altLang="en-US" sz="1400" dirty="0"/>
              <a:t>에 보조 스트림 </a:t>
            </a:r>
            <a:r>
              <a:rPr lang="en-US" altLang="ko-KR" sz="1400" dirty="0" err="1"/>
              <a:t>InputStreamReader</a:t>
            </a:r>
            <a:r>
              <a:rPr lang="ko-KR" altLang="en-US" sz="1400" dirty="0"/>
              <a:t>연결</a:t>
            </a:r>
            <a:r>
              <a:rPr lang="en-US" altLang="ko-KR" sz="1400" dirty="0"/>
              <a:t>, </a:t>
            </a:r>
            <a:r>
              <a:rPr lang="ko-KR" altLang="en-US" sz="1400" dirty="0"/>
              <a:t>보조 스트림 </a:t>
            </a:r>
            <a:r>
              <a:rPr lang="en-US" altLang="ko-KR" sz="1400" dirty="0" err="1"/>
              <a:t>InputStreamReader</a:t>
            </a:r>
            <a:r>
              <a:rPr lang="ko-KR" altLang="en-US" sz="1400" dirty="0"/>
              <a:t>에 </a:t>
            </a:r>
            <a:r>
              <a:rPr lang="ko-KR" altLang="en-US" sz="1400" dirty="0" err="1"/>
              <a:t>보조스트림</a:t>
            </a:r>
            <a:r>
              <a:rPr lang="ko-KR" altLang="en-US" sz="1400" dirty="0"/>
              <a:t> </a:t>
            </a:r>
            <a:r>
              <a:rPr lang="en-US" altLang="ko-KR" sz="1400" dirty="0" err="1"/>
              <a:t>BufferReader</a:t>
            </a:r>
            <a:r>
              <a:rPr lang="en-US" altLang="ko-KR" sz="1400" dirty="0"/>
              <a:t> </a:t>
            </a:r>
            <a:r>
              <a:rPr lang="ko-KR" altLang="en-US" sz="1400" dirty="0"/>
              <a:t>연결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InputStream</a:t>
            </a:r>
            <a:r>
              <a:rPr lang="en-US" altLang="ko-KR" sz="1400" dirty="0"/>
              <a:t> is = System.in;</a:t>
            </a:r>
          </a:p>
          <a:p>
            <a:pPr marL="0" indent="0">
              <a:buNone/>
            </a:pPr>
            <a:r>
              <a:rPr lang="en-US" altLang="ko-KR" sz="1400" dirty="0" err="1"/>
              <a:t>InputStreamReader</a:t>
            </a:r>
            <a:r>
              <a:rPr lang="en-US" altLang="ko-KR" sz="1400" dirty="0"/>
              <a:t> reader = new </a:t>
            </a:r>
            <a:r>
              <a:rPr lang="en-US" altLang="ko-KR" sz="1400" dirty="0" err="1"/>
              <a:t>InputStreamReader</a:t>
            </a:r>
            <a:r>
              <a:rPr lang="en-US" altLang="ko-KR" sz="1400" dirty="0"/>
              <a:t>(is);</a:t>
            </a:r>
          </a:p>
          <a:p>
            <a:pPr marL="0" indent="0">
              <a:buNone/>
            </a:pPr>
            <a:r>
              <a:rPr lang="en-US" altLang="ko-KR" sz="1400" dirty="0" err="1"/>
              <a:t>BufferReader</a:t>
            </a:r>
            <a:r>
              <a:rPr lang="en-US" altLang="ko-KR" sz="1400" dirty="0"/>
              <a:t> </a:t>
            </a:r>
            <a:r>
              <a:rPr lang="en-US" altLang="ko-KR" sz="1400" dirty="0" err="1"/>
              <a:t>br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BufferReader</a:t>
            </a:r>
            <a:r>
              <a:rPr lang="en-US" altLang="ko-KR" sz="1400" dirty="0"/>
              <a:t>(reader);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50F8BC2-4C1A-49B8-70A0-B7A3A2676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314" y="5197557"/>
            <a:ext cx="7219950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8364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57769-B012-0C17-7AF7-6D9E1F3DB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2B15C9-13D0-6256-5281-CA382AF0E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문자 변환 보조 스트림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스트림이 바이트 기반 스트림인데 입출력 데이터가 문자인 경우</a:t>
            </a:r>
            <a:endParaRPr lang="en-US" altLang="ko-KR" sz="1400" dirty="0"/>
          </a:p>
          <a:p>
            <a:pPr>
              <a:buFont typeface="Wingdings" panose="05000000000000000000" pitchFamily="2" charset="2"/>
              <a:buChar char="è"/>
            </a:pPr>
            <a:r>
              <a:rPr lang="ko-KR" altLang="en-US" sz="1400" dirty="0">
                <a:sym typeface="Wingdings" panose="05000000000000000000" pitchFamily="2" charset="2"/>
              </a:rPr>
              <a:t>문자 입출력에 유리한 문자 기반 스트림</a:t>
            </a:r>
            <a:r>
              <a:rPr lang="en-US" altLang="ko-KR" sz="1400" dirty="0">
                <a:sym typeface="Wingdings" panose="05000000000000000000" pitchFamily="2" charset="2"/>
              </a:rPr>
              <a:t>(Reader/Writer)</a:t>
            </a:r>
            <a:r>
              <a:rPr lang="ko-KR" altLang="en-US" sz="1400" dirty="0">
                <a:sym typeface="Wingdings" panose="05000000000000000000" pitchFamily="2" charset="2"/>
              </a:rPr>
              <a:t>이용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è"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b="1" dirty="0" err="1">
                <a:sym typeface="Wingdings" panose="05000000000000000000" pitchFamily="2" charset="2"/>
              </a:rPr>
              <a:t>OutputStreamWriter</a:t>
            </a:r>
            <a:endParaRPr lang="en-US" altLang="ko-KR" sz="1400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바이트 스트림을 문자 스트림으로 변환하여 출력할 때 사용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 err="1"/>
              <a:t>FileOutputStream</a:t>
            </a:r>
            <a:r>
              <a:rPr lang="en-US" altLang="ko-KR" sz="1400" dirty="0"/>
              <a:t> </a:t>
            </a:r>
            <a:r>
              <a:rPr lang="en-US" altLang="ko-KR" sz="1400" dirty="0" err="1"/>
              <a:t>fos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FileOutputStream</a:t>
            </a:r>
            <a:r>
              <a:rPr lang="en-US" altLang="ko-KR" sz="1400" dirty="0"/>
              <a:t>(“test1.txt”)</a:t>
            </a:r>
          </a:p>
          <a:p>
            <a:pPr marL="0" indent="0">
              <a:buNone/>
            </a:pPr>
            <a:r>
              <a:rPr lang="en-US" altLang="ko-KR" sz="1400" dirty="0"/>
              <a:t>Writer </a:t>
            </a:r>
            <a:r>
              <a:rPr lang="en-US" altLang="ko-KR" sz="1400" dirty="0" err="1"/>
              <a:t>writer</a:t>
            </a:r>
            <a:r>
              <a:rPr lang="en-US" altLang="ko-KR" sz="1400" dirty="0"/>
              <a:t> = new </a:t>
            </a:r>
            <a:r>
              <a:rPr lang="en-US" altLang="ko-KR" sz="1400" dirty="0" err="1">
                <a:sym typeface="Wingdings" panose="05000000000000000000" pitchFamily="2" charset="2"/>
              </a:rPr>
              <a:t>OutputStreamWriter</a:t>
            </a:r>
            <a:r>
              <a:rPr lang="en-US" altLang="ko-KR" sz="1400" dirty="0">
                <a:sym typeface="Wingdings" panose="05000000000000000000" pitchFamily="2" charset="2"/>
              </a:rPr>
              <a:t>(</a:t>
            </a:r>
            <a:r>
              <a:rPr lang="en-US" altLang="ko-KR" sz="1400" dirty="0" err="1">
                <a:sym typeface="Wingdings" panose="05000000000000000000" pitchFamily="2" charset="2"/>
              </a:rPr>
              <a:t>fos</a:t>
            </a:r>
            <a:r>
              <a:rPr lang="en-US" altLang="ko-KR" sz="1400" dirty="0">
                <a:sym typeface="Wingdings" panose="05000000000000000000" pitchFamily="2" charset="2"/>
              </a:rPr>
              <a:t>);</a:t>
            </a: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b="1" dirty="0" err="1">
                <a:sym typeface="Wingdings" panose="05000000000000000000" pitchFamily="2" charset="2"/>
              </a:rPr>
              <a:t>InputStreamReader</a:t>
            </a:r>
            <a:endParaRPr lang="en-US" altLang="ko-KR" sz="1400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b="1" dirty="0">
                <a:sym typeface="Wingdings" panose="05000000000000000000" pitchFamily="2" charset="2"/>
              </a:rPr>
              <a:t>-</a:t>
            </a:r>
            <a:r>
              <a:rPr lang="ko-KR" altLang="en-US" sz="1400" dirty="0"/>
              <a:t>바이트 스트림을 문자 스트림으로 변환하여 읽을 때 사용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ex)</a:t>
            </a:r>
          </a:p>
          <a:p>
            <a:pPr marL="0" indent="0">
              <a:buNone/>
            </a:pPr>
            <a:r>
              <a:rPr lang="en-US" altLang="ko-KR" sz="1400" dirty="0" err="1">
                <a:sym typeface="Wingdings" panose="05000000000000000000" pitchFamily="2" charset="2"/>
              </a:rPr>
              <a:t>FileInputStream</a:t>
            </a:r>
            <a:r>
              <a:rPr lang="en-US" altLang="ko-KR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 err="1">
                <a:sym typeface="Wingdings" panose="05000000000000000000" pitchFamily="2" charset="2"/>
              </a:rPr>
              <a:t>fis</a:t>
            </a:r>
            <a:r>
              <a:rPr lang="en-US" altLang="ko-KR" sz="1400" dirty="0">
                <a:sym typeface="Wingdings" panose="05000000000000000000" pitchFamily="2" charset="2"/>
              </a:rPr>
              <a:t> = new </a:t>
            </a:r>
            <a:r>
              <a:rPr lang="en-US" altLang="ko-KR" sz="1400" dirty="0" err="1">
                <a:sym typeface="Wingdings" panose="05000000000000000000" pitchFamily="2" charset="2"/>
              </a:rPr>
              <a:t>FileInputStream</a:t>
            </a:r>
            <a:r>
              <a:rPr lang="en-US" altLang="ko-KR" sz="1400" dirty="0">
                <a:sym typeface="Wingdings" panose="05000000000000000000" pitchFamily="2" charset="2"/>
              </a:rPr>
              <a:t>(“test1.txt”);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Reader </a:t>
            </a:r>
            <a:r>
              <a:rPr lang="en-US" altLang="ko-KR" sz="1400" dirty="0" err="1">
                <a:sym typeface="Wingdings" panose="05000000000000000000" pitchFamily="2" charset="2"/>
              </a:rPr>
              <a:t>reader</a:t>
            </a:r>
            <a:r>
              <a:rPr lang="en-US" altLang="ko-KR" sz="1400" dirty="0">
                <a:sym typeface="Wingdings" panose="05000000000000000000" pitchFamily="2" charset="2"/>
              </a:rPr>
              <a:t> = new </a:t>
            </a:r>
            <a:r>
              <a:rPr lang="en-US" altLang="ko-KR" sz="1400" dirty="0" err="1">
                <a:sym typeface="Wingdings" panose="05000000000000000000" pitchFamily="2" charset="2"/>
              </a:rPr>
              <a:t>InputStreamReader</a:t>
            </a:r>
            <a:r>
              <a:rPr lang="en-US" altLang="ko-KR" sz="1400" dirty="0">
                <a:sym typeface="Wingdings" panose="05000000000000000000" pitchFamily="2" charset="2"/>
              </a:rPr>
              <a:t>(</a:t>
            </a:r>
            <a:r>
              <a:rPr lang="en-US" altLang="ko-KR" sz="1400" dirty="0" err="1">
                <a:sym typeface="Wingdings" panose="05000000000000000000" pitchFamily="2" charset="2"/>
              </a:rPr>
              <a:t>fis</a:t>
            </a:r>
            <a:r>
              <a:rPr lang="en-US" altLang="ko-KR" sz="1400" dirty="0">
                <a:sym typeface="Wingdings" panose="05000000000000000000" pitchFamily="2" charset="2"/>
              </a:rPr>
              <a:t>);</a:t>
            </a:r>
          </a:p>
          <a:p>
            <a:pPr marL="0" indent="0">
              <a:buNone/>
            </a:pP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7599646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96C35-B407-5B74-4532-5DAEDA179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50E9FB-84B8-18D0-E02A-E3D0CF7A7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 </a:t>
            </a:r>
            <a:endParaRPr lang="en-US" altLang="ko-KR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55939B-CE57-A97B-04FB-FCD6F6928F9D}"/>
              </a:ext>
            </a:extLst>
          </p:cNvPr>
          <p:cNvSpPr txBox="1"/>
          <p:nvPr/>
        </p:nvSpPr>
        <p:spPr>
          <a:xfrm>
            <a:off x="-7620" y="0"/>
            <a:ext cx="6651016" cy="677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import </a:t>
            </a:r>
            <a:r>
              <a:rPr lang="en-US" altLang="ko-KR" sz="1400" dirty="0" err="1"/>
              <a:t>java.io.FileInputStream</a:t>
            </a:r>
            <a:r>
              <a:rPr lang="en-US" altLang="ko-KR" sz="1400" dirty="0"/>
              <a:t>;</a:t>
            </a:r>
          </a:p>
          <a:p>
            <a:r>
              <a:rPr lang="en-US" altLang="ko-KR" sz="1400" dirty="0"/>
              <a:t>import </a:t>
            </a:r>
            <a:r>
              <a:rPr lang="en-US" altLang="ko-KR" sz="1400" dirty="0" err="1"/>
              <a:t>java.io.FileOutputStream</a:t>
            </a:r>
            <a:r>
              <a:rPr lang="en-US" altLang="ko-KR" sz="1400" dirty="0"/>
              <a:t>;</a:t>
            </a:r>
          </a:p>
          <a:p>
            <a:r>
              <a:rPr lang="en-US" altLang="ko-KR" sz="1400" dirty="0"/>
              <a:t>import </a:t>
            </a:r>
            <a:r>
              <a:rPr lang="en-US" altLang="ko-KR" sz="1400" dirty="0" err="1"/>
              <a:t>java.io.InputStreamReader</a:t>
            </a:r>
            <a:r>
              <a:rPr lang="en-US" altLang="ko-KR" sz="1400" dirty="0"/>
              <a:t>;</a:t>
            </a:r>
          </a:p>
          <a:p>
            <a:r>
              <a:rPr lang="en-US" altLang="ko-KR" sz="1400" dirty="0"/>
              <a:t>import </a:t>
            </a:r>
            <a:r>
              <a:rPr lang="en-US" altLang="ko-KR" sz="1400" dirty="0" err="1"/>
              <a:t>java.io.OutputStreamWriter</a:t>
            </a:r>
            <a:r>
              <a:rPr lang="en-US" altLang="ko-KR" sz="1400" dirty="0"/>
              <a:t>;</a:t>
            </a:r>
          </a:p>
          <a:p>
            <a:r>
              <a:rPr lang="en-US" altLang="ko-KR" sz="1400" dirty="0"/>
              <a:t>import </a:t>
            </a:r>
            <a:r>
              <a:rPr lang="en-US" altLang="ko-KR" sz="1400" dirty="0" err="1"/>
              <a:t>java.io.Reader</a:t>
            </a:r>
            <a:r>
              <a:rPr lang="en-US" altLang="ko-KR" sz="1400" dirty="0"/>
              <a:t>;</a:t>
            </a:r>
          </a:p>
          <a:p>
            <a:r>
              <a:rPr lang="en-US" altLang="ko-KR" sz="1400" dirty="0"/>
              <a:t>import </a:t>
            </a:r>
            <a:r>
              <a:rPr lang="en-US" altLang="ko-KR" sz="1400" dirty="0" err="1"/>
              <a:t>java.io.Writer</a:t>
            </a:r>
            <a:r>
              <a:rPr lang="en-US" altLang="ko-KR" sz="1400" dirty="0"/>
              <a:t>;</a:t>
            </a:r>
          </a:p>
          <a:p>
            <a:endParaRPr lang="en-US" altLang="ko-KR" sz="1400" dirty="0"/>
          </a:p>
          <a:p>
            <a:r>
              <a:rPr lang="en-US" altLang="ko-KR" sz="1400" dirty="0"/>
              <a:t>public class </a:t>
            </a:r>
            <a:r>
              <a:rPr lang="en-US" altLang="ko-KR" sz="1400" dirty="0" err="1"/>
              <a:t>CharacterConvertStreamExample</a:t>
            </a:r>
            <a:r>
              <a:rPr lang="en-US" altLang="ko-KR" sz="1400" dirty="0"/>
              <a:t> {</a:t>
            </a:r>
          </a:p>
          <a:p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throws Exception {</a:t>
            </a:r>
          </a:p>
          <a:p>
            <a:r>
              <a:rPr lang="en-US" altLang="ko-KR" sz="1400" dirty="0"/>
              <a:t>        // </a:t>
            </a:r>
            <a:r>
              <a:rPr lang="ko-KR" altLang="en-US" sz="1400" dirty="0"/>
              <a:t>파일에 문자열을 기록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/>
              <a:t>write("</a:t>
            </a:r>
            <a:r>
              <a:rPr lang="ko-KR" altLang="en-US" sz="1400" dirty="0"/>
              <a:t>문자 변환 스트림을 사용합니다</a:t>
            </a:r>
            <a:r>
              <a:rPr lang="en-US" altLang="ko-KR" sz="1400" dirty="0"/>
              <a:t>.");</a:t>
            </a:r>
          </a:p>
          <a:p>
            <a:r>
              <a:rPr lang="en-US" altLang="ko-KR" sz="1400" dirty="0"/>
              <a:t>        </a:t>
            </a:r>
          </a:p>
          <a:p>
            <a:r>
              <a:rPr lang="en-US" altLang="ko-KR" sz="1400" dirty="0"/>
              <a:t>        // </a:t>
            </a:r>
            <a:r>
              <a:rPr lang="ko-KR" altLang="en-US" sz="1400" dirty="0"/>
              <a:t>파일에서 문자열을 읽어와 출력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/>
              <a:t>String data = read();</a:t>
            </a:r>
          </a:p>
          <a:p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(data);</a:t>
            </a:r>
          </a:p>
          <a:p>
            <a:r>
              <a:rPr lang="en-US" altLang="ko-KR" sz="1400" dirty="0"/>
              <a:t>    }</a:t>
            </a:r>
          </a:p>
          <a:p>
            <a:r>
              <a:rPr lang="en-US" altLang="ko-KR" sz="1400" dirty="0"/>
              <a:t>    </a:t>
            </a:r>
          </a:p>
          <a:p>
            <a:r>
              <a:rPr lang="en-US" altLang="ko-KR" sz="1400" dirty="0"/>
              <a:t>    // </a:t>
            </a:r>
            <a:r>
              <a:rPr lang="ko-KR" altLang="en-US" sz="1400" dirty="0"/>
              <a:t>문자열을 파일에 기록하는 메서드</a:t>
            </a:r>
          </a:p>
          <a:p>
            <a:r>
              <a:rPr lang="ko-KR" altLang="en-US" sz="1400" dirty="0"/>
              <a:t>    </a:t>
            </a:r>
            <a:r>
              <a:rPr lang="en-US" altLang="ko-KR" sz="1400" dirty="0"/>
              <a:t>public static void write(String str) throws Exception {</a:t>
            </a:r>
          </a:p>
          <a:p>
            <a:r>
              <a:rPr lang="en-US" altLang="ko-KR" sz="1400" dirty="0"/>
              <a:t>        // </a:t>
            </a:r>
            <a:r>
              <a:rPr lang="en-US" altLang="ko-KR" sz="1400" dirty="0" err="1"/>
              <a:t>FileOutputStream</a:t>
            </a:r>
            <a:r>
              <a:rPr lang="ko-KR" altLang="en-US" sz="1400" dirty="0"/>
              <a:t>을 </a:t>
            </a:r>
            <a:r>
              <a:rPr lang="en-US" altLang="ko-KR" sz="1400" dirty="0" err="1"/>
              <a:t>OutputStreamWriter</a:t>
            </a:r>
            <a:r>
              <a:rPr lang="ko-KR" altLang="en-US" sz="1400" dirty="0"/>
              <a:t>로 감싸 문자 기반으로 변환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 err="1"/>
              <a:t>FileOutputStream</a:t>
            </a:r>
            <a:r>
              <a:rPr lang="en-US" altLang="ko-KR" sz="1400" dirty="0"/>
              <a:t> </a:t>
            </a:r>
            <a:r>
              <a:rPr lang="en-US" altLang="ko-KR" sz="1400" dirty="0" err="1"/>
              <a:t>fos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FileOutputStream</a:t>
            </a:r>
            <a:r>
              <a:rPr lang="en-US" altLang="ko-KR" sz="1400" dirty="0"/>
              <a:t>("C:/Temp/test1.txt");</a:t>
            </a:r>
          </a:p>
          <a:p>
            <a:r>
              <a:rPr lang="en-US" altLang="ko-KR" sz="1400" dirty="0"/>
              <a:t>        Writer </a:t>
            </a:r>
            <a:r>
              <a:rPr lang="en-US" altLang="ko-KR" sz="1400" dirty="0" err="1"/>
              <a:t>writer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OutputStreamWriter</a:t>
            </a:r>
            <a:r>
              <a:rPr lang="en-US" altLang="ko-KR" sz="1400" dirty="0"/>
              <a:t>(</a:t>
            </a:r>
            <a:r>
              <a:rPr lang="en-US" altLang="ko-KR" sz="1400" dirty="0" err="1"/>
              <a:t>fos</a:t>
            </a:r>
            <a:r>
              <a:rPr lang="en-US" altLang="ko-KR" sz="1400" dirty="0"/>
              <a:t>);</a:t>
            </a:r>
          </a:p>
          <a:p>
            <a:r>
              <a:rPr lang="en-US" altLang="ko-KR" sz="1400" dirty="0"/>
              <a:t>        </a:t>
            </a:r>
          </a:p>
          <a:p>
            <a:r>
              <a:rPr lang="en-US" altLang="ko-KR" sz="1400" dirty="0"/>
              <a:t>        // </a:t>
            </a:r>
            <a:r>
              <a:rPr lang="ko-KR" altLang="en-US" sz="1400" dirty="0"/>
              <a:t>문자열 기록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 err="1"/>
              <a:t>writer.write</a:t>
            </a:r>
            <a:r>
              <a:rPr lang="en-US" altLang="ko-KR" sz="1400" dirty="0"/>
              <a:t>(str);</a:t>
            </a:r>
          </a:p>
          <a:p>
            <a:r>
              <a:rPr lang="en-US" altLang="ko-KR" sz="1400" dirty="0"/>
              <a:t>        </a:t>
            </a:r>
          </a:p>
          <a:p>
            <a:r>
              <a:rPr lang="en-US" altLang="ko-KR" sz="1400" dirty="0"/>
              <a:t>        // </a:t>
            </a:r>
            <a:r>
              <a:rPr lang="ko-KR" altLang="en-US" sz="1400" dirty="0"/>
              <a:t>버퍼 비우기 및 스트림 닫기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 err="1"/>
              <a:t>writer.flush</a:t>
            </a:r>
            <a:r>
              <a:rPr lang="en-US" altLang="ko-KR" sz="1400" dirty="0"/>
              <a:t>();</a:t>
            </a:r>
          </a:p>
          <a:p>
            <a:r>
              <a:rPr lang="en-US" altLang="ko-KR" sz="1400" dirty="0"/>
              <a:t>        </a:t>
            </a:r>
            <a:r>
              <a:rPr lang="en-US" altLang="ko-KR" sz="1400" dirty="0" err="1"/>
              <a:t>writer.close</a:t>
            </a:r>
            <a:r>
              <a:rPr lang="en-US" altLang="ko-KR" sz="1400" dirty="0"/>
              <a:t>();</a:t>
            </a:r>
          </a:p>
          <a:p>
            <a:r>
              <a:rPr lang="en-US" altLang="ko-KR" sz="1400" dirty="0"/>
              <a:t>    }</a:t>
            </a:r>
            <a:endParaRPr lang="ko-KR" alt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D9A254-B160-4943-D8C5-CA0495571680}"/>
              </a:ext>
            </a:extLst>
          </p:cNvPr>
          <p:cNvSpPr txBox="1"/>
          <p:nvPr/>
        </p:nvSpPr>
        <p:spPr>
          <a:xfrm>
            <a:off x="5726739" y="0"/>
            <a:ext cx="6465261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dirty="0"/>
              <a:t> </a:t>
            </a:r>
          </a:p>
          <a:p>
            <a:r>
              <a:rPr lang="ko-KR" altLang="en-US" sz="1300" dirty="0"/>
              <a:t>    // 파일에서 문자열을 읽어오는 메서드</a:t>
            </a:r>
          </a:p>
          <a:p>
            <a:r>
              <a:rPr lang="ko-KR" altLang="en-US" sz="1300" dirty="0"/>
              <a:t>    </a:t>
            </a:r>
            <a:r>
              <a:rPr lang="ko-KR" altLang="en-US" sz="1300" dirty="0" err="1"/>
              <a:t>public</a:t>
            </a:r>
            <a:r>
              <a:rPr lang="ko-KR" altLang="en-US" sz="1300" dirty="0"/>
              <a:t> </a:t>
            </a:r>
            <a:r>
              <a:rPr lang="ko-KR" altLang="en-US" sz="1300" dirty="0" err="1"/>
              <a:t>static</a:t>
            </a:r>
            <a:r>
              <a:rPr lang="ko-KR" altLang="en-US" sz="1300" dirty="0"/>
              <a:t> </a:t>
            </a:r>
            <a:r>
              <a:rPr lang="ko-KR" altLang="en-US" sz="1300" dirty="0" err="1"/>
              <a:t>String</a:t>
            </a:r>
            <a:r>
              <a:rPr lang="ko-KR" altLang="en-US" sz="1300" dirty="0"/>
              <a:t> </a:t>
            </a:r>
            <a:r>
              <a:rPr lang="ko-KR" altLang="en-US" sz="1300" dirty="0" err="1"/>
              <a:t>read</a:t>
            </a:r>
            <a:r>
              <a:rPr lang="ko-KR" altLang="en-US" sz="1300" dirty="0"/>
              <a:t>() </a:t>
            </a:r>
            <a:r>
              <a:rPr lang="ko-KR" altLang="en-US" sz="1300" dirty="0" err="1"/>
              <a:t>throws</a:t>
            </a:r>
            <a:r>
              <a:rPr lang="ko-KR" altLang="en-US" sz="1300" dirty="0"/>
              <a:t> </a:t>
            </a:r>
            <a:r>
              <a:rPr lang="ko-KR" altLang="en-US" sz="1300" dirty="0" err="1"/>
              <a:t>Exception</a:t>
            </a:r>
            <a:r>
              <a:rPr lang="ko-KR" altLang="en-US" sz="1300" dirty="0"/>
              <a:t> {</a:t>
            </a:r>
          </a:p>
          <a:p>
            <a:r>
              <a:rPr lang="ko-KR" altLang="en-US" sz="1300" dirty="0"/>
              <a:t>        // </a:t>
            </a:r>
            <a:r>
              <a:rPr lang="ko-KR" altLang="en-US" sz="1300" dirty="0" err="1"/>
              <a:t>FileInputStream을</a:t>
            </a:r>
            <a:r>
              <a:rPr lang="ko-KR" altLang="en-US" sz="1300" dirty="0"/>
              <a:t> </a:t>
            </a:r>
            <a:r>
              <a:rPr lang="ko-KR" altLang="en-US" sz="1300" dirty="0" err="1"/>
              <a:t>InputStreamReader로</a:t>
            </a:r>
            <a:r>
              <a:rPr lang="ko-KR" altLang="en-US" sz="1300" dirty="0"/>
              <a:t> 감싸 문자 기반으로 변환</a:t>
            </a:r>
          </a:p>
          <a:p>
            <a:r>
              <a:rPr lang="ko-KR" altLang="en-US" sz="1300" dirty="0"/>
              <a:t>        </a:t>
            </a:r>
            <a:r>
              <a:rPr lang="ko-KR" altLang="en-US" sz="1300" dirty="0" err="1"/>
              <a:t>FileInputStream</a:t>
            </a:r>
            <a:r>
              <a:rPr lang="ko-KR" altLang="en-US" sz="1300" dirty="0"/>
              <a:t> </a:t>
            </a:r>
            <a:r>
              <a:rPr lang="ko-KR" altLang="en-US" sz="1300" dirty="0" err="1"/>
              <a:t>fis</a:t>
            </a:r>
            <a:r>
              <a:rPr lang="ko-KR" altLang="en-US" sz="1300" dirty="0"/>
              <a:t> = </a:t>
            </a:r>
            <a:r>
              <a:rPr lang="ko-KR" altLang="en-US" sz="1300" dirty="0" err="1"/>
              <a:t>new</a:t>
            </a:r>
            <a:r>
              <a:rPr lang="ko-KR" altLang="en-US" sz="1300" dirty="0"/>
              <a:t> </a:t>
            </a:r>
            <a:r>
              <a:rPr lang="ko-KR" altLang="en-US" sz="1300" dirty="0" err="1"/>
              <a:t>FileInputStream</a:t>
            </a:r>
            <a:r>
              <a:rPr lang="ko-KR" altLang="en-US" sz="1300" dirty="0"/>
              <a:t>("C:/Temp/test1.txt");</a:t>
            </a:r>
          </a:p>
          <a:p>
            <a:r>
              <a:rPr lang="ko-KR" altLang="en-US" sz="1300" dirty="0"/>
              <a:t>        </a:t>
            </a:r>
            <a:r>
              <a:rPr lang="ko-KR" altLang="en-US" sz="1300" dirty="0" err="1"/>
              <a:t>Reader</a:t>
            </a:r>
            <a:r>
              <a:rPr lang="ko-KR" altLang="en-US" sz="1300" dirty="0"/>
              <a:t> </a:t>
            </a:r>
            <a:r>
              <a:rPr lang="ko-KR" altLang="en-US" sz="1300" dirty="0" err="1"/>
              <a:t>reader</a:t>
            </a:r>
            <a:r>
              <a:rPr lang="ko-KR" altLang="en-US" sz="1300" dirty="0"/>
              <a:t> = </a:t>
            </a:r>
            <a:r>
              <a:rPr lang="ko-KR" altLang="en-US" sz="1300" dirty="0" err="1"/>
              <a:t>new</a:t>
            </a:r>
            <a:r>
              <a:rPr lang="ko-KR" altLang="en-US" sz="1300" dirty="0"/>
              <a:t> </a:t>
            </a:r>
            <a:r>
              <a:rPr lang="ko-KR" altLang="en-US" sz="1300" dirty="0" err="1"/>
              <a:t>InputStreamReader</a:t>
            </a:r>
            <a:r>
              <a:rPr lang="ko-KR" altLang="en-US" sz="1300" dirty="0"/>
              <a:t>(</a:t>
            </a:r>
            <a:r>
              <a:rPr lang="ko-KR" altLang="en-US" sz="1300" dirty="0" err="1"/>
              <a:t>fis</a:t>
            </a:r>
            <a:r>
              <a:rPr lang="ko-KR" altLang="en-US" sz="1300" dirty="0"/>
              <a:t>);</a:t>
            </a:r>
          </a:p>
          <a:p>
            <a:r>
              <a:rPr lang="ko-KR" altLang="en-US" sz="1300" dirty="0"/>
              <a:t>        </a:t>
            </a:r>
          </a:p>
          <a:p>
            <a:r>
              <a:rPr lang="ko-KR" altLang="en-US" sz="1300" dirty="0"/>
              <a:t>        // 데이터를 읽어올 문자 배열 생성</a:t>
            </a:r>
          </a:p>
          <a:p>
            <a:r>
              <a:rPr lang="ko-KR" altLang="en-US" sz="1300" dirty="0"/>
              <a:t>        </a:t>
            </a:r>
            <a:r>
              <a:rPr lang="ko-KR" altLang="en-US" sz="1300" dirty="0" err="1"/>
              <a:t>char</a:t>
            </a:r>
            <a:r>
              <a:rPr lang="ko-KR" altLang="en-US" sz="1300" dirty="0"/>
              <a:t>[] </a:t>
            </a:r>
            <a:r>
              <a:rPr lang="ko-KR" altLang="en-US" sz="1300" dirty="0" err="1"/>
              <a:t>buffer</a:t>
            </a:r>
            <a:r>
              <a:rPr lang="ko-KR" altLang="en-US" sz="1300" dirty="0"/>
              <a:t> = </a:t>
            </a:r>
            <a:r>
              <a:rPr lang="ko-KR" altLang="en-US" sz="1300" dirty="0" err="1"/>
              <a:t>new</a:t>
            </a:r>
            <a:r>
              <a:rPr lang="ko-KR" altLang="en-US" sz="1300" dirty="0"/>
              <a:t> </a:t>
            </a:r>
            <a:r>
              <a:rPr lang="ko-KR" altLang="en-US" sz="1300" dirty="0" err="1"/>
              <a:t>char</a:t>
            </a:r>
            <a:r>
              <a:rPr lang="ko-KR" altLang="en-US" sz="1300" dirty="0"/>
              <a:t>[100];</a:t>
            </a:r>
          </a:p>
          <a:p>
            <a:r>
              <a:rPr lang="ko-KR" altLang="en-US" sz="1300" dirty="0"/>
              <a:t>        </a:t>
            </a:r>
            <a:r>
              <a:rPr lang="ko-KR" altLang="en-US" sz="1300" dirty="0" err="1"/>
              <a:t>int</a:t>
            </a:r>
            <a:r>
              <a:rPr lang="ko-KR" altLang="en-US" sz="1300" dirty="0"/>
              <a:t> </a:t>
            </a:r>
            <a:r>
              <a:rPr lang="ko-KR" altLang="en-US" sz="1300" dirty="0" err="1"/>
              <a:t>readCharNum</a:t>
            </a:r>
            <a:r>
              <a:rPr lang="ko-KR" altLang="en-US" sz="1300" dirty="0"/>
              <a:t> = </a:t>
            </a:r>
            <a:r>
              <a:rPr lang="ko-KR" altLang="en-US" sz="1300" dirty="0" err="1"/>
              <a:t>reader.read</a:t>
            </a:r>
            <a:r>
              <a:rPr lang="ko-KR" altLang="en-US" sz="1300" dirty="0"/>
              <a:t>(</a:t>
            </a:r>
            <a:r>
              <a:rPr lang="ko-KR" altLang="en-US" sz="1300" dirty="0" err="1"/>
              <a:t>buffer</a:t>
            </a:r>
            <a:r>
              <a:rPr lang="ko-KR" altLang="en-US" sz="1300" dirty="0"/>
              <a:t>); // 데이터를 읽고 읽은 문자 수를 반환</a:t>
            </a:r>
          </a:p>
          <a:p>
            <a:r>
              <a:rPr lang="ko-KR" altLang="en-US" sz="1300" dirty="0"/>
              <a:t>        </a:t>
            </a:r>
          </a:p>
          <a:p>
            <a:r>
              <a:rPr lang="ko-KR" altLang="en-US" sz="1300" dirty="0"/>
              <a:t>        // 스트림 닫기</a:t>
            </a:r>
          </a:p>
          <a:p>
            <a:r>
              <a:rPr lang="ko-KR" altLang="en-US" sz="1300" dirty="0"/>
              <a:t>        </a:t>
            </a:r>
            <a:r>
              <a:rPr lang="ko-KR" altLang="en-US" sz="1300" dirty="0" err="1"/>
              <a:t>reader.close</a:t>
            </a:r>
            <a:r>
              <a:rPr lang="ko-KR" altLang="en-US" sz="1300" dirty="0"/>
              <a:t>();</a:t>
            </a:r>
          </a:p>
          <a:p>
            <a:r>
              <a:rPr lang="ko-KR" altLang="en-US" sz="1300" dirty="0"/>
              <a:t>        </a:t>
            </a:r>
          </a:p>
          <a:p>
            <a:r>
              <a:rPr lang="ko-KR" altLang="en-US" sz="1300" dirty="0"/>
              <a:t>        // 읽은 데이터를 문자열로 변환 및 반환</a:t>
            </a:r>
          </a:p>
          <a:p>
            <a:r>
              <a:rPr lang="ko-KR" altLang="en-US" sz="1300" dirty="0"/>
              <a:t>        </a:t>
            </a:r>
            <a:r>
              <a:rPr lang="ko-KR" altLang="en-US" sz="1300" dirty="0" err="1"/>
              <a:t>String</a:t>
            </a:r>
            <a:r>
              <a:rPr lang="ko-KR" altLang="en-US" sz="1300" dirty="0"/>
              <a:t> </a:t>
            </a:r>
            <a:r>
              <a:rPr lang="ko-KR" altLang="en-US" sz="1300" dirty="0" err="1"/>
              <a:t>data</a:t>
            </a:r>
            <a:r>
              <a:rPr lang="ko-KR" altLang="en-US" sz="1300" dirty="0"/>
              <a:t> = </a:t>
            </a:r>
            <a:r>
              <a:rPr lang="ko-KR" altLang="en-US" sz="1300" dirty="0" err="1"/>
              <a:t>new</a:t>
            </a:r>
            <a:r>
              <a:rPr lang="ko-KR" altLang="en-US" sz="1300" dirty="0"/>
              <a:t> </a:t>
            </a:r>
            <a:r>
              <a:rPr lang="ko-KR" altLang="en-US" sz="1300" dirty="0" err="1"/>
              <a:t>String</a:t>
            </a:r>
            <a:r>
              <a:rPr lang="ko-KR" altLang="en-US" sz="1300" dirty="0"/>
              <a:t>(</a:t>
            </a:r>
            <a:r>
              <a:rPr lang="ko-KR" altLang="en-US" sz="1300" dirty="0" err="1"/>
              <a:t>buffer</a:t>
            </a:r>
            <a:r>
              <a:rPr lang="ko-KR" altLang="en-US" sz="1300" dirty="0"/>
              <a:t>, 0, </a:t>
            </a:r>
            <a:r>
              <a:rPr lang="ko-KR" altLang="en-US" sz="1300" dirty="0" err="1"/>
              <a:t>readCharNum</a:t>
            </a:r>
            <a:r>
              <a:rPr lang="ko-KR" altLang="en-US" sz="1300" dirty="0"/>
              <a:t>);</a:t>
            </a:r>
          </a:p>
          <a:p>
            <a:r>
              <a:rPr lang="ko-KR" altLang="en-US" sz="1300" dirty="0"/>
              <a:t>        </a:t>
            </a:r>
            <a:r>
              <a:rPr lang="ko-KR" altLang="en-US" sz="1300" dirty="0" err="1"/>
              <a:t>return</a:t>
            </a:r>
            <a:r>
              <a:rPr lang="ko-KR" altLang="en-US" sz="1300" dirty="0"/>
              <a:t> </a:t>
            </a:r>
            <a:r>
              <a:rPr lang="ko-KR" altLang="en-US" sz="1300" dirty="0" err="1"/>
              <a:t>data</a:t>
            </a:r>
            <a:r>
              <a:rPr lang="ko-KR" altLang="en-US" sz="1300" dirty="0"/>
              <a:t>;</a:t>
            </a:r>
          </a:p>
          <a:p>
            <a:r>
              <a:rPr lang="ko-KR" altLang="en-US" sz="1300" dirty="0"/>
              <a:t>    }</a:t>
            </a:r>
          </a:p>
          <a:p>
            <a:r>
              <a:rPr lang="ko-KR" altLang="en-US" sz="1300" dirty="0"/>
              <a:t>}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2F372A3-F3DA-40F8-B862-FE9F50B6C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742" y="4696405"/>
            <a:ext cx="3903253" cy="63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5259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6EC15-9291-D0E4-4831-4FC4CBF42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01FEED-A949-2F27-7EDE-0317FBCCA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기본 타입 입출력 보조 스트림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>
                <a:solidFill>
                  <a:schemeClr val="tx1"/>
                </a:solidFill>
              </a:rPr>
              <a:t>-</a:t>
            </a:r>
            <a:r>
              <a:rPr lang="en-US" altLang="ko-KR" sz="1400" dirty="0" err="1">
                <a:solidFill>
                  <a:schemeClr val="tx1"/>
                </a:solidFill>
              </a:rPr>
              <a:t>DataInputStream</a:t>
            </a:r>
            <a:r>
              <a:rPr lang="ko-KR" altLang="en-US" sz="1400" dirty="0">
                <a:solidFill>
                  <a:schemeClr val="tx1"/>
                </a:solidFill>
              </a:rPr>
              <a:t>과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ko-KR" altLang="en-US" sz="1400" dirty="0">
                <a:solidFill>
                  <a:schemeClr val="tx1"/>
                </a:solidFill>
              </a:rPr>
              <a:t>보조 스트림 </a:t>
            </a:r>
            <a:r>
              <a:rPr lang="en-US" altLang="ko-KR" sz="1400" dirty="0" err="1">
                <a:solidFill>
                  <a:schemeClr val="tx1"/>
                </a:solidFill>
              </a:rPr>
              <a:t>DataOutputStream</a:t>
            </a:r>
            <a:r>
              <a:rPr lang="ko-KR" altLang="en-US" sz="1400" dirty="0">
                <a:solidFill>
                  <a:schemeClr val="tx1"/>
                </a:solidFill>
              </a:rPr>
              <a:t>을 연결하면 기본 타입 입출력 가능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ko-KR" sz="1400" dirty="0"/>
              <a:t> </a:t>
            </a:r>
            <a:r>
              <a:rPr lang="en-US" altLang="ko-KR" sz="1400" dirty="0" err="1">
                <a:solidFill>
                  <a:schemeClr val="tx1"/>
                </a:solidFill>
              </a:rPr>
              <a:t>DataInputStream</a:t>
            </a:r>
            <a:r>
              <a:rPr lang="en-US" altLang="ko-KR" sz="1400" dirty="0">
                <a:solidFill>
                  <a:schemeClr val="tx1"/>
                </a:solidFill>
              </a:rPr>
              <a:t> dis = new </a:t>
            </a:r>
            <a:r>
              <a:rPr lang="en-US" altLang="ko-KR" sz="1400" dirty="0" err="1">
                <a:solidFill>
                  <a:schemeClr val="tx1"/>
                </a:solidFill>
              </a:rPr>
              <a:t>DataInputStream</a:t>
            </a:r>
            <a:r>
              <a:rPr lang="en-US" altLang="ko-KR" sz="1400" dirty="0">
                <a:solidFill>
                  <a:schemeClr val="tx1"/>
                </a:solidFill>
              </a:rPr>
              <a:t>(“</a:t>
            </a:r>
            <a:r>
              <a:rPr lang="ko-KR" altLang="en-US" sz="1400" dirty="0">
                <a:solidFill>
                  <a:schemeClr val="tx1"/>
                </a:solidFill>
              </a:rPr>
              <a:t>바이트 기반 입력 스트림</a:t>
            </a:r>
            <a:r>
              <a:rPr lang="en-US" altLang="ko-KR" sz="1400" dirty="0">
                <a:solidFill>
                  <a:schemeClr val="tx1"/>
                </a:solidFill>
              </a:rPr>
              <a:t>”);</a:t>
            </a:r>
          </a:p>
          <a:p>
            <a:pPr marL="0" indent="0">
              <a:buNone/>
            </a:pPr>
            <a:r>
              <a:rPr lang="en-US" altLang="ko-KR" sz="1400" dirty="0" err="1">
                <a:solidFill>
                  <a:schemeClr val="tx1"/>
                </a:solidFill>
              </a:rPr>
              <a:t>DataOutputStream</a:t>
            </a:r>
            <a:r>
              <a:rPr lang="en-US" altLang="ko-KR" sz="1400" dirty="0">
                <a:solidFill>
                  <a:schemeClr val="tx1"/>
                </a:solidFill>
              </a:rPr>
              <a:t> dos = new </a:t>
            </a:r>
            <a:r>
              <a:rPr lang="en-US" altLang="ko-KR" sz="1400" dirty="0" err="1">
                <a:solidFill>
                  <a:schemeClr val="tx1"/>
                </a:solidFill>
              </a:rPr>
              <a:t>DataOutputStream</a:t>
            </a:r>
            <a:r>
              <a:rPr lang="en-US" altLang="ko-KR" sz="1400" dirty="0">
                <a:solidFill>
                  <a:schemeClr val="tx1"/>
                </a:solidFill>
              </a:rPr>
              <a:t>(“</a:t>
            </a:r>
            <a:r>
              <a:rPr lang="ko-KR" altLang="en-US" sz="1400" dirty="0">
                <a:solidFill>
                  <a:schemeClr val="tx1"/>
                </a:solidFill>
              </a:rPr>
              <a:t>바이트 기반 출력 </a:t>
            </a:r>
            <a:r>
              <a:rPr lang="ko-KR" altLang="en-US" sz="1400" dirty="0"/>
              <a:t>스트림</a:t>
            </a:r>
            <a:r>
              <a:rPr lang="en-US" altLang="ko-KR" sz="1400" dirty="0">
                <a:solidFill>
                  <a:schemeClr val="tx1"/>
                </a:solidFill>
              </a:rPr>
              <a:t>”);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b="1" dirty="0" err="1"/>
              <a:t>DataInputStream</a:t>
            </a:r>
            <a:r>
              <a:rPr lang="ko-KR" altLang="en-US" sz="1400" b="1" dirty="0"/>
              <a:t>과 </a:t>
            </a:r>
            <a:r>
              <a:rPr lang="en-US" altLang="ko-KR" sz="1400" b="1" dirty="0" err="1"/>
              <a:t>DataOutputStream</a:t>
            </a:r>
            <a:r>
              <a:rPr lang="ko-KR" altLang="en-US" sz="1400" b="1" dirty="0"/>
              <a:t>의 메소드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 err="1"/>
              <a:t>DataInputStream</a:t>
            </a:r>
            <a:r>
              <a:rPr lang="en-US" altLang="ko-KR" sz="1400" dirty="0"/>
              <a:t>			</a:t>
            </a:r>
            <a:r>
              <a:rPr lang="en-US" altLang="ko-KR" sz="1400" dirty="0" err="1"/>
              <a:t>DataOutputStream</a:t>
            </a:r>
            <a:r>
              <a:rPr lang="en-US" altLang="ko-KR" sz="1400" dirty="0"/>
              <a:t>	</a:t>
            </a:r>
          </a:p>
          <a:p>
            <a:pPr marL="0" indent="0">
              <a:buNone/>
            </a:pPr>
            <a:r>
              <a:rPr lang="en-US" altLang="ko-KR" sz="1400" dirty="0" err="1"/>
              <a:t>boolean</a:t>
            </a:r>
            <a:r>
              <a:rPr lang="en-US" altLang="ko-KR" sz="1400" dirty="0"/>
              <a:t>	</a:t>
            </a:r>
            <a:r>
              <a:rPr lang="en-US" altLang="ko-KR" sz="1400" dirty="0" err="1"/>
              <a:t>readBoolean</a:t>
            </a:r>
            <a:r>
              <a:rPr lang="en-US" altLang="ko-KR" sz="1400" dirty="0"/>
              <a:t>()		void	</a:t>
            </a:r>
            <a:r>
              <a:rPr lang="en-US" altLang="ko-KR" sz="1400" dirty="0" err="1"/>
              <a:t>writeBoolean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v)</a:t>
            </a:r>
          </a:p>
          <a:p>
            <a:pPr marL="0" indent="0">
              <a:buNone/>
            </a:pPr>
            <a:r>
              <a:rPr lang="en-US" altLang="ko-KR" sz="1400" dirty="0"/>
              <a:t>byte	</a:t>
            </a:r>
            <a:r>
              <a:rPr lang="en-US" altLang="ko-KR" sz="1400" dirty="0" err="1"/>
              <a:t>readByte</a:t>
            </a:r>
            <a:r>
              <a:rPr lang="en-US" altLang="ko-KR" sz="1400" dirty="0"/>
              <a:t>()			void	</a:t>
            </a:r>
            <a:r>
              <a:rPr lang="en-US" altLang="ko-KR" sz="1400" dirty="0" err="1"/>
              <a:t>writeByte</a:t>
            </a:r>
            <a:r>
              <a:rPr lang="en-US" altLang="ko-KR" sz="1400" dirty="0"/>
              <a:t>(int v)</a:t>
            </a:r>
          </a:p>
          <a:p>
            <a:pPr marL="0" indent="0">
              <a:buNone/>
            </a:pPr>
            <a:r>
              <a:rPr lang="en-US" altLang="ko-KR" sz="1400" dirty="0"/>
              <a:t>char	</a:t>
            </a:r>
            <a:r>
              <a:rPr lang="en-US" altLang="ko-KR" sz="1400" dirty="0" err="1"/>
              <a:t>readChar</a:t>
            </a:r>
            <a:r>
              <a:rPr lang="en-US" altLang="ko-KR" sz="1400" dirty="0"/>
              <a:t>()			void	</a:t>
            </a:r>
            <a:r>
              <a:rPr lang="en-US" altLang="ko-KR" sz="1400" dirty="0" err="1"/>
              <a:t>writeChar</a:t>
            </a:r>
            <a:r>
              <a:rPr lang="en-US" altLang="ko-KR" sz="1400" dirty="0"/>
              <a:t>(int v)</a:t>
            </a:r>
          </a:p>
          <a:p>
            <a:pPr marL="0" indent="0">
              <a:buNone/>
            </a:pPr>
            <a:r>
              <a:rPr lang="en-US" altLang="ko-KR" sz="1400" dirty="0"/>
              <a:t>double	</a:t>
            </a:r>
            <a:r>
              <a:rPr lang="en-US" altLang="ko-KR" sz="1400" dirty="0" err="1"/>
              <a:t>readDouble</a:t>
            </a:r>
            <a:r>
              <a:rPr lang="en-US" altLang="ko-KR" sz="1400" dirty="0"/>
              <a:t>()		void	</a:t>
            </a:r>
            <a:r>
              <a:rPr lang="en-US" altLang="ko-KR" sz="1400" dirty="0" err="1"/>
              <a:t>writeDouble</a:t>
            </a:r>
            <a:r>
              <a:rPr lang="en-US" altLang="ko-KR" sz="1400" dirty="0"/>
              <a:t>(double v)</a:t>
            </a:r>
          </a:p>
          <a:p>
            <a:pPr marL="0" indent="0">
              <a:buNone/>
            </a:pPr>
            <a:r>
              <a:rPr lang="en-US" altLang="ko-KR" sz="1400" dirty="0"/>
              <a:t>float	</a:t>
            </a:r>
            <a:r>
              <a:rPr lang="en-US" altLang="ko-KR" sz="1400" dirty="0" err="1"/>
              <a:t>readFloat</a:t>
            </a:r>
            <a:r>
              <a:rPr lang="en-US" altLang="ko-KR" sz="1400" dirty="0"/>
              <a:t>()			void	</a:t>
            </a:r>
            <a:r>
              <a:rPr lang="en-US" altLang="ko-KR" sz="1400" dirty="0" err="1"/>
              <a:t>writeFloat</a:t>
            </a:r>
            <a:r>
              <a:rPr lang="en-US" altLang="ko-KR" sz="1400" dirty="0"/>
              <a:t>(float v)</a:t>
            </a:r>
          </a:p>
          <a:p>
            <a:pPr marL="0" indent="0">
              <a:buNone/>
            </a:pPr>
            <a:r>
              <a:rPr lang="en-US" altLang="ko-KR" sz="1400" dirty="0"/>
              <a:t>int	</a:t>
            </a:r>
            <a:r>
              <a:rPr lang="en-US" altLang="ko-KR" sz="1400" dirty="0" err="1"/>
              <a:t>readInt</a:t>
            </a:r>
            <a:r>
              <a:rPr lang="en-US" altLang="ko-KR" sz="1400" dirty="0"/>
              <a:t>()			void	</a:t>
            </a:r>
            <a:r>
              <a:rPr lang="en-US" altLang="ko-KR" sz="1400" dirty="0" err="1"/>
              <a:t>writeInt</a:t>
            </a:r>
            <a:r>
              <a:rPr lang="en-US" altLang="ko-KR" sz="1400" dirty="0"/>
              <a:t>(int v)</a:t>
            </a:r>
          </a:p>
          <a:p>
            <a:pPr marL="0" indent="0">
              <a:buNone/>
            </a:pPr>
            <a:r>
              <a:rPr lang="en-US" altLang="ko-KR" sz="1400" dirty="0"/>
              <a:t>long	</a:t>
            </a:r>
            <a:r>
              <a:rPr lang="en-US" altLang="ko-KR" sz="1400" dirty="0" err="1"/>
              <a:t>readLong</a:t>
            </a:r>
            <a:r>
              <a:rPr lang="en-US" altLang="ko-KR" sz="1400" dirty="0"/>
              <a:t>()			void	</a:t>
            </a:r>
            <a:r>
              <a:rPr lang="en-US" altLang="ko-KR" sz="1400" dirty="0" err="1"/>
              <a:t>writeLong</a:t>
            </a:r>
            <a:r>
              <a:rPr lang="en-US" altLang="ko-KR" sz="1400" dirty="0"/>
              <a:t>(long v)</a:t>
            </a:r>
          </a:p>
          <a:p>
            <a:pPr marL="0" indent="0">
              <a:buNone/>
            </a:pPr>
            <a:r>
              <a:rPr lang="en-US" altLang="ko-KR" sz="1400" dirty="0"/>
              <a:t>short	</a:t>
            </a:r>
            <a:r>
              <a:rPr lang="en-US" altLang="ko-KR" sz="1400" dirty="0" err="1"/>
              <a:t>readShort</a:t>
            </a:r>
            <a:r>
              <a:rPr lang="en-US" altLang="ko-KR" sz="1400" dirty="0"/>
              <a:t>()			void	</a:t>
            </a:r>
            <a:r>
              <a:rPr lang="en-US" altLang="ko-KR" sz="1400" dirty="0" err="1"/>
              <a:t>writeShort</a:t>
            </a:r>
            <a:r>
              <a:rPr lang="en-US" altLang="ko-KR" sz="1400" dirty="0"/>
              <a:t>(int v)</a:t>
            </a:r>
          </a:p>
          <a:p>
            <a:pPr marL="0" indent="0">
              <a:buNone/>
            </a:pPr>
            <a:r>
              <a:rPr lang="en-US" altLang="ko-KR" sz="1400" dirty="0"/>
              <a:t>String	</a:t>
            </a:r>
            <a:r>
              <a:rPr lang="en-US" altLang="ko-KR" sz="1400" dirty="0" err="1"/>
              <a:t>readUTF</a:t>
            </a:r>
            <a:r>
              <a:rPr lang="en-US" altLang="ko-KR" sz="1400" dirty="0"/>
              <a:t>()			void	</a:t>
            </a:r>
            <a:r>
              <a:rPr lang="en-US" altLang="ko-KR" sz="1400" dirty="0" err="1"/>
              <a:t>writeUTF</a:t>
            </a:r>
            <a:r>
              <a:rPr lang="en-US" altLang="ko-KR" sz="1400" dirty="0"/>
              <a:t>(String str)</a:t>
            </a:r>
          </a:p>
        </p:txBody>
      </p:sp>
    </p:spTree>
    <p:extLst>
      <p:ext uri="{BB962C8B-B14F-4D97-AF65-F5344CB8AC3E}">
        <p14:creationId xmlns:p14="http://schemas.microsoft.com/office/powerpoint/2010/main" val="10721218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78C9E-BEFE-2E76-B058-FE23825B7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DE7E89-F789-D2D4-FF8C-3D2EA1B26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 </a:t>
            </a: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40E852-76E4-F523-A0BF-AFB6DE79CB9D}"/>
              </a:ext>
            </a:extLst>
          </p:cNvPr>
          <p:cNvSpPr txBox="1"/>
          <p:nvPr/>
        </p:nvSpPr>
        <p:spPr>
          <a:xfrm>
            <a:off x="-7620" y="0"/>
            <a:ext cx="6573012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import java.io.*;</a:t>
            </a:r>
          </a:p>
          <a:p>
            <a:endParaRPr lang="en-US" altLang="ko-KR" sz="1400" dirty="0"/>
          </a:p>
          <a:p>
            <a:r>
              <a:rPr lang="en-US" altLang="ko-KR" sz="1400" dirty="0"/>
              <a:t>public class </a:t>
            </a:r>
            <a:r>
              <a:rPr lang="en-US" altLang="ko-KR" sz="1400" dirty="0" err="1"/>
              <a:t>DataInputOutputStreamExample</a:t>
            </a:r>
            <a:r>
              <a:rPr lang="en-US" altLang="ko-KR" sz="1400" dirty="0"/>
              <a:t> {</a:t>
            </a:r>
          </a:p>
          <a:p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throws Exception {</a:t>
            </a:r>
          </a:p>
          <a:p>
            <a:r>
              <a:rPr lang="en-US" altLang="ko-KR" sz="1400" dirty="0"/>
              <a:t>        // </a:t>
            </a:r>
            <a:r>
              <a:rPr lang="en-US" altLang="ko-KR" sz="1400" dirty="0" err="1"/>
              <a:t>FileOutputStream</a:t>
            </a:r>
            <a:r>
              <a:rPr lang="ko-KR" altLang="en-US" sz="1400" dirty="0"/>
              <a:t>을 생성하여 파일에 데이터를 기록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 err="1"/>
              <a:t>FileOutputStream</a:t>
            </a:r>
            <a:r>
              <a:rPr lang="en-US" altLang="ko-KR" sz="1400" dirty="0"/>
              <a:t> </a:t>
            </a:r>
            <a:r>
              <a:rPr lang="en-US" altLang="ko-KR" sz="1400" dirty="0" err="1"/>
              <a:t>fos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FileOutputStream</a:t>
            </a:r>
            <a:r>
              <a:rPr lang="en-US" altLang="ko-KR" sz="1400" dirty="0"/>
              <a:t>("C:/Temp/primitive.db");</a:t>
            </a:r>
          </a:p>
          <a:p>
            <a:r>
              <a:rPr lang="en-US" altLang="ko-KR" sz="1400" dirty="0"/>
              <a:t>        // </a:t>
            </a:r>
            <a:r>
              <a:rPr lang="en-US" altLang="ko-KR" sz="1400" dirty="0" err="1"/>
              <a:t>DataOutputStream</a:t>
            </a:r>
            <a:r>
              <a:rPr lang="ko-KR" altLang="en-US" sz="1400" dirty="0"/>
              <a:t>으로 다양한 데이터 타입을 출력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 err="1"/>
              <a:t>DataOutputStream</a:t>
            </a:r>
            <a:r>
              <a:rPr lang="en-US" altLang="ko-KR" sz="1400" dirty="0"/>
              <a:t> dos = new </a:t>
            </a:r>
            <a:r>
              <a:rPr lang="en-US" altLang="ko-KR" sz="1400" dirty="0" err="1"/>
              <a:t>DataOutputStream</a:t>
            </a:r>
            <a:r>
              <a:rPr lang="en-US" altLang="ko-KR" sz="1400" dirty="0"/>
              <a:t>(</a:t>
            </a:r>
            <a:r>
              <a:rPr lang="en-US" altLang="ko-KR" sz="1400" dirty="0" err="1"/>
              <a:t>fos</a:t>
            </a:r>
            <a:r>
              <a:rPr lang="en-US" altLang="ko-KR" sz="1400" dirty="0"/>
              <a:t>);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    // </a:t>
            </a:r>
            <a:r>
              <a:rPr lang="ko-KR" altLang="en-US" sz="1400" dirty="0"/>
              <a:t>첫 번째 데이터 세트 기록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 err="1"/>
              <a:t>dos.writeUTF</a:t>
            </a:r>
            <a:r>
              <a:rPr lang="en-US" altLang="ko-KR" sz="1400" dirty="0"/>
              <a:t>("</a:t>
            </a:r>
            <a:r>
              <a:rPr lang="ko-KR" altLang="en-US" sz="1400" dirty="0"/>
              <a:t>홍길동</a:t>
            </a:r>
            <a:r>
              <a:rPr lang="en-US" altLang="ko-KR" sz="1400" dirty="0"/>
              <a:t>");       // </a:t>
            </a:r>
            <a:r>
              <a:rPr lang="ko-KR" altLang="en-US" sz="1400" dirty="0"/>
              <a:t>문자열 </a:t>
            </a:r>
            <a:r>
              <a:rPr lang="en-US" altLang="ko-KR" sz="1400" dirty="0"/>
              <a:t>UTF </a:t>
            </a:r>
            <a:r>
              <a:rPr lang="ko-KR" altLang="en-US" sz="1400" dirty="0"/>
              <a:t>형식으로 기록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 err="1"/>
              <a:t>dos.writeDouble</a:t>
            </a:r>
            <a:r>
              <a:rPr lang="en-US" altLang="ko-KR" sz="1400" dirty="0"/>
              <a:t>(95.5);      // </a:t>
            </a:r>
            <a:r>
              <a:rPr lang="ko-KR" altLang="en-US" sz="1400" dirty="0"/>
              <a:t>실수</a:t>
            </a:r>
            <a:r>
              <a:rPr lang="en-US" altLang="ko-KR" sz="1400" dirty="0"/>
              <a:t>(double) </a:t>
            </a:r>
            <a:r>
              <a:rPr lang="ko-KR" altLang="en-US" sz="1400" dirty="0"/>
              <a:t>기록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 err="1"/>
              <a:t>dos.writeInt</a:t>
            </a:r>
            <a:r>
              <a:rPr lang="en-US" altLang="ko-KR" sz="1400" dirty="0"/>
              <a:t>(1);            // </a:t>
            </a:r>
            <a:r>
              <a:rPr lang="ko-KR" altLang="en-US" sz="1400" dirty="0"/>
              <a:t>정수</a:t>
            </a:r>
            <a:r>
              <a:rPr lang="en-US" altLang="ko-KR" sz="1400" dirty="0"/>
              <a:t>(int) </a:t>
            </a:r>
            <a:r>
              <a:rPr lang="ko-KR" altLang="en-US" sz="1400" dirty="0"/>
              <a:t>기록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두 번째 데이터 세트 기록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 err="1"/>
              <a:t>dos.writeUTF</a:t>
            </a:r>
            <a:r>
              <a:rPr lang="en-US" altLang="ko-KR" sz="1400" dirty="0"/>
              <a:t>("</a:t>
            </a:r>
            <a:r>
              <a:rPr lang="ko-KR" altLang="en-US" sz="1400" dirty="0" err="1"/>
              <a:t>감자바</a:t>
            </a:r>
            <a:r>
              <a:rPr lang="en-US" altLang="ko-KR" sz="1400" dirty="0"/>
              <a:t>");       // </a:t>
            </a:r>
            <a:r>
              <a:rPr lang="ko-KR" altLang="en-US" sz="1400" dirty="0"/>
              <a:t>문자열 </a:t>
            </a:r>
            <a:r>
              <a:rPr lang="en-US" altLang="ko-KR" sz="1400" dirty="0"/>
              <a:t>UTF </a:t>
            </a:r>
            <a:r>
              <a:rPr lang="ko-KR" altLang="en-US" sz="1400" dirty="0"/>
              <a:t>형식으로 기록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 err="1"/>
              <a:t>dos.writeDouble</a:t>
            </a:r>
            <a:r>
              <a:rPr lang="en-US" altLang="ko-KR" sz="1400" dirty="0"/>
              <a:t>(90.3);      // </a:t>
            </a:r>
            <a:r>
              <a:rPr lang="ko-KR" altLang="en-US" sz="1400" dirty="0"/>
              <a:t>실수</a:t>
            </a:r>
            <a:r>
              <a:rPr lang="en-US" altLang="ko-KR" sz="1400" dirty="0"/>
              <a:t>(double) </a:t>
            </a:r>
            <a:r>
              <a:rPr lang="ko-KR" altLang="en-US" sz="1400" dirty="0"/>
              <a:t>기록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 err="1"/>
              <a:t>dos.writeInt</a:t>
            </a:r>
            <a:r>
              <a:rPr lang="en-US" altLang="ko-KR" sz="1400" dirty="0"/>
              <a:t>(2);            // </a:t>
            </a:r>
            <a:r>
              <a:rPr lang="ko-KR" altLang="en-US" sz="1400" dirty="0"/>
              <a:t>정수</a:t>
            </a:r>
            <a:r>
              <a:rPr lang="en-US" altLang="ko-KR" sz="1400" dirty="0"/>
              <a:t>(int) </a:t>
            </a:r>
            <a:r>
              <a:rPr lang="ko-KR" altLang="en-US" sz="1400" dirty="0"/>
              <a:t>기록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출력 버퍼를 비우고 스트림 닫기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 err="1"/>
              <a:t>dos.flush</a:t>
            </a:r>
            <a:r>
              <a:rPr lang="en-US" altLang="ko-KR" sz="1400" dirty="0"/>
              <a:t>();</a:t>
            </a:r>
          </a:p>
          <a:p>
            <a:r>
              <a:rPr lang="en-US" altLang="ko-KR" sz="1400" dirty="0"/>
              <a:t>        </a:t>
            </a:r>
            <a:r>
              <a:rPr lang="en-US" altLang="ko-KR" sz="1400" dirty="0" err="1"/>
              <a:t>dos.close</a:t>
            </a:r>
            <a:r>
              <a:rPr lang="en-US" altLang="ko-KR" sz="1400" dirty="0"/>
              <a:t>();</a:t>
            </a:r>
          </a:p>
          <a:p>
            <a:r>
              <a:rPr lang="en-US" altLang="ko-KR" sz="1400" dirty="0"/>
              <a:t>        </a:t>
            </a:r>
            <a:r>
              <a:rPr lang="en-US" altLang="ko-KR" sz="1400" dirty="0" err="1"/>
              <a:t>fos.close</a:t>
            </a:r>
            <a:r>
              <a:rPr lang="en-US" altLang="ko-KR" sz="1400" dirty="0"/>
              <a:t>();</a:t>
            </a:r>
            <a:endParaRPr lang="ko-KR" alt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BF4E05-6069-4669-7408-AAC5034DF16C}"/>
              </a:ext>
            </a:extLst>
          </p:cNvPr>
          <p:cNvSpPr txBox="1"/>
          <p:nvPr/>
        </p:nvSpPr>
        <p:spPr>
          <a:xfrm>
            <a:off x="6175248" y="0"/>
            <a:ext cx="6016752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sz="1400" dirty="0"/>
          </a:p>
          <a:p>
            <a:r>
              <a:rPr lang="ko-KR" altLang="en-US" sz="1400" dirty="0"/>
              <a:t>        // </a:t>
            </a:r>
            <a:r>
              <a:rPr lang="ko-KR" altLang="en-US" sz="1400" dirty="0" err="1"/>
              <a:t>FileInputStream을</a:t>
            </a:r>
            <a:r>
              <a:rPr lang="ko-KR" altLang="en-US" sz="1400" dirty="0"/>
              <a:t> 생성하여 파일에서 데이터를 읽음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FileInputStream</a:t>
            </a:r>
            <a:r>
              <a:rPr lang="ko-KR" altLang="en-US" sz="1400" dirty="0"/>
              <a:t> </a:t>
            </a:r>
            <a:r>
              <a:rPr lang="ko-KR" altLang="en-US" sz="1400" dirty="0" err="1"/>
              <a:t>fis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new</a:t>
            </a:r>
            <a:r>
              <a:rPr lang="ko-KR" altLang="en-US" sz="1400" dirty="0"/>
              <a:t> </a:t>
            </a:r>
            <a:r>
              <a:rPr lang="ko-KR" altLang="en-US" sz="1400" dirty="0" err="1"/>
              <a:t>FileInputStream</a:t>
            </a:r>
            <a:r>
              <a:rPr lang="ko-KR" altLang="en-US" sz="1400" dirty="0"/>
              <a:t>("C:/Temp/primitive.db");</a:t>
            </a:r>
          </a:p>
          <a:p>
            <a:r>
              <a:rPr lang="ko-KR" altLang="en-US" sz="1400" dirty="0"/>
              <a:t>        // </a:t>
            </a:r>
            <a:r>
              <a:rPr lang="ko-KR" altLang="en-US" sz="1400" dirty="0" err="1"/>
              <a:t>DataInputStream으로</a:t>
            </a:r>
            <a:r>
              <a:rPr lang="ko-KR" altLang="en-US" sz="1400" dirty="0"/>
              <a:t> 다양한 데이터 타입을 입력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DataInputStream</a:t>
            </a:r>
            <a:r>
              <a:rPr lang="ko-KR" altLang="en-US" sz="1400" dirty="0"/>
              <a:t> </a:t>
            </a:r>
            <a:r>
              <a:rPr lang="ko-KR" altLang="en-US" sz="1400" dirty="0" err="1"/>
              <a:t>dis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new</a:t>
            </a:r>
            <a:r>
              <a:rPr lang="ko-KR" altLang="en-US" sz="1400" dirty="0"/>
              <a:t> </a:t>
            </a:r>
            <a:r>
              <a:rPr lang="ko-KR" altLang="en-US" sz="1400" dirty="0" err="1"/>
              <a:t>DataInputStream</a:t>
            </a:r>
            <a:r>
              <a:rPr lang="ko-KR" altLang="en-US" sz="1400" dirty="0"/>
              <a:t>(</a:t>
            </a:r>
            <a:r>
              <a:rPr lang="ko-KR" altLang="en-US" sz="1400" dirty="0" err="1"/>
              <a:t>fis</a:t>
            </a:r>
            <a:r>
              <a:rPr lang="ko-KR" altLang="en-US" sz="1400" dirty="0"/>
              <a:t>);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// 파일에서 데이터 읽기 (2개의 데이터 세트 반복)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for</a:t>
            </a:r>
            <a:r>
              <a:rPr lang="ko-KR" altLang="en-US" sz="1400" dirty="0"/>
              <a:t> (</a:t>
            </a:r>
            <a:r>
              <a:rPr lang="ko-KR" altLang="en-US" sz="1400" dirty="0" err="1"/>
              <a:t>int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i</a:t>
            </a:r>
            <a:r>
              <a:rPr lang="ko-KR" altLang="en-US" sz="1400" dirty="0"/>
              <a:t> = 0; </a:t>
            </a:r>
            <a:r>
              <a:rPr lang="ko-KR" altLang="en-US" sz="1400" dirty="0" err="1"/>
              <a:t>i</a:t>
            </a:r>
            <a:r>
              <a:rPr lang="ko-KR" altLang="en-US" sz="1400" dirty="0"/>
              <a:t> &lt; 2; </a:t>
            </a:r>
            <a:r>
              <a:rPr lang="ko-KR" altLang="en-US" sz="1400" dirty="0" err="1"/>
              <a:t>i</a:t>
            </a:r>
            <a:r>
              <a:rPr lang="ko-KR" altLang="en-US" sz="1400" dirty="0"/>
              <a:t>++) {</a:t>
            </a:r>
          </a:p>
          <a:p>
            <a:r>
              <a:rPr lang="ko-KR" altLang="en-US" sz="1400" dirty="0"/>
              <a:t>            </a:t>
            </a:r>
            <a:r>
              <a:rPr lang="ko-KR" altLang="en-US" sz="1400" dirty="0" err="1"/>
              <a:t>String</a:t>
            </a:r>
            <a:r>
              <a:rPr lang="ko-KR" altLang="en-US" sz="1400" dirty="0"/>
              <a:t> </a:t>
            </a:r>
            <a:r>
              <a:rPr lang="ko-KR" altLang="en-US" sz="1400" dirty="0" err="1"/>
              <a:t>name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dis.readUTF</a:t>
            </a:r>
            <a:r>
              <a:rPr lang="ko-KR" altLang="en-US" sz="1400" dirty="0"/>
              <a:t>();     // 문자열 UTF 형식으로 읽음</a:t>
            </a:r>
          </a:p>
          <a:p>
            <a:r>
              <a:rPr lang="ko-KR" altLang="en-US" sz="1400" dirty="0"/>
              <a:t>            </a:t>
            </a:r>
            <a:r>
              <a:rPr lang="ko-KR" altLang="en-US" sz="1400" dirty="0" err="1"/>
              <a:t>double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score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dis.readDouble</a:t>
            </a:r>
            <a:r>
              <a:rPr lang="ko-KR" altLang="en-US" sz="1400" dirty="0"/>
              <a:t>(); // 실수(</a:t>
            </a:r>
            <a:r>
              <a:rPr lang="ko-KR" altLang="en-US" sz="1400" dirty="0" err="1"/>
              <a:t>double</a:t>
            </a:r>
            <a:r>
              <a:rPr lang="ko-KR" altLang="en-US" sz="1400" dirty="0"/>
              <a:t>) 읽음</a:t>
            </a:r>
          </a:p>
          <a:p>
            <a:r>
              <a:rPr lang="ko-KR" altLang="en-US" sz="1400" dirty="0"/>
              <a:t>            </a:t>
            </a:r>
            <a:r>
              <a:rPr lang="ko-KR" altLang="en-US" sz="1400" dirty="0" err="1"/>
              <a:t>int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order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dis.readInt</a:t>
            </a:r>
            <a:r>
              <a:rPr lang="ko-KR" altLang="en-US" sz="1400" dirty="0"/>
              <a:t>();       // 정수(</a:t>
            </a:r>
            <a:r>
              <a:rPr lang="ko-KR" altLang="en-US" sz="1400" dirty="0" err="1"/>
              <a:t>int</a:t>
            </a:r>
            <a:r>
              <a:rPr lang="ko-KR" altLang="en-US" sz="1400" dirty="0"/>
              <a:t>) 읽음</a:t>
            </a:r>
          </a:p>
          <a:p>
            <a:r>
              <a:rPr lang="ko-KR" altLang="en-US" sz="1400" dirty="0"/>
              <a:t>            </a:t>
            </a:r>
            <a:r>
              <a:rPr lang="ko-KR" altLang="en-US" sz="1400" dirty="0" err="1"/>
              <a:t>System.out.println</a:t>
            </a:r>
            <a:r>
              <a:rPr lang="ko-KR" altLang="en-US" sz="1400" dirty="0"/>
              <a:t>(</a:t>
            </a:r>
            <a:r>
              <a:rPr lang="ko-KR" altLang="en-US" sz="1400" dirty="0" err="1"/>
              <a:t>name</a:t>
            </a:r>
            <a:r>
              <a:rPr lang="ko-KR" altLang="en-US" sz="1400" dirty="0"/>
              <a:t> + " : " + </a:t>
            </a:r>
            <a:r>
              <a:rPr lang="ko-KR" altLang="en-US" sz="1400" dirty="0" err="1"/>
              <a:t>score</a:t>
            </a:r>
            <a:r>
              <a:rPr lang="ko-KR" altLang="en-US" sz="1400" dirty="0"/>
              <a:t> + " : " + </a:t>
            </a:r>
            <a:r>
              <a:rPr lang="ko-KR" altLang="en-US" sz="1400" dirty="0" err="1"/>
              <a:t>order</a:t>
            </a:r>
            <a:r>
              <a:rPr lang="ko-KR" altLang="en-US" sz="1400" dirty="0"/>
              <a:t>);</a:t>
            </a:r>
          </a:p>
          <a:p>
            <a:r>
              <a:rPr lang="ko-KR" altLang="en-US" sz="1400" dirty="0"/>
              <a:t>        }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// 입력 스트림 닫기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dis.close</a:t>
            </a:r>
            <a:r>
              <a:rPr lang="ko-KR" altLang="en-US" sz="1400" dirty="0"/>
              <a:t>();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fis.close</a:t>
            </a:r>
            <a:r>
              <a:rPr lang="ko-KR" altLang="en-US" sz="1400" dirty="0"/>
              <a:t>();</a:t>
            </a:r>
          </a:p>
          <a:p>
            <a:r>
              <a:rPr lang="ko-KR" altLang="en-US" sz="1400" dirty="0"/>
              <a:t>    }</a:t>
            </a:r>
          </a:p>
          <a:p>
            <a:r>
              <a:rPr lang="ko-KR" altLang="en-US" sz="1400" dirty="0"/>
              <a:t>}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97266F1-95DB-5945-1538-4C4B8159F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684" y="4811883"/>
            <a:ext cx="3181561" cy="99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2290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9EFED-90D8-CF72-0C6D-D16A19B13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471DE1-2718-CE03-5325-A84498600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프린터 보조 스트림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en-US" altLang="ko-KR" sz="1400" dirty="0" err="1"/>
              <a:t>PrintStream</a:t>
            </a:r>
            <a:r>
              <a:rPr lang="ko-KR" altLang="en-US" sz="1400" dirty="0"/>
              <a:t>과 </a:t>
            </a:r>
            <a:r>
              <a:rPr lang="en-US" altLang="ko-KR" sz="1400" dirty="0" err="1"/>
              <a:t>PrintWriter</a:t>
            </a:r>
            <a:r>
              <a:rPr lang="ko-KR" altLang="en-US" sz="1400" dirty="0"/>
              <a:t>는 </a:t>
            </a:r>
            <a:r>
              <a:rPr lang="en-US" altLang="ko-KR" sz="1400" dirty="0"/>
              <a:t>print(), </a:t>
            </a:r>
            <a:r>
              <a:rPr lang="en-US" altLang="ko-KR" sz="1400" dirty="0" err="1"/>
              <a:t>println</a:t>
            </a:r>
            <a:r>
              <a:rPr lang="en-US" altLang="ko-KR" sz="1400" dirty="0"/>
              <a:t>()</a:t>
            </a:r>
            <a:r>
              <a:rPr lang="ko-KR" altLang="en-US" sz="1400" dirty="0"/>
              <a:t>메소드를 가지는 보조 스트림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en-US" altLang="ko-KR" sz="1400" dirty="0" err="1"/>
              <a:t>PrintStream</a:t>
            </a:r>
            <a:r>
              <a:rPr lang="en-US" altLang="ko-KR" sz="1400" dirty="0"/>
              <a:t>: </a:t>
            </a:r>
            <a:r>
              <a:rPr lang="ko-KR" altLang="en-US" sz="1400" dirty="0"/>
              <a:t>바이트 기반 출력 스트림과 연결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en-US" altLang="ko-KR" sz="1400" dirty="0" err="1"/>
              <a:t>PrintWriter</a:t>
            </a:r>
            <a:r>
              <a:rPr lang="en-US" altLang="ko-KR" sz="1400" dirty="0"/>
              <a:t>: </a:t>
            </a:r>
            <a:r>
              <a:rPr lang="ko-KR" altLang="en-US" sz="1400" dirty="0"/>
              <a:t>문자 기반 출력 스트림과 연결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PrintStream</a:t>
            </a:r>
            <a:r>
              <a:rPr lang="en-US" altLang="ko-KR" sz="1400" dirty="0"/>
              <a:t> </a:t>
            </a:r>
            <a:r>
              <a:rPr lang="en-US" altLang="ko-KR" sz="1400" dirty="0" err="1"/>
              <a:t>ps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PrintStream</a:t>
            </a:r>
            <a:r>
              <a:rPr lang="en-US" altLang="ko-KR" sz="1400" dirty="0"/>
              <a:t>(“</a:t>
            </a:r>
            <a:r>
              <a:rPr lang="ko-KR" altLang="en-US" sz="1400" dirty="0"/>
              <a:t>바이트 기반 출력 스트림</a:t>
            </a:r>
            <a:r>
              <a:rPr lang="en-US" altLang="ko-KR" sz="1400" dirty="0"/>
              <a:t>”);</a:t>
            </a:r>
          </a:p>
          <a:p>
            <a:pPr marL="0" indent="0">
              <a:buNone/>
            </a:pPr>
            <a:r>
              <a:rPr lang="en-US" altLang="ko-KR" sz="1400" dirty="0" err="1"/>
              <a:t>PrintWriter</a:t>
            </a:r>
            <a:r>
              <a:rPr lang="en-US" altLang="ko-KR" sz="1400" dirty="0"/>
              <a:t> pw</a:t>
            </a:r>
            <a:r>
              <a:rPr lang="ko-KR" altLang="en-US" sz="1400" dirty="0"/>
              <a:t> </a:t>
            </a:r>
            <a:r>
              <a:rPr lang="en-US" altLang="ko-KR" sz="1400" dirty="0"/>
              <a:t>=</a:t>
            </a:r>
            <a:r>
              <a:rPr lang="ko-KR" altLang="en-US" sz="1400" dirty="0"/>
              <a:t> </a:t>
            </a:r>
            <a:r>
              <a:rPr lang="en-US" altLang="ko-KR" sz="1400" dirty="0"/>
              <a:t>new</a:t>
            </a:r>
            <a:r>
              <a:rPr lang="ko-KR" altLang="en-US" sz="1400" dirty="0"/>
              <a:t> </a:t>
            </a:r>
            <a:r>
              <a:rPr lang="en-US" altLang="ko-KR" sz="1400" dirty="0" err="1"/>
              <a:t>PrintWriter</a:t>
            </a:r>
            <a:r>
              <a:rPr lang="en-US" altLang="ko-KR" sz="1400" dirty="0"/>
              <a:t>(“</a:t>
            </a:r>
            <a:r>
              <a:rPr lang="ko-KR" altLang="en-US" sz="1400" dirty="0"/>
              <a:t>문자 기반 출력 스트림</a:t>
            </a:r>
            <a:r>
              <a:rPr lang="en-US" altLang="ko-KR" sz="1400" dirty="0"/>
              <a:t>”);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PrintStream</a:t>
            </a:r>
            <a:r>
              <a:rPr lang="en-US" altLang="ko-KR" sz="1400" dirty="0"/>
              <a:t> 			</a:t>
            </a:r>
            <a:r>
              <a:rPr lang="en-US" altLang="ko-KR" sz="1400" dirty="0" err="1"/>
              <a:t>PrintWriter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</a:t>
            </a:r>
          </a:p>
          <a:p>
            <a:pPr marL="0" indent="0">
              <a:buNone/>
            </a:pPr>
            <a:r>
              <a:rPr lang="en-US" altLang="ko-KR" sz="1400" dirty="0"/>
              <a:t>void	print(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b)		void	</a:t>
            </a:r>
            <a:r>
              <a:rPr lang="en-US" altLang="ko-KR" sz="1400" dirty="0" err="1"/>
              <a:t>println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b)</a:t>
            </a:r>
          </a:p>
          <a:p>
            <a:pPr marL="0" indent="0">
              <a:buNone/>
            </a:pPr>
            <a:r>
              <a:rPr lang="en-US" altLang="ko-KR" sz="1400" dirty="0"/>
              <a:t>void	print(char c)		void	</a:t>
            </a:r>
            <a:r>
              <a:rPr lang="en-US" altLang="ko-KR" sz="1400" dirty="0" err="1"/>
              <a:t>println</a:t>
            </a:r>
            <a:r>
              <a:rPr lang="en-US" altLang="ko-KR" sz="1400" dirty="0"/>
              <a:t>(char c)</a:t>
            </a:r>
          </a:p>
          <a:p>
            <a:pPr marL="0" indent="0">
              <a:buNone/>
            </a:pPr>
            <a:r>
              <a:rPr lang="en-US" altLang="ko-KR" sz="1400" dirty="0"/>
              <a:t>void	print(double d)		void	</a:t>
            </a:r>
            <a:r>
              <a:rPr lang="en-US" altLang="ko-KR" sz="1400" dirty="0" err="1"/>
              <a:t>println</a:t>
            </a:r>
            <a:r>
              <a:rPr lang="en-US" altLang="ko-KR" sz="1400" dirty="0"/>
              <a:t>(double d)</a:t>
            </a:r>
          </a:p>
          <a:p>
            <a:pPr marL="0" indent="0">
              <a:buNone/>
            </a:pPr>
            <a:r>
              <a:rPr lang="en-US" altLang="ko-KR" sz="1400" dirty="0"/>
              <a:t>void	print(float f)		void	</a:t>
            </a:r>
            <a:r>
              <a:rPr lang="en-US" altLang="ko-KR" sz="1400" dirty="0" err="1"/>
              <a:t>println</a:t>
            </a:r>
            <a:r>
              <a:rPr lang="en-US" altLang="ko-KR" sz="1400" dirty="0"/>
              <a:t>(float f)</a:t>
            </a:r>
          </a:p>
          <a:p>
            <a:pPr marL="0" indent="0">
              <a:buNone/>
            </a:pPr>
            <a:r>
              <a:rPr lang="en-US" altLang="ko-KR" sz="1400" dirty="0"/>
              <a:t>void	print(int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)			void	</a:t>
            </a:r>
            <a:r>
              <a:rPr lang="en-US" altLang="ko-KR" sz="1400" dirty="0" err="1"/>
              <a:t>println</a:t>
            </a:r>
            <a:r>
              <a:rPr lang="en-US" altLang="ko-KR" sz="1400" dirty="0"/>
              <a:t>(int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void	print(long l)		void	</a:t>
            </a:r>
            <a:r>
              <a:rPr lang="en-US" altLang="ko-KR" sz="1400" dirty="0" err="1"/>
              <a:t>println</a:t>
            </a:r>
            <a:r>
              <a:rPr lang="en-US" altLang="ko-KR" sz="1400" dirty="0"/>
              <a:t>(long l)</a:t>
            </a:r>
          </a:p>
          <a:p>
            <a:pPr marL="0" indent="0">
              <a:buNone/>
            </a:pPr>
            <a:r>
              <a:rPr lang="en-US" altLang="ko-KR" sz="1400" dirty="0"/>
              <a:t>void	print(Object obj)		void	</a:t>
            </a:r>
            <a:r>
              <a:rPr lang="en-US" altLang="ko-KR" sz="1400" dirty="0" err="1"/>
              <a:t>println</a:t>
            </a:r>
            <a:r>
              <a:rPr lang="en-US" altLang="ko-KR" sz="1400" dirty="0"/>
              <a:t>(Object obj)</a:t>
            </a:r>
          </a:p>
          <a:p>
            <a:pPr marL="0" indent="0">
              <a:buNone/>
            </a:pPr>
            <a:r>
              <a:rPr lang="en-US" altLang="ko-KR" sz="1400" dirty="0"/>
              <a:t>void	print(String s)		void	</a:t>
            </a:r>
            <a:r>
              <a:rPr lang="en-US" altLang="ko-KR" sz="1400" dirty="0" err="1"/>
              <a:t>println</a:t>
            </a:r>
            <a:r>
              <a:rPr lang="en-US" altLang="ko-KR" sz="1400" dirty="0"/>
              <a:t>(String s)</a:t>
            </a:r>
          </a:p>
          <a:p>
            <a:pPr marL="0" indent="0">
              <a:buNone/>
            </a:pPr>
            <a:r>
              <a:rPr lang="en-US" altLang="ko-KR" sz="1400" dirty="0"/>
              <a:t>				void	</a:t>
            </a:r>
            <a:r>
              <a:rPr lang="en-US" altLang="ko-KR" sz="1400" dirty="0" err="1"/>
              <a:t>println</a:t>
            </a:r>
            <a:r>
              <a:rPr lang="en-US" altLang="ko-KR" sz="1400" dirty="0"/>
              <a:t>()</a:t>
            </a:r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7030626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0777E-81D2-1809-8EA2-92FFCC129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CA47D3-A0B5-3580-C844-94603B8BF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sz="1400" dirty="0"/>
              <a:t>import </a:t>
            </a:r>
            <a:r>
              <a:rPr lang="en-US" altLang="ko-KR" sz="1400" dirty="0" err="1"/>
              <a:t>java.io.FileOutputStream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import </a:t>
            </a:r>
            <a:r>
              <a:rPr lang="en-US" altLang="ko-KR" sz="1400" dirty="0" err="1"/>
              <a:t>java.io.PrintStream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PrintStreamExample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throws Exception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en-US" altLang="ko-KR" sz="1400" dirty="0" err="1"/>
              <a:t>FileOutputStream</a:t>
            </a:r>
            <a:r>
              <a:rPr lang="en-US" altLang="ko-KR" sz="1400" dirty="0"/>
              <a:t> </a:t>
            </a:r>
            <a:r>
              <a:rPr lang="ko-KR" altLang="en-US" sz="1400" dirty="0"/>
              <a:t>객체 생성 </a:t>
            </a:r>
            <a:r>
              <a:rPr lang="en-US" altLang="ko-KR" sz="1400" dirty="0"/>
              <a:t>(</a:t>
            </a:r>
            <a:r>
              <a:rPr lang="ko-KR" altLang="en-US" sz="1400" dirty="0"/>
              <a:t>파일에 데이터를 기록하기 위해 사용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FileOutputStream</a:t>
            </a:r>
            <a:r>
              <a:rPr lang="en-US" altLang="ko-KR" sz="1400" dirty="0"/>
              <a:t> </a:t>
            </a:r>
            <a:r>
              <a:rPr lang="en-US" altLang="ko-KR" sz="1400" dirty="0" err="1"/>
              <a:t>fos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FileOutputStream</a:t>
            </a:r>
            <a:r>
              <a:rPr lang="en-US" altLang="ko-KR" sz="1400" dirty="0"/>
              <a:t>("C:/Temp/printstream.txt");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en-US" altLang="ko-KR" sz="1400" dirty="0" err="1"/>
              <a:t>FileOutputStream</a:t>
            </a:r>
            <a:r>
              <a:rPr lang="ko-KR" altLang="en-US" sz="1400" dirty="0"/>
              <a:t>을 </a:t>
            </a:r>
            <a:r>
              <a:rPr lang="en-US" altLang="ko-KR" sz="1400" dirty="0" err="1"/>
              <a:t>PrintStream</a:t>
            </a:r>
            <a:r>
              <a:rPr lang="ko-KR" altLang="en-US" sz="1400" dirty="0"/>
              <a:t>으로 감싸서 사용 </a:t>
            </a:r>
            <a:r>
              <a:rPr lang="en-US" altLang="ko-KR" sz="1400" dirty="0"/>
              <a:t>(</a:t>
            </a:r>
            <a:r>
              <a:rPr lang="ko-KR" altLang="en-US" sz="1400" dirty="0"/>
              <a:t>문자 출력 지원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PrintStream</a:t>
            </a:r>
            <a:r>
              <a:rPr lang="en-US" altLang="ko-KR" sz="1400" dirty="0"/>
              <a:t> </a:t>
            </a:r>
            <a:r>
              <a:rPr lang="en-US" altLang="ko-KR" sz="1400" dirty="0" err="1"/>
              <a:t>ps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PrintStream</a:t>
            </a:r>
            <a:r>
              <a:rPr lang="en-US" altLang="ko-KR" sz="1400" dirty="0"/>
              <a:t>(</a:t>
            </a:r>
            <a:r>
              <a:rPr lang="en-US" altLang="ko-KR" sz="1400" dirty="0" err="1"/>
              <a:t>fos</a:t>
            </a:r>
            <a:r>
              <a:rPr lang="en-US" altLang="ko-KR" sz="1400" dirty="0"/>
              <a:t>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en-US" altLang="ko-KR" sz="1400" dirty="0" err="1"/>
              <a:t>PrintStream</a:t>
            </a:r>
            <a:r>
              <a:rPr lang="ko-KR" altLang="en-US" sz="1400" dirty="0"/>
              <a:t>으로 데이터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ps.println</a:t>
            </a:r>
            <a:r>
              <a:rPr lang="en-US" altLang="ko-KR" sz="1400" dirty="0"/>
              <a:t>("[</a:t>
            </a:r>
            <a:r>
              <a:rPr lang="ko-KR" altLang="en-US" sz="1400" dirty="0"/>
              <a:t>프린터 보조 스트림</a:t>
            </a:r>
            <a:r>
              <a:rPr lang="en-US" altLang="ko-KR" sz="1400" dirty="0"/>
              <a:t>]"); // </a:t>
            </a:r>
            <a:r>
              <a:rPr lang="ko-KR" altLang="en-US" sz="1400" dirty="0" err="1"/>
              <a:t>줄바꿈</a:t>
            </a:r>
            <a:r>
              <a:rPr lang="ko-KR" altLang="en-US" sz="1400" dirty="0"/>
              <a:t> 포함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ps.print</a:t>
            </a:r>
            <a:r>
              <a:rPr lang="en-US" altLang="ko-KR" sz="1400" dirty="0"/>
              <a:t>(＂</a:t>
            </a:r>
            <a:r>
              <a:rPr lang="ko-KR" altLang="en-US" sz="1400" dirty="0"/>
              <a:t>마치 </a:t>
            </a:r>
            <a:r>
              <a:rPr lang="en-US" altLang="ko-KR" sz="1400" dirty="0"/>
              <a:t>＂);                 // </a:t>
            </a:r>
            <a:r>
              <a:rPr lang="ko-KR" altLang="en-US" sz="1400" dirty="0" err="1"/>
              <a:t>줄바꿈</a:t>
            </a:r>
            <a:r>
              <a:rPr lang="ko-KR" altLang="en-US" sz="1400" dirty="0"/>
              <a:t> 없이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ps.println</a:t>
            </a:r>
            <a:r>
              <a:rPr lang="en-US" altLang="ko-KR" sz="1400" dirty="0"/>
              <a:t>(＂</a:t>
            </a:r>
            <a:r>
              <a:rPr lang="ko-KR" altLang="en-US" sz="1400" dirty="0"/>
              <a:t>프린터가 출력하는 것처럼 </a:t>
            </a:r>
            <a:r>
              <a:rPr lang="en-US" altLang="ko-KR" sz="1400" dirty="0"/>
              <a:t>＂); // </a:t>
            </a:r>
            <a:r>
              <a:rPr lang="ko-KR" altLang="en-US" sz="1400" dirty="0" err="1"/>
              <a:t>줄바꿈</a:t>
            </a:r>
            <a:r>
              <a:rPr lang="ko-KR" altLang="en-US" sz="1400" dirty="0"/>
              <a:t> 포함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ps.println</a:t>
            </a:r>
            <a:r>
              <a:rPr lang="en-US" altLang="ko-KR" sz="1400" dirty="0"/>
              <a:t>(＂</a:t>
            </a:r>
            <a:r>
              <a:rPr lang="ko-KR" altLang="en-US" sz="1400" dirty="0"/>
              <a:t>데이터를 출력합니다</a:t>
            </a:r>
            <a:r>
              <a:rPr lang="en-US" altLang="ko-KR" sz="1400" dirty="0"/>
              <a:t>.＂);     // </a:t>
            </a:r>
            <a:r>
              <a:rPr lang="ko-KR" altLang="en-US" sz="1400" dirty="0" err="1"/>
              <a:t>줄바꿈</a:t>
            </a:r>
            <a:r>
              <a:rPr lang="ko-KR" altLang="en-US" sz="1400" dirty="0"/>
              <a:t> 포함 출력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출력 버퍼에 남아 있는 데이터 강제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ps.flush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en-US" altLang="ko-KR" sz="1400" dirty="0" err="1"/>
              <a:t>PrintStream</a:t>
            </a:r>
            <a:r>
              <a:rPr lang="en-US" altLang="ko-KR" sz="1400" dirty="0"/>
              <a:t> </a:t>
            </a:r>
            <a:r>
              <a:rPr lang="ko-KR" altLang="en-US" sz="1400" dirty="0"/>
              <a:t>스트림 닫기 </a:t>
            </a:r>
            <a:r>
              <a:rPr lang="en-US" altLang="ko-KR" sz="1400" dirty="0"/>
              <a:t>(</a:t>
            </a:r>
            <a:r>
              <a:rPr lang="ko-KR" altLang="en-US" sz="1400" dirty="0"/>
              <a:t>자원 해제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ps.close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A1AF12C-19C6-0890-5BAE-3C455398E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644" y="2926473"/>
            <a:ext cx="4432545" cy="1298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3136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0C0CC-1D5C-D3C3-B01E-4878DD526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8A9FB8-4DD3-183C-56B7-E2AA2E95C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입출력 관련 </a:t>
            </a:r>
            <a:r>
              <a:rPr lang="en-US" altLang="ko-KR" sz="1400" b="1" dirty="0"/>
              <a:t>API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자바 표준 </a:t>
            </a:r>
            <a:r>
              <a:rPr lang="en-US" altLang="ko-KR" sz="1400" dirty="0"/>
              <a:t>API</a:t>
            </a:r>
            <a:r>
              <a:rPr lang="ko-KR" altLang="en-US" sz="1400" dirty="0"/>
              <a:t>는 여태 배운 스트림을 이용해서 다양한 기능을 제공함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	System.in </a:t>
            </a:r>
            <a:r>
              <a:rPr lang="en-US" altLang="ko-KR" sz="1400" dirty="0">
                <a:sym typeface="Wingdings" panose="05000000000000000000" pitchFamily="2" charset="2"/>
              </a:rPr>
              <a:t> </a:t>
            </a:r>
            <a:r>
              <a:rPr lang="en-US" altLang="ko-KR" sz="1400" dirty="0" err="1">
                <a:sym typeface="Wingdings" panose="05000000000000000000" pitchFamily="2" charset="2"/>
              </a:rPr>
              <a:t>InputStream</a:t>
            </a:r>
            <a:r>
              <a:rPr lang="en-US" altLang="ko-KR" sz="1400" dirty="0">
                <a:sym typeface="Wingdings" panose="05000000000000000000" pitchFamily="2" charset="2"/>
              </a:rPr>
              <a:t> </a:t>
            </a:r>
            <a:r>
              <a:rPr lang="ko-KR" altLang="en-US" sz="1400" dirty="0">
                <a:sym typeface="Wingdings" panose="05000000000000000000" pitchFamily="2" charset="2"/>
              </a:rPr>
              <a:t>타입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	</a:t>
            </a:r>
            <a:r>
              <a:rPr lang="en-US" altLang="ko-KR" sz="1400" dirty="0" err="1">
                <a:sym typeface="Wingdings" panose="05000000000000000000" pitchFamily="2" charset="2"/>
              </a:rPr>
              <a:t>System.out</a:t>
            </a:r>
            <a:r>
              <a:rPr lang="en-US" altLang="ko-KR" sz="1400" dirty="0">
                <a:sym typeface="Wingdings" panose="05000000000000000000" pitchFamily="2" charset="2"/>
              </a:rPr>
              <a:t>  </a:t>
            </a:r>
            <a:r>
              <a:rPr lang="en-US" altLang="ko-KR" sz="1400" dirty="0" err="1">
                <a:sym typeface="Wingdings" panose="05000000000000000000" pitchFamily="2" charset="2"/>
              </a:rPr>
              <a:t>PrintStream</a:t>
            </a:r>
            <a:r>
              <a:rPr lang="en-US" altLang="ko-KR" sz="1400" dirty="0">
                <a:sym typeface="Wingdings" panose="05000000000000000000" pitchFamily="2" charset="2"/>
              </a:rPr>
              <a:t> </a:t>
            </a:r>
            <a:r>
              <a:rPr lang="ko-KR" altLang="en-US" sz="1400" dirty="0">
                <a:sym typeface="Wingdings" panose="05000000000000000000" pitchFamily="2" charset="2"/>
              </a:rPr>
              <a:t>타입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400" b="1" dirty="0">
                <a:sym typeface="Wingdings" panose="05000000000000000000" pitchFamily="2" charset="2"/>
              </a:rPr>
              <a:t>콘솔</a:t>
            </a:r>
            <a:endParaRPr lang="en-US" altLang="ko-KR" sz="1400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b="1" dirty="0">
                <a:sym typeface="Wingdings" panose="05000000000000000000" pitchFamily="2" charset="2"/>
              </a:rPr>
              <a:t>-</a:t>
            </a:r>
            <a:r>
              <a:rPr lang="ko-KR" altLang="en-US" sz="1400" dirty="0">
                <a:sym typeface="Wingdings" panose="05000000000000000000" pitchFamily="2" charset="2"/>
              </a:rPr>
              <a:t>콘솔</a:t>
            </a:r>
            <a:r>
              <a:rPr lang="en-US" altLang="ko-KR" sz="1400" dirty="0">
                <a:sym typeface="Wingdings" panose="05000000000000000000" pitchFamily="2" charset="2"/>
              </a:rPr>
              <a:t>(console)</a:t>
            </a:r>
            <a:r>
              <a:rPr lang="ko-KR" altLang="en-US" sz="1400" dirty="0">
                <a:sym typeface="Wingdings" panose="05000000000000000000" pitchFamily="2" charset="2"/>
              </a:rPr>
              <a:t>은 시스템을 사용하기 위해 키보드로 입력을 받고 모니터로 출력하는 소프트웨어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-</a:t>
            </a:r>
            <a:r>
              <a:rPr lang="ko-KR" altLang="en-US" sz="1400" dirty="0">
                <a:sym typeface="Wingdings" panose="05000000000000000000" pitchFamily="2" charset="2"/>
              </a:rPr>
              <a:t>유닉스나 리눅스 </a:t>
            </a:r>
            <a:r>
              <a:rPr lang="en-US" altLang="ko-KR" sz="1400" dirty="0" err="1">
                <a:sym typeface="Wingdings" panose="05000000000000000000" pitchFamily="2" charset="2"/>
              </a:rPr>
              <a:t>os</a:t>
            </a:r>
            <a:r>
              <a:rPr lang="ko-KR" altLang="en-US" sz="1400" dirty="0">
                <a:sym typeface="Wingdings" panose="05000000000000000000" pitchFamily="2" charset="2"/>
              </a:rPr>
              <a:t>에서는  터미널</a:t>
            </a:r>
            <a:r>
              <a:rPr lang="en-US" altLang="ko-KR" sz="1400" dirty="0">
                <a:sym typeface="Wingdings" panose="05000000000000000000" pitchFamily="2" charset="2"/>
              </a:rPr>
              <a:t>(terminal)</a:t>
            </a:r>
            <a:r>
              <a:rPr lang="ko-KR" altLang="en-US" sz="1400" dirty="0">
                <a:sym typeface="Wingdings" panose="05000000000000000000" pitchFamily="2" charset="2"/>
              </a:rPr>
              <a:t>에 해당함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-</a:t>
            </a:r>
            <a:r>
              <a:rPr lang="ko-KR" altLang="en-US" sz="1400" dirty="0">
                <a:sym typeface="Wingdings" panose="05000000000000000000" pitchFamily="2" charset="2"/>
              </a:rPr>
              <a:t>윈도우에서는 명령 프롬프트</a:t>
            </a:r>
            <a:r>
              <a:rPr lang="en-US" altLang="ko-KR" sz="1400" dirty="0">
                <a:sym typeface="Wingdings" panose="05000000000000000000" pitchFamily="2" charset="2"/>
              </a:rPr>
              <a:t>(</a:t>
            </a:r>
            <a:r>
              <a:rPr lang="en-US" altLang="ko-KR" sz="1400" dirty="0" err="1">
                <a:sym typeface="Wingdings" panose="05000000000000000000" pitchFamily="2" charset="2"/>
              </a:rPr>
              <a:t>cmd</a:t>
            </a:r>
            <a:r>
              <a:rPr lang="en-US" altLang="ko-KR" sz="1400" dirty="0">
                <a:sym typeface="Wingdings" panose="05000000000000000000" pitchFamily="2" charset="2"/>
              </a:rPr>
              <a:t>)</a:t>
            </a:r>
            <a:r>
              <a:rPr lang="ko-KR" altLang="en-US" sz="1400" dirty="0">
                <a:sym typeface="Wingdings" panose="05000000000000000000" pitchFamily="2" charset="2"/>
              </a:rPr>
              <a:t>에 해당함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-System.in  </a:t>
            </a:r>
            <a:r>
              <a:rPr lang="ko-KR" altLang="en-US" sz="1400" dirty="0">
                <a:sym typeface="Wingdings" panose="05000000000000000000" pitchFamily="2" charset="2"/>
              </a:rPr>
              <a:t>콘솔로부터 데이터를 </a:t>
            </a:r>
            <a:r>
              <a:rPr lang="ko-KR" altLang="en-US" sz="1400" dirty="0" err="1">
                <a:sym typeface="Wingdings" panose="05000000000000000000" pitchFamily="2" charset="2"/>
              </a:rPr>
              <a:t>입력받을</a:t>
            </a:r>
            <a:r>
              <a:rPr lang="ko-KR" altLang="en-US" sz="1400" dirty="0">
                <a:sym typeface="Wingdings" panose="05000000000000000000" pitchFamily="2" charset="2"/>
              </a:rPr>
              <a:t> 때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en-US" altLang="ko-KR" sz="1400" dirty="0" err="1"/>
              <a:t>System.out</a:t>
            </a:r>
            <a:r>
              <a:rPr lang="en-US" altLang="ko-KR" sz="1400" dirty="0"/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 </a:t>
            </a:r>
            <a:r>
              <a:rPr lang="ko-KR" altLang="en-US" sz="1400" dirty="0">
                <a:sym typeface="Wingdings" panose="05000000000000000000" pitchFamily="2" charset="2"/>
              </a:rPr>
              <a:t>콘솔에 데이터를 출력할 때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-</a:t>
            </a:r>
            <a:r>
              <a:rPr lang="en-US" altLang="ko-KR" sz="1400" dirty="0" err="1">
                <a:sym typeface="Wingdings" panose="05000000000000000000" pitchFamily="2" charset="2"/>
              </a:rPr>
              <a:t>System.err</a:t>
            </a:r>
            <a:r>
              <a:rPr lang="en-US" altLang="ko-KR" sz="1400" dirty="0">
                <a:sym typeface="Wingdings" panose="05000000000000000000" pitchFamily="2" charset="2"/>
              </a:rPr>
              <a:t>  </a:t>
            </a:r>
            <a:r>
              <a:rPr lang="ko-KR" altLang="en-US" sz="1400" dirty="0">
                <a:sym typeface="Wingdings" panose="05000000000000000000" pitchFamily="2" charset="2"/>
              </a:rPr>
              <a:t>에러를 출력할 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4917567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8853F-D7D9-D3BE-2B4B-69F664C92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1510CD-5E6B-0DDE-F776-472E178FC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System.in 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콘솔에서 키보드의 데이터를 </a:t>
            </a:r>
            <a:r>
              <a:rPr lang="ko-KR" altLang="en-US" sz="1400" dirty="0" err="1"/>
              <a:t>입력받을</a:t>
            </a:r>
            <a:r>
              <a:rPr lang="ko-KR" altLang="en-US" sz="1400" dirty="0"/>
              <a:t> 수 있게 함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en-US" altLang="ko-KR" sz="1400" dirty="0" err="1"/>
              <a:t>InputStream</a:t>
            </a:r>
            <a:r>
              <a:rPr lang="en-US" altLang="ko-KR" sz="1400" dirty="0"/>
              <a:t> is = System.in; // </a:t>
            </a:r>
            <a:r>
              <a:rPr lang="en-US" altLang="ko-KR" sz="1400" dirty="0" err="1"/>
              <a:t>InputStream</a:t>
            </a:r>
            <a:r>
              <a:rPr lang="en-US" altLang="ko-KR" sz="1400" dirty="0"/>
              <a:t> </a:t>
            </a:r>
            <a:r>
              <a:rPr lang="ko-KR" altLang="en-US" sz="1400" dirty="0"/>
              <a:t>타입이므로</a:t>
            </a:r>
            <a:r>
              <a:rPr lang="en-US" altLang="ko-KR" sz="1400" dirty="0"/>
              <a:t> </a:t>
            </a:r>
            <a:r>
              <a:rPr lang="ko-KR" altLang="en-US" sz="1400" dirty="0"/>
              <a:t>가능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-int </a:t>
            </a:r>
            <a:r>
              <a:rPr lang="en-US" altLang="ko-KR" sz="1400" dirty="0" err="1"/>
              <a:t>keyCode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is.read</a:t>
            </a:r>
            <a:r>
              <a:rPr lang="en-US" altLang="ko-KR" sz="1400" dirty="0"/>
              <a:t>(); //</a:t>
            </a:r>
            <a:r>
              <a:rPr lang="ko-KR" altLang="en-US" sz="1400" dirty="0"/>
              <a:t>키보드로부터 어떤 키가 입력되었는지 확인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7E1D01-DD26-1059-B640-F686B5817778}"/>
              </a:ext>
            </a:extLst>
          </p:cNvPr>
          <p:cNvSpPr txBox="1"/>
          <p:nvPr/>
        </p:nvSpPr>
        <p:spPr>
          <a:xfrm>
            <a:off x="0" y="2103854"/>
            <a:ext cx="8338242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dirty="0" err="1"/>
              <a:t>import</a:t>
            </a:r>
            <a:r>
              <a:rPr lang="ko-KR" altLang="en-US" sz="1300" dirty="0"/>
              <a:t> </a:t>
            </a:r>
            <a:r>
              <a:rPr lang="ko-KR" altLang="en-US" sz="1300" dirty="0" err="1"/>
              <a:t>java.io</a:t>
            </a:r>
            <a:r>
              <a:rPr lang="ko-KR" altLang="en-US" sz="1300" dirty="0"/>
              <a:t>.*;</a:t>
            </a:r>
          </a:p>
          <a:p>
            <a:endParaRPr lang="ko-KR" altLang="en-US" sz="1300" dirty="0"/>
          </a:p>
          <a:p>
            <a:r>
              <a:rPr lang="ko-KR" altLang="en-US" sz="1300" dirty="0" err="1"/>
              <a:t>public</a:t>
            </a:r>
            <a:r>
              <a:rPr lang="ko-KR" altLang="en-US" sz="1300" dirty="0"/>
              <a:t> </a:t>
            </a:r>
            <a:r>
              <a:rPr lang="ko-KR" altLang="en-US" sz="1300" dirty="0" err="1"/>
              <a:t>class</a:t>
            </a:r>
            <a:r>
              <a:rPr lang="ko-KR" altLang="en-US" sz="1300" dirty="0"/>
              <a:t> </a:t>
            </a:r>
            <a:r>
              <a:rPr lang="ko-KR" altLang="en-US" sz="1300" dirty="0" err="1"/>
              <a:t>GetLineStringFromKeyboard</a:t>
            </a:r>
            <a:r>
              <a:rPr lang="ko-KR" altLang="en-US" sz="1300" dirty="0"/>
              <a:t> {</a:t>
            </a:r>
          </a:p>
          <a:p>
            <a:r>
              <a:rPr lang="ko-KR" altLang="en-US" sz="1300" dirty="0"/>
              <a:t>    </a:t>
            </a:r>
            <a:r>
              <a:rPr lang="ko-KR" altLang="en-US" sz="1300" dirty="0" err="1"/>
              <a:t>public</a:t>
            </a:r>
            <a:r>
              <a:rPr lang="ko-KR" altLang="en-US" sz="1300" dirty="0"/>
              <a:t> </a:t>
            </a:r>
            <a:r>
              <a:rPr lang="ko-KR" altLang="en-US" sz="1300" dirty="0" err="1"/>
              <a:t>static</a:t>
            </a:r>
            <a:r>
              <a:rPr lang="ko-KR" altLang="en-US" sz="1300" dirty="0"/>
              <a:t> </a:t>
            </a:r>
            <a:r>
              <a:rPr lang="ko-KR" altLang="en-US" sz="1300" dirty="0" err="1"/>
              <a:t>void</a:t>
            </a:r>
            <a:r>
              <a:rPr lang="ko-KR" altLang="en-US" sz="1300" dirty="0"/>
              <a:t> </a:t>
            </a:r>
            <a:r>
              <a:rPr lang="ko-KR" altLang="en-US" sz="1300" dirty="0" err="1"/>
              <a:t>main</a:t>
            </a:r>
            <a:r>
              <a:rPr lang="ko-KR" altLang="en-US" sz="1300" dirty="0"/>
              <a:t>(</a:t>
            </a:r>
            <a:r>
              <a:rPr lang="ko-KR" altLang="en-US" sz="1300" dirty="0" err="1"/>
              <a:t>String</a:t>
            </a:r>
            <a:r>
              <a:rPr lang="ko-KR" altLang="en-US" sz="1300" dirty="0"/>
              <a:t>[] </a:t>
            </a:r>
            <a:r>
              <a:rPr lang="ko-KR" altLang="en-US" sz="1300" dirty="0" err="1"/>
              <a:t>args</a:t>
            </a:r>
            <a:r>
              <a:rPr lang="ko-KR" altLang="en-US" sz="1300" dirty="0"/>
              <a:t>) </a:t>
            </a:r>
            <a:r>
              <a:rPr lang="ko-KR" altLang="en-US" sz="1300" dirty="0" err="1"/>
              <a:t>throws</a:t>
            </a:r>
            <a:r>
              <a:rPr lang="ko-KR" altLang="en-US" sz="1300" dirty="0"/>
              <a:t> </a:t>
            </a:r>
            <a:r>
              <a:rPr lang="ko-KR" altLang="en-US" sz="1300" dirty="0" err="1"/>
              <a:t>Exception</a:t>
            </a:r>
            <a:r>
              <a:rPr lang="ko-KR" altLang="en-US" sz="1300" dirty="0"/>
              <a:t> {</a:t>
            </a:r>
          </a:p>
          <a:p>
            <a:r>
              <a:rPr lang="ko-KR" altLang="en-US" sz="1300" dirty="0"/>
              <a:t>        // System.in (표준 입력 스트림)을 문자 스트림으로 변환</a:t>
            </a:r>
          </a:p>
          <a:p>
            <a:r>
              <a:rPr lang="ko-KR" altLang="en-US" sz="1300" dirty="0"/>
              <a:t>        </a:t>
            </a:r>
            <a:r>
              <a:rPr lang="ko-KR" altLang="en-US" sz="1300" dirty="0" err="1"/>
              <a:t>InputStream</a:t>
            </a:r>
            <a:r>
              <a:rPr lang="ko-KR" altLang="en-US" sz="1300" dirty="0"/>
              <a:t> </a:t>
            </a:r>
            <a:r>
              <a:rPr lang="ko-KR" altLang="en-US" sz="1300" dirty="0" err="1"/>
              <a:t>is</a:t>
            </a:r>
            <a:r>
              <a:rPr lang="ko-KR" altLang="en-US" sz="1300" dirty="0"/>
              <a:t> = </a:t>
            </a:r>
            <a:r>
              <a:rPr lang="ko-KR" altLang="en-US" sz="1300" dirty="0" err="1"/>
              <a:t>System.in</a:t>
            </a:r>
            <a:r>
              <a:rPr lang="ko-KR" altLang="en-US" sz="1300" dirty="0"/>
              <a:t>; // 바이트 기반 입력 스트림</a:t>
            </a:r>
          </a:p>
          <a:p>
            <a:r>
              <a:rPr lang="ko-KR" altLang="en-US" sz="1300" dirty="0"/>
              <a:t>        </a:t>
            </a:r>
            <a:r>
              <a:rPr lang="ko-KR" altLang="en-US" sz="1300" dirty="0" err="1"/>
              <a:t>Reader</a:t>
            </a:r>
            <a:r>
              <a:rPr lang="ko-KR" altLang="en-US" sz="1300" dirty="0"/>
              <a:t> </a:t>
            </a:r>
            <a:r>
              <a:rPr lang="ko-KR" altLang="en-US" sz="1300" dirty="0" err="1"/>
              <a:t>reader</a:t>
            </a:r>
            <a:r>
              <a:rPr lang="ko-KR" altLang="en-US" sz="1300" dirty="0"/>
              <a:t> = </a:t>
            </a:r>
            <a:r>
              <a:rPr lang="ko-KR" altLang="en-US" sz="1300" dirty="0" err="1"/>
              <a:t>new</a:t>
            </a:r>
            <a:r>
              <a:rPr lang="ko-KR" altLang="en-US" sz="1300" dirty="0"/>
              <a:t> </a:t>
            </a:r>
            <a:r>
              <a:rPr lang="ko-KR" altLang="en-US" sz="1300" dirty="0" err="1"/>
              <a:t>InputStreamReader</a:t>
            </a:r>
            <a:r>
              <a:rPr lang="ko-KR" altLang="en-US" sz="1300" dirty="0"/>
              <a:t>(</a:t>
            </a:r>
            <a:r>
              <a:rPr lang="ko-KR" altLang="en-US" sz="1300" dirty="0" err="1"/>
              <a:t>is</a:t>
            </a:r>
            <a:r>
              <a:rPr lang="ko-KR" altLang="en-US" sz="1300" dirty="0"/>
              <a:t>); // 바이트를 문자로 변환</a:t>
            </a:r>
          </a:p>
          <a:p>
            <a:r>
              <a:rPr lang="ko-KR" altLang="en-US" sz="1300" dirty="0"/>
              <a:t>        </a:t>
            </a:r>
            <a:r>
              <a:rPr lang="ko-KR" altLang="en-US" sz="1300" dirty="0" err="1"/>
              <a:t>BufferedReader</a:t>
            </a:r>
            <a:r>
              <a:rPr lang="ko-KR" altLang="en-US" sz="1300" dirty="0"/>
              <a:t> </a:t>
            </a:r>
            <a:r>
              <a:rPr lang="ko-KR" altLang="en-US" sz="1300" dirty="0" err="1"/>
              <a:t>br</a:t>
            </a:r>
            <a:r>
              <a:rPr lang="ko-KR" altLang="en-US" sz="1300" dirty="0"/>
              <a:t> = </a:t>
            </a:r>
            <a:r>
              <a:rPr lang="ko-KR" altLang="en-US" sz="1300" dirty="0" err="1"/>
              <a:t>new</a:t>
            </a:r>
            <a:r>
              <a:rPr lang="ko-KR" altLang="en-US" sz="1300" dirty="0"/>
              <a:t> </a:t>
            </a:r>
            <a:r>
              <a:rPr lang="ko-KR" altLang="en-US" sz="1300" dirty="0" err="1"/>
              <a:t>BufferedReader</a:t>
            </a:r>
            <a:r>
              <a:rPr lang="ko-KR" altLang="en-US" sz="1300" dirty="0"/>
              <a:t>(</a:t>
            </a:r>
            <a:r>
              <a:rPr lang="ko-KR" altLang="en-US" sz="1300" dirty="0" err="1"/>
              <a:t>reader</a:t>
            </a:r>
            <a:r>
              <a:rPr lang="ko-KR" altLang="en-US" sz="1300" dirty="0"/>
              <a:t>); //</a:t>
            </a:r>
            <a:r>
              <a:rPr lang="ko-KR" altLang="en-US" sz="1300" dirty="0" err="1"/>
              <a:t>readLine</a:t>
            </a:r>
            <a:r>
              <a:rPr lang="en-US" altLang="ko-KR" sz="1300" dirty="0"/>
              <a:t>()</a:t>
            </a:r>
            <a:r>
              <a:rPr lang="ko-KR" altLang="en-US" sz="1300" dirty="0"/>
              <a:t>을 </a:t>
            </a:r>
            <a:r>
              <a:rPr lang="ko-KR" altLang="en-US" sz="1300" dirty="0" err="1"/>
              <a:t>쓰기위하여</a:t>
            </a:r>
            <a:r>
              <a:rPr lang="ko-KR" altLang="en-US" sz="1300" dirty="0"/>
              <a:t> 보조 스트림 추가 연결</a:t>
            </a:r>
          </a:p>
          <a:p>
            <a:r>
              <a:rPr lang="ko-KR" altLang="en-US" sz="1300" dirty="0"/>
              <a:t>        // 사용자 입력 처리</a:t>
            </a:r>
          </a:p>
          <a:p>
            <a:r>
              <a:rPr lang="ko-KR" altLang="en-US" sz="1300" dirty="0"/>
              <a:t>        </a:t>
            </a:r>
            <a:r>
              <a:rPr lang="ko-KR" altLang="en-US" sz="1300" dirty="0" err="1"/>
              <a:t>while</a:t>
            </a:r>
            <a:r>
              <a:rPr lang="ko-KR" altLang="en-US" sz="1300" dirty="0"/>
              <a:t> (</a:t>
            </a:r>
            <a:r>
              <a:rPr lang="ko-KR" altLang="en-US" sz="1300" dirty="0" err="1"/>
              <a:t>true</a:t>
            </a:r>
            <a:r>
              <a:rPr lang="ko-KR" altLang="en-US" sz="1300" dirty="0"/>
              <a:t>) {</a:t>
            </a:r>
          </a:p>
          <a:p>
            <a:r>
              <a:rPr lang="ko-KR" altLang="en-US" sz="1300" dirty="0"/>
              <a:t>            </a:t>
            </a:r>
            <a:r>
              <a:rPr lang="ko-KR" altLang="en-US" sz="1300" dirty="0" err="1"/>
              <a:t>System.out.print</a:t>
            </a:r>
            <a:r>
              <a:rPr lang="ko-KR" altLang="en-US" sz="1300" dirty="0"/>
              <a:t>("입력하세요: "); // 사용자에게 입력 요청</a:t>
            </a:r>
          </a:p>
          <a:p>
            <a:r>
              <a:rPr lang="ko-KR" altLang="en-US" sz="1300" dirty="0"/>
              <a:t>            </a:t>
            </a:r>
            <a:r>
              <a:rPr lang="ko-KR" altLang="en-US" sz="1300" dirty="0" err="1"/>
              <a:t>String</a:t>
            </a:r>
            <a:r>
              <a:rPr lang="ko-KR" altLang="en-US" sz="1300" dirty="0"/>
              <a:t> </a:t>
            </a:r>
            <a:r>
              <a:rPr lang="ko-KR" altLang="en-US" sz="1300" dirty="0" err="1"/>
              <a:t>lineStr</a:t>
            </a:r>
            <a:r>
              <a:rPr lang="ko-KR" altLang="en-US" sz="1300" dirty="0"/>
              <a:t> = </a:t>
            </a:r>
            <a:r>
              <a:rPr lang="ko-KR" altLang="en-US" sz="1300" dirty="0" err="1"/>
              <a:t>br.readLine</a:t>
            </a:r>
            <a:r>
              <a:rPr lang="ko-KR" altLang="en-US" sz="1300" dirty="0"/>
              <a:t>(); // 한 줄 단위로 </a:t>
            </a:r>
            <a:r>
              <a:rPr lang="ko-KR" altLang="en-US" sz="1300" dirty="0" err="1"/>
              <a:t>입력받음</a:t>
            </a:r>
            <a:endParaRPr lang="ko-KR" altLang="en-US" sz="1300" dirty="0"/>
          </a:p>
          <a:p>
            <a:r>
              <a:rPr lang="ko-KR" altLang="en-US" sz="1300" dirty="0"/>
              <a:t>            </a:t>
            </a:r>
            <a:r>
              <a:rPr lang="ko-KR" altLang="en-US" sz="1300" dirty="0" err="1"/>
              <a:t>if</a:t>
            </a:r>
            <a:r>
              <a:rPr lang="ko-KR" altLang="en-US" sz="1300" dirty="0"/>
              <a:t> (</a:t>
            </a:r>
            <a:r>
              <a:rPr lang="ko-KR" altLang="en-US" sz="1300" dirty="0" err="1"/>
              <a:t>lineStr.equals</a:t>
            </a:r>
            <a:r>
              <a:rPr lang="ko-KR" altLang="en-US" sz="1300" dirty="0"/>
              <a:t>("</a:t>
            </a:r>
            <a:r>
              <a:rPr lang="ko-KR" altLang="en-US" sz="1300" dirty="0" err="1"/>
              <a:t>q</a:t>
            </a:r>
            <a:r>
              <a:rPr lang="ko-KR" altLang="en-US" sz="1300" dirty="0"/>
              <a:t>") || </a:t>
            </a:r>
            <a:r>
              <a:rPr lang="ko-KR" altLang="en-US" sz="1300" dirty="0" err="1"/>
              <a:t>lineStr.equals</a:t>
            </a:r>
            <a:r>
              <a:rPr lang="ko-KR" altLang="en-US" sz="1300" dirty="0"/>
              <a:t>("</a:t>
            </a:r>
            <a:r>
              <a:rPr lang="ko-KR" altLang="en-US" sz="1300" dirty="0" err="1"/>
              <a:t>quit</a:t>
            </a:r>
            <a:r>
              <a:rPr lang="ko-KR" altLang="en-US" sz="1300" dirty="0"/>
              <a:t>")) </a:t>
            </a:r>
            <a:r>
              <a:rPr lang="ko-KR" altLang="en-US" sz="1300" dirty="0" err="1"/>
              <a:t>break</a:t>
            </a:r>
            <a:r>
              <a:rPr lang="ko-KR" altLang="en-US" sz="1300" dirty="0"/>
              <a:t>; // "</a:t>
            </a:r>
            <a:r>
              <a:rPr lang="ko-KR" altLang="en-US" sz="1300" dirty="0" err="1"/>
              <a:t>q</a:t>
            </a:r>
            <a:r>
              <a:rPr lang="ko-KR" altLang="en-US" sz="1300" dirty="0"/>
              <a:t>" 또는 "</a:t>
            </a:r>
            <a:r>
              <a:rPr lang="ko-KR" altLang="en-US" sz="1300" dirty="0" err="1"/>
              <a:t>quit</a:t>
            </a:r>
            <a:r>
              <a:rPr lang="ko-KR" altLang="en-US" sz="1300" dirty="0"/>
              <a:t>" 입력 시 종료</a:t>
            </a:r>
          </a:p>
          <a:p>
            <a:r>
              <a:rPr lang="ko-KR" altLang="en-US" sz="1300" dirty="0"/>
              <a:t>            </a:t>
            </a:r>
            <a:r>
              <a:rPr lang="ko-KR" altLang="en-US" sz="1300" dirty="0" err="1"/>
              <a:t>System.out.print</a:t>
            </a:r>
            <a:r>
              <a:rPr lang="ko-KR" altLang="en-US" sz="1300" dirty="0"/>
              <a:t>("</a:t>
            </a:r>
            <a:r>
              <a:rPr lang="ko-KR" altLang="en-US" sz="1300" dirty="0" err="1"/>
              <a:t>입력된내용</a:t>
            </a:r>
            <a:r>
              <a:rPr lang="ko-KR" altLang="en-US" sz="1300" dirty="0"/>
              <a:t>: " + </a:t>
            </a:r>
            <a:r>
              <a:rPr lang="ko-KR" altLang="en-US" sz="1300" dirty="0" err="1"/>
              <a:t>lineStr</a:t>
            </a:r>
            <a:r>
              <a:rPr lang="ko-KR" altLang="en-US" sz="1300" dirty="0"/>
              <a:t>); // </a:t>
            </a:r>
            <a:r>
              <a:rPr lang="ko-KR" altLang="en-US" sz="1300" dirty="0" err="1"/>
              <a:t>입력받은</a:t>
            </a:r>
            <a:r>
              <a:rPr lang="ko-KR" altLang="en-US" sz="1300" dirty="0"/>
              <a:t> 내용 출력</a:t>
            </a:r>
          </a:p>
          <a:p>
            <a:r>
              <a:rPr lang="ko-KR" altLang="en-US" sz="1300" dirty="0"/>
              <a:t>            </a:t>
            </a:r>
            <a:r>
              <a:rPr lang="ko-KR" altLang="en-US" sz="1300" dirty="0" err="1"/>
              <a:t>System.out.println</a:t>
            </a:r>
            <a:r>
              <a:rPr lang="ko-KR" altLang="en-US" sz="1300" dirty="0"/>
              <a:t>(); // 줄 바꿈</a:t>
            </a:r>
          </a:p>
          <a:p>
            <a:r>
              <a:rPr lang="ko-KR" altLang="en-US" sz="1300" dirty="0"/>
              <a:t>        }</a:t>
            </a:r>
          </a:p>
          <a:p>
            <a:endParaRPr lang="ko-KR" altLang="en-US" sz="1300" dirty="0"/>
          </a:p>
          <a:p>
            <a:r>
              <a:rPr lang="ko-KR" altLang="en-US" sz="1300" dirty="0"/>
              <a:t>        // </a:t>
            </a:r>
            <a:r>
              <a:rPr lang="ko-KR" altLang="en-US" sz="1300" dirty="0" err="1"/>
              <a:t>BufferedReader</a:t>
            </a:r>
            <a:r>
              <a:rPr lang="ko-KR" altLang="en-US" sz="1300" dirty="0"/>
              <a:t> 스트림 닫기 (자원 해제)</a:t>
            </a:r>
          </a:p>
          <a:p>
            <a:r>
              <a:rPr lang="ko-KR" altLang="en-US" sz="1300" dirty="0"/>
              <a:t>        </a:t>
            </a:r>
            <a:r>
              <a:rPr lang="ko-KR" altLang="en-US" sz="1300" dirty="0" err="1"/>
              <a:t>br.close</a:t>
            </a:r>
            <a:r>
              <a:rPr lang="ko-KR" altLang="en-US" sz="1300" dirty="0"/>
              <a:t>();</a:t>
            </a:r>
          </a:p>
          <a:p>
            <a:r>
              <a:rPr lang="ko-KR" altLang="en-US" sz="1300" dirty="0"/>
              <a:t>    }</a:t>
            </a:r>
          </a:p>
          <a:p>
            <a:r>
              <a:rPr lang="ko-KR" altLang="en-US" sz="1300" dirty="0"/>
              <a:t>}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A044B29-C076-0285-AEE2-BF16DBF78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9943" y="2830905"/>
            <a:ext cx="2824335" cy="1196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6284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008F-A35C-1E47-2AB0-18E69E5B5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D886DF-20B4-733F-5B7D-EF45610F8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 err="1"/>
              <a:t>System.out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콘솔에서 데이터를 출력하게 함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en-US" altLang="ko-KR" sz="1400" dirty="0" err="1"/>
              <a:t>PrintStream</a:t>
            </a:r>
            <a:r>
              <a:rPr lang="en-US" altLang="ko-KR" sz="1400" dirty="0"/>
              <a:t> </a:t>
            </a:r>
            <a:r>
              <a:rPr lang="en-US" altLang="ko-KR" sz="1400" dirty="0" err="1"/>
              <a:t>ps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System.out</a:t>
            </a:r>
            <a:r>
              <a:rPr lang="en-US" altLang="ko-KR" sz="1400" dirty="0"/>
              <a:t>; // </a:t>
            </a:r>
            <a:r>
              <a:rPr lang="en-US" altLang="ko-KR" sz="1400" dirty="0" err="1"/>
              <a:t>PrintStream</a:t>
            </a:r>
            <a:r>
              <a:rPr lang="ko-KR" altLang="en-US" sz="1400" dirty="0"/>
              <a:t>타입이므로 가능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-Print(), </a:t>
            </a:r>
            <a:r>
              <a:rPr lang="en-US" altLang="ko-KR" sz="1400" dirty="0" err="1"/>
              <a:t>Println</a:t>
            </a:r>
            <a:r>
              <a:rPr lang="en-US" altLang="ko-KR" sz="1400" dirty="0"/>
              <a:t>(), </a:t>
            </a:r>
            <a:r>
              <a:rPr lang="en-US" altLang="ko-KR" sz="1400" dirty="0" err="1"/>
              <a:t>Printf</a:t>
            </a:r>
            <a:r>
              <a:rPr lang="en-US" altLang="ko-KR" sz="1400" dirty="0"/>
              <a:t>() </a:t>
            </a:r>
            <a:r>
              <a:rPr lang="ko-KR" altLang="en-US" sz="1400" dirty="0"/>
              <a:t>사용 가능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b="1" dirty="0"/>
              <a:t>Scanner </a:t>
            </a:r>
            <a:r>
              <a:rPr lang="ko-KR" altLang="en-US" sz="1400" b="1" dirty="0"/>
              <a:t>클래스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b="1" dirty="0"/>
              <a:t>-</a:t>
            </a:r>
            <a:r>
              <a:rPr lang="en-US" altLang="ko-KR" sz="1400" dirty="0" err="1"/>
              <a:t>java.util</a:t>
            </a:r>
            <a:r>
              <a:rPr lang="ko-KR" altLang="en-US" sz="1400" dirty="0"/>
              <a:t>에서 제공하는 클래스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b="1" dirty="0"/>
              <a:t>-</a:t>
            </a:r>
            <a:r>
              <a:rPr lang="ko-KR" altLang="en-US" sz="1400" dirty="0"/>
              <a:t>라인 단위 문자열을 읽음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Scanner </a:t>
            </a:r>
            <a:r>
              <a:rPr lang="en-US" altLang="ko-KR" sz="1400" dirty="0" err="1"/>
              <a:t>scanner</a:t>
            </a:r>
            <a:r>
              <a:rPr lang="en-US" altLang="ko-KR" sz="1400" dirty="0"/>
              <a:t> = new Scanner(System.in);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//</a:t>
            </a:r>
            <a:r>
              <a:rPr lang="ko-KR" altLang="en-US" sz="1400" dirty="0"/>
              <a:t>이전까지 입력된 행단위의 문자열을 읽음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String </a:t>
            </a:r>
            <a:r>
              <a:rPr lang="en-US" altLang="ko-KR" sz="1400" dirty="0" err="1"/>
              <a:t>inputData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scanner.nextLine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41578457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7645B-2E2F-EF30-CB07-45AF78B51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4AD1FF-F0DD-363D-E228-2B429A410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import </a:t>
            </a:r>
            <a:r>
              <a:rPr lang="en-US" altLang="ko-KR" sz="1400" dirty="0" err="1"/>
              <a:t>java.util.Scanner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ScannerExample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Scanner </a:t>
            </a:r>
            <a:r>
              <a:rPr lang="ko-KR" altLang="en-US" sz="1400" dirty="0"/>
              <a:t>객체 생성 </a:t>
            </a:r>
            <a:r>
              <a:rPr lang="en-US" altLang="ko-KR" sz="1400" dirty="0"/>
              <a:t>(System.in</a:t>
            </a:r>
            <a:r>
              <a:rPr lang="ko-KR" altLang="en-US" sz="1400" dirty="0"/>
              <a:t>을 통해 </a:t>
            </a:r>
            <a:r>
              <a:rPr lang="ko-KR" altLang="en-US" sz="1400" dirty="0" err="1"/>
              <a:t>입력받음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Scanner </a:t>
            </a:r>
            <a:r>
              <a:rPr lang="en-US" altLang="ko-KR" sz="1400" dirty="0" err="1"/>
              <a:t>scanner</a:t>
            </a:r>
            <a:r>
              <a:rPr lang="en-US" altLang="ko-KR" sz="1400" dirty="0"/>
              <a:t> = new Scanner(System.in);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사용자 입력 처리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while (true)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</a:t>
            </a:r>
            <a:r>
              <a:rPr lang="en-US" altLang="ko-KR" sz="1400" dirty="0"/>
              <a:t>("</a:t>
            </a:r>
            <a:r>
              <a:rPr lang="ko-KR" altLang="en-US" sz="1400" dirty="0"/>
              <a:t>문자열을 입력하세요 </a:t>
            </a:r>
            <a:r>
              <a:rPr lang="en-US" altLang="ko-KR" sz="1400" dirty="0"/>
              <a:t>(</a:t>
            </a:r>
            <a:r>
              <a:rPr lang="ko-KR" altLang="en-US" sz="1400" dirty="0"/>
              <a:t>종료</a:t>
            </a:r>
            <a:r>
              <a:rPr lang="en-US" altLang="ko-KR" sz="1400" dirty="0"/>
              <a:t>: exit): ");</a:t>
            </a:r>
          </a:p>
          <a:p>
            <a:pPr marL="0" indent="0">
              <a:buNone/>
            </a:pPr>
            <a:r>
              <a:rPr lang="en-US" altLang="ko-KR" sz="1400" dirty="0"/>
              <a:t>            String </a:t>
            </a:r>
            <a:r>
              <a:rPr lang="en-US" altLang="ko-KR" sz="1400" dirty="0" err="1"/>
              <a:t>inputData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scanner.nextLine</a:t>
            </a:r>
            <a:r>
              <a:rPr lang="en-US" altLang="ko-KR" sz="1400" dirty="0"/>
              <a:t>(); // </a:t>
            </a:r>
            <a:r>
              <a:rPr lang="ko-KR" altLang="en-US" sz="1400" dirty="0"/>
              <a:t>한 줄 단위로 </a:t>
            </a:r>
            <a:r>
              <a:rPr lang="ko-KR" altLang="en-US" sz="1400" dirty="0" err="1"/>
              <a:t>입력받음</a:t>
            </a:r>
            <a:endParaRPr lang="ko-KR" altLang="en-US" sz="1400" dirty="0"/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if (</a:t>
            </a:r>
            <a:r>
              <a:rPr lang="en-US" altLang="ko-KR" sz="1400" dirty="0" err="1"/>
              <a:t>inputData.equalsIgnoreCase</a:t>
            </a:r>
            <a:r>
              <a:rPr lang="en-US" altLang="ko-KR" sz="1400" dirty="0"/>
              <a:t>("exit")) { // "exit" </a:t>
            </a:r>
            <a:r>
              <a:rPr lang="ko-KR" altLang="en-US" sz="1400" dirty="0"/>
              <a:t>입력 시 종료</a:t>
            </a:r>
          </a:p>
          <a:p>
            <a:pPr marL="0" indent="0">
              <a:buNone/>
            </a:pPr>
            <a:r>
              <a:rPr lang="ko-KR" altLang="en-US" sz="1400" dirty="0"/>
              <a:t>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프로그램을 종료합니다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                break;</a:t>
            </a:r>
          </a:p>
          <a:p>
            <a:pPr marL="0" indent="0">
              <a:buNone/>
            </a:pPr>
            <a:r>
              <a:rPr lang="en-US" altLang="ko-KR" sz="1400" dirty="0"/>
              <a:t>            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입력된 문자열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inputData</a:t>
            </a:r>
            <a:r>
              <a:rPr lang="en-US" altLang="ko-KR" sz="1400" dirty="0"/>
              <a:t>);</a:t>
            </a:r>
          </a:p>
          <a:p>
            <a:pPr marL="0" indent="0">
              <a:buNone/>
            </a:pPr>
            <a:r>
              <a:rPr lang="en-US" altLang="ko-KR" sz="1400" dirty="0"/>
              <a:t>        } 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B058039-C98C-4FDE-5390-BC8134993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661" y="2746877"/>
            <a:ext cx="3534936" cy="110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0084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64682-094F-4E1C-B21A-C1C10A6FF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466B58-CF4F-539B-A2DA-C4BC200DB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File </a:t>
            </a:r>
            <a:r>
              <a:rPr lang="ko-KR" altLang="en-US" sz="1400" b="1" dirty="0"/>
              <a:t>클래스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-java.io</a:t>
            </a:r>
            <a:r>
              <a:rPr lang="ko-KR" altLang="en-US" sz="1400" dirty="0"/>
              <a:t>에서 제공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파일</a:t>
            </a:r>
            <a:r>
              <a:rPr lang="en-US" altLang="ko-KR" sz="1400" dirty="0"/>
              <a:t>/</a:t>
            </a:r>
            <a:r>
              <a:rPr lang="ko-KR" altLang="en-US" sz="1400" dirty="0"/>
              <a:t>폴더의 정보를 제공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-File </a:t>
            </a:r>
            <a:r>
              <a:rPr lang="en-US" altLang="ko-KR" sz="1400" dirty="0" err="1"/>
              <a:t>file</a:t>
            </a:r>
            <a:r>
              <a:rPr lang="en-US" altLang="ko-KR" sz="1400" dirty="0"/>
              <a:t> = new File(“</a:t>
            </a:r>
            <a:r>
              <a:rPr lang="ko-KR" altLang="en-US" sz="1400" dirty="0"/>
              <a:t>파일 경로</a:t>
            </a:r>
            <a:r>
              <a:rPr lang="en-US" altLang="ko-KR" sz="1400" dirty="0"/>
              <a:t>”)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File </a:t>
            </a:r>
            <a:r>
              <a:rPr lang="ko-KR" altLang="en-US" sz="1400" dirty="0"/>
              <a:t>확인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boolean</a:t>
            </a:r>
            <a:r>
              <a:rPr lang="en-US" altLang="ko-KR" sz="1400" dirty="0"/>
              <a:t> </a:t>
            </a:r>
            <a:r>
              <a:rPr lang="en-US" altLang="ko-KR" sz="1400" dirty="0" err="1"/>
              <a:t>isExist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file.exists</a:t>
            </a:r>
            <a:r>
              <a:rPr lang="en-US" altLang="ko-KR" sz="1400" dirty="0"/>
              <a:t>(); // </a:t>
            </a:r>
            <a:r>
              <a:rPr lang="ko-KR" altLang="en-US" sz="1400" dirty="0"/>
              <a:t>파일이 존재하면 </a:t>
            </a:r>
            <a:r>
              <a:rPr lang="en-US" altLang="ko-KR" sz="1400" dirty="0"/>
              <a:t>true, </a:t>
            </a:r>
            <a:r>
              <a:rPr lang="ko-KR" altLang="en-US" sz="1400" dirty="0"/>
              <a:t>존재하지 않으면 </a:t>
            </a:r>
            <a:r>
              <a:rPr lang="en-US" altLang="ko-KR" sz="1400" dirty="0"/>
              <a:t>false;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isExist</a:t>
            </a:r>
            <a:r>
              <a:rPr lang="en-US" altLang="ko-KR" sz="1400" dirty="0"/>
              <a:t> </a:t>
            </a:r>
            <a:r>
              <a:rPr lang="ko-KR" altLang="en-US" sz="1400" dirty="0"/>
              <a:t>가 </a:t>
            </a:r>
            <a:r>
              <a:rPr lang="en-US" altLang="ko-KR" sz="1400" dirty="0"/>
              <a:t>true</a:t>
            </a:r>
            <a:r>
              <a:rPr lang="ko-KR" altLang="en-US" sz="1400" dirty="0"/>
              <a:t>일 때 </a:t>
            </a:r>
            <a:r>
              <a:rPr lang="en-US" altLang="ko-KR" sz="1400" dirty="0"/>
              <a:t>							   </a:t>
            </a:r>
            <a:r>
              <a:rPr lang="en-US" altLang="ko-KR" sz="1400" dirty="0" err="1"/>
              <a:t>isExist</a:t>
            </a:r>
            <a:r>
              <a:rPr lang="en-US" altLang="ko-KR" sz="1400" dirty="0"/>
              <a:t> </a:t>
            </a:r>
            <a:r>
              <a:rPr lang="ko-KR" altLang="en-US" sz="1400" dirty="0"/>
              <a:t>가 </a:t>
            </a:r>
            <a:r>
              <a:rPr lang="en-US" altLang="ko-KR" sz="1400" dirty="0"/>
              <a:t>false</a:t>
            </a:r>
            <a:r>
              <a:rPr lang="ko-KR" altLang="en-US" sz="1400" dirty="0"/>
              <a:t>일 때 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C2CD11F-EDDA-30EA-F345-278778A2E1EC}"/>
              </a:ext>
            </a:extLst>
          </p:cNvPr>
          <p:cNvSpPr txBox="1"/>
          <p:nvPr/>
        </p:nvSpPr>
        <p:spPr>
          <a:xfrm>
            <a:off x="0" y="3128405"/>
            <a:ext cx="11827599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 err="1"/>
              <a:t>boolean</a:t>
            </a:r>
            <a:r>
              <a:rPr lang="ko-KR" altLang="en-US" sz="1200" dirty="0"/>
              <a:t>	</a:t>
            </a:r>
            <a:r>
              <a:rPr lang="ko-KR" altLang="en-US" sz="1200" dirty="0" err="1"/>
              <a:t>delete</a:t>
            </a:r>
            <a:r>
              <a:rPr lang="ko-KR" altLang="en-US" sz="1200" dirty="0"/>
              <a:t>()	</a:t>
            </a:r>
            <a:r>
              <a:rPr lang="en-US" altLang="ko-KR" sz="1200" dirty="0"/>
              <a:t>		</a:t>
            </a:r>
            <a:r>
              <a:rPr lang="ko-KR" altLang="en-US" sz="1200" dirty="0"/>
              <a:t>파일 또는 폴더를 삭제</a:t>
            </a:r>
          </a:p>
          <a:p>
            <a:r>
              <a:rPr lang="ko-KR" altLang="en-US" sz="1200" dirty="0" err="1"/>
              <a:t>boolean</a:t>
            </a:r>
            <a:r>
              <a:rPr lang="ko-KR" altLang="en-US" sz="1200" dirty="0"/>
              <a:t>	</a:t>
            </a:r>
            <a:r>
              <a:rPr lang="ko-KR" altLang="en-US" sz="1200" dirty="0" err="1"/>
              <a:t>canExecute</a:t>
            </a:r>
            <a:r>
              <a:rPr lang="ko-KR" altLang="en-US" sz="1200" dirty="0"/>
              <a:t>()	</a:t>
            </a:r>
            <a:r>
              <a:rPr lang="en-US" altLang="ko-KR" sz="1200" dirty="0"/>
              <a:t>		</a:t>
            </a:r>
            <a:r>
              <a:rPr lang="ko-KR" altLang="en-US" sz="1200" dirty="0"/>
              <a:t>실행할 수 있는 파일인지 여부를 확인</a:t>
            </a:r>
          </a:p>
          <a:p>
            <a:r>
              <a:rPr lang="ko-KR" altLang="en-US" sz="1200" dirty="0" err="1"/>
              <a:t>boolean</a:t>
            </a:r>
            <a:r>
              <a:rPr lang="ko-KR" altLang="en-US" sz="1200" dirty="0"/>
              <a:t>	</a:t>
            </a:r>
            <a:r>
              <a:rPr lang="ko-KR" altLang="en-US" sz="1200" dirty="0" err="1"/>
              <a:t>canRead</a:t>
            </a:r>
            <a:r>
              <a:rPr lang="ko-KR" altLang="en-US" sz="1200" dirty="0"/>
              <a:t>()	</a:t>
            </a:r>
            <a:r>
              <a:rPr lang="en-US" altLang="ko-KR" sz="1200" dirty="0"/>
              <a:t>		</a:t>
            </a:r>
            <a:r>
              <a:rPr lang="ko-KR" altLang="en-US" sz="1200" dirty="0"/>
              <a:t>읽을 수 있는 파일인지 여부를 확인</a:t>
            </a:r>
          </a:p>
          <a:p>
            <a:r>
              <a:rPr lang="ko-KR" altLang="en-US" sz="1200" dirty="0" err="1"/>
              <a:t>boolean</a:t>
            </a:r>
            <a:r>
              <a:rPr lang="ko-KR" altLang="en-US" sz="1200" dirty="0"/>
              <a:t>	</a:t>
            </a:r>
            <a:r>
              <a:rPr lang="ko-KR" altLang="en-US" sz="1200" dirty="0" err="1"/>
              <a:t>canWrite</a:t>
            </a:r>
            <a:r>
              <a:rPr lang="ko-KR" altLang="en-US" sz="1200" dirty="0"/>
              <a:t>()	</a:t>
            </a:r>
            <a:r>
              <a:rPr lang="en-US" altLang="ko-KR" sz="1200" dirty="0"/>
              <a:t>		</a:t>
            </a:r>
            <a:r>
              <a:rPr lang="ko-KR" altLang="en-US" sz="1200" dirty="0"/>
              <a:t>수정 및 저장할 수 있는 파일인지 여부를 확인</a:t>
            </a:r>
          </a:p>
          <a:p>
            <a:r>
              <a:rPr lang="ko-KR" altLang="en-US" sz="1200" dirty="0" err="1"/>
              <a:t>String</a:t>
            </a:r>
            <a:r>
              <a:rPr lang="ko-KR" altLang="en-US" sz="1200" dirty="0"/>
              <a:t>	</a:t>
            </a:r>
            <a:r>
              <a:rPr lang="ko-KR" altLang="en-US" sz="1200" dirty="0" err="1"/>
              <a:t>getName</a:t>
            </a:r>
            <a:r>
              <a:rPr lang="ko-KR" altLang="en-US" sz="1200" dirty="0"/>
              <a:t>()	</a:t>
            </a:r>
            <a:r>
              <a:rPr lang="en-US" altLang="ko-KR" sz="1200" dirty="0"/>
              <a:t>		</a:t>
            </a:r>
            <a:r>
              <a:rPr lang="ko-KR" altLang="en-US" sz="1200" dirty="0"/>
              <a:t>파일 이름을 리턴</a:t>
            </a:r>
          </a:p>
          <a:p>
            <a:r>
              <a:rPr lang="ko-KR" altLang="en-US" sz="1200" dirty="0" err="1"/>
              <a:t>String</a:t>
            </a:r>
            <a:r>
              <a:rPr lang="ko-KR" altLang="en-US" sz="1200" dirty="0"/>
              <a:t>	</a:t>
            </a:r>
            <a:r>
              <a:rPr lang="ko-KR" altLang="en-US" sz="1200" dirty="0" err="1"/>
              <a:t>getParent</a:t>
            </a:r>
            <a:r>
              <a:rPr lang="ko-KR" altLang="en-US" sz="1200" dirty="0"/>
              <a:t>()	</a:t>
            </a:r>
            <a:r>
              <a:rPr lang="en-US" altLang="ko-KR" sz="1200" dirty="0"/>
              <a:t>		</a:t>
            </a:r>
            <a:r>
              <a:rPr lang="ko-KR" altLang="en-US" sz="1200" dirty="0"/>
              <a:t>부모 폴더를 리턴</a:t>
            </a:r>
          </a:p>
          <a:p>
            <a:r>
              <a:rPr lang="ko-KR" altLang="en-US" sz="1200" dirty="0" err="1"/>
              <a:t>File</a:t>
            </a:r>
            <a:r>
              <a:rPr lang="ko-KR" altLang="en-US" sz="1200" dirty="0"/>
              <a:t>	</a:t>
            </a:r>
            <a:r>
              <a:rPr lang="ko-KR" altLang="en-US" sz="1200" dirty="0" err="1"/>
              <a:t>getParentFile</a:t>
            </a:r>
            <a:r>
              <a:rPr lang="ko-KR" altLang="en-US" sz="1200" dirty="0"/>
              <a:t>()	</a:t>
            </a:r>
            <a:r>
              <a:rPr lang="en-US" altLang="ko-KR" sz="1200" dirty="0"/>
              <a:t>	</a:t>
            </a:r>
            <a:r>
              <a:rPr lang="ko-KR" altLang="en-US" sz="1200" dirty="0"/>
              <a:t>부모 폴더를 </a:t>
            </a:r>
            <a:r>
              <a:rPr lang="ko-KR" altLang="en-US" sz="1200" dirty="0" err="1"/>
              <a:t>File</a:t>
            </a:r>
            <a:r>
              <a:rPr lang="ko-KR" altLang="en-US" sz="1200" dirty="0"/>
              <a:t> 객체로 생성 후 리턴</a:t>
            </a:r>
          </a:p>
          <a:p>
            <a:r>
              <a:rPr lang="ko-KR" altLang="en-US" sz="1200" dirty="0" err="1"/>
              <a:t>String</a:t>
            </a:r>
            <a:r>
              <a:rPr lang="ko-KR" altLang="en-US" sz="1200" dirty="0"/>
              <a:t>	</a:t>
            </a:r>
            <a:r>
              <a:rPr lang="ko-KR" altLang="en-US" sz="1200" dirty="0" err="1"/>
              <a:t>getPath</a:t>
            </a:r>
            <a:r>
              <a:rPr lang="ko-KR" altLang="en-US" sz="1200" dirty="0"/>
              <a:t>()	</a:t>
            </a:r>
            <a:r>
              <a:rPr lang="en-US" altLang="ko-KR" sz="1200" dirty="0"/>
              <a:t>		</a:t>
            </a:r>
            <a:r>
              <a:rPr lang="ko-KR" altLang="en-US" sz="1200" dirty="0"/>
              <a:t>전체 경로를 리턴</a:t>
            </a:r>
          </a:p>
          <a:p>
            <a:r>
              <a:rPr lang="ko-KR" altLang="en-US" sz="1200" dirty="0" err="1"/>
              <a:t>boolean</a:t>
            </a:r>
            <a:r>
              <a:rPr lang="ko-KR" altLang="en-US" sz="1200" dirty="0"/>
              <a:t>	</a:t>
            </a:r>
            <a:r>
              <a:rPr lang="ko-KR" altLang="en-US" sz="1200" dirty="0" err="1"/>
              <a:t>isDirectory</a:t>
            </a:r>
            <a:r>
              <a:rPr lang="ko-KR" altLang="en-US" sz="1200" dirty="0"/>
              <a:t>()	</a:t>
            </a:r>
            <a:r>
              <a:rPr lang="en-US" altLang="ko-KR" sz="1200" dirty="0"/>
              <a:t>		</a:t>
            </a:r>
            <a:r>
              <a:rPr lang="ko-KR" altLang="en-US" sz="1200" dirty="0"/>
              <a:t>폴더인지 여부를 확인</a:t>
            </a:r>
          </a:p>
          <a:p>
            <a:r>
              <a:rPr lang="ko-KR" altLang="en-US" sz="1200" dirty="0" err="1"/>
              <a:t>boolean</a:t>
            </a:r>
            <a:r>
              <a:rPr lang="ko-KR" altLang="en-US" sz="1200" dirty="0"/>
              <a:t>	</a:t>
            </a:r>
            <a:r>
              <a:rPr lang="ko-KR" altLang="en-US" sz="1200" dirty="0" err="1"/>
              <a:t>isFile</a:t>
            </a:r>
            <a:r>
              <a:rPr lang="ko-KR" altLang="en-US" sz="1200" dirty="0"/>
              <a:t>()	</a:t>
            </a:r>
            <a:r>
              <a:rPr lang="en-US" altLang="ko-KR" sz="1200" dirty="0"/>
              <a:t>		</a:t>
            </a:r>
            <a:r>
              <a:rPr lang="ko-KR" altLang="en-US" sz="1200" dirty="0"/>
              <a:t>파일인지 여부를 확인</a:t>
            </a:r>
          </a:p>
          <a:p>
            <a:r>
              <a:rPr lang="ko-KR" altLang="en-US" sz="1200" dirty="0" err="1"/>
              <a:t>boolean</a:t>
            </a:r>
            <a:r>
              <a:rPr lang="ko-KR" altLang="en-US" sz="1200" dirty="0"/>
              <a:t>	</a:t>
            </a:r>
            <a:r>
              <a:rPr lang="ko-KR" altLang="en-US" sz="1200" dirty="0" err="1"/>
              <a:t>isHidden</a:t>
            </a:r>
            <a:r>
              <a:rPr lang="ko-KR" altLang="en-US" sz="1200" dirty="0"/>
              <a:t>()	</a:t>
            </a:r>
            <a:r>
              <a:rPr lang="en-US" altLang="ko-KR" sz="1200" dirty="0"/>
              <a:t>		</a:t>
            </a:r>
            <a:r>
              <a:rPr lang="ko-KR" altLang="en-US" sz="1200" dirty="0"/>
              <a:t>숨긴 파일인지 여부를 확인</a:t>
            </a:r>
          </a:p>
          <a:p>
            <a:r>
              <a:rPr lang="ko-KR" altLang="en-US" sz="1200" dirty="0" err="1"/>
              <a:t>long</a:t>
            </a:r>
            <a:r>
              <a:rPr lang="ko-KR" altLang="en-US" sz="1200" dirty="0"/>
              <a:t>	</a:t>
            </a:r>
            <a:r>
              <a:rPr lang="ko-KR" altLang="en-US" sz="1200" dirty="0" err="1"/>
              <a:t>lastModified</a:t>
            </a:r>
            <a:r>
              <a:rPr lang="ko-KR" altLang="en-US" sz="1200" dirty="0"/>
              <a:t>()	</a:t>
            </a:r>
            <a:r>
              <a:rPr lang="en-US" altLang="ko-KR" sz="1200" dirty="0"/>
              <a:t>	</a:t>
            </a:r>
            <a:r>
              <a:rPr lang="ko-KR" altLang="en-US" sz="1200" dirty="0"/>
              <a:t>마지막 수정 날짜 및 시간을 리턴</a:t>
            </a:r>
          </a:p>
          <a:p>
            <a:r>
              <a:rPr lang="ko-KR" altLang="en-US" sz="1200" dirty="0" err="1"/>
              <a:t>long</a:t>
            </a:r>
            <a:r>
              <a:rPr lang="ko-KR" altLang="en-US" sz="1200" dirty="0"/>
              <a:t>	</a:t>
            </a:r>
            <a:r>
              <a:rPr lang="ko-KR" altLang="en-US" sz="1200" dirty="0" err="1"/>
              <a:t>length</a:t>
            </a:r>
            <a:r>
              <a:rPr lang="ko-KR" altLang="en-US" sz="1200" dirty="0"/>
              <a:t>()	</a:t>
            </a:r>
            <a:r>
              <a:rPr lang="en-US" altLang="ko-KR" sz="1200" dirty="0"/>
              <a:t>		</a:t>
            </a:r>
            <a:r>
              <a:rPr lang="ko-KR" altLang="en-US" sz="1200" dirty="0"/>
              <a:t>파일의 크기를 리턴</a:t>
            </a:r>
          </a:p>
          <a:p>
            <a:r>
              <a:rPr lang="ko-KR" altLang="en-US" sz="1200" dirty="0" err="1"/>
              <a:t>String</a:t>
            </a:r>
            <a:r>
              <a:rPr lang="ko-KR" altLang="en-US" sz="1200" dirty="0"/>
              <a:t>[]	</a:t>
            </a:r>
            <a:r>
              <a:rPr lang="ko-KR" altLang="en-US" sz="1200" dirty="0" err="1"/>
              <a:t>list</a:t>
            </a:r>
            <a:r>
              <a:rPr lang="ko-KR" altLang="en-US" sz="1200" dirty="0"/>
              <a:t>()	</a:t>
            </a:r>
            <a:r>
              <a:rPr lang="en-US" altLang="ko-KR" sz="1200" dirty="0"/>
              <a:t>		</a:t>
            </a:r>
            <a:r>
              <a:rPr lang="ko-KR" altLang="en-US" sz="1200" dirty="0"/>
              <a:t>폴더에 포함된 파일 및 서브 폴더 목록을 </a:t>
            </a:r>
            <a:r>
              <a:rPr lang="ko-KR" altLang="en-US" sz="1200" dirty="0" err="1"/>
              <a:t>String</a:t>
            </a:r>
            <a:r>
              <a:rPr lang="ko-KR" altLang="en-US" sz="1200" dirty="0"/>
              <a:t> 배열로 리턴</a:t>
            </a:r>
          </a:p>
          <a:p>
            <a:r>
              <a:rPr lang="ko-KR" altLang="en-US" sz="1200" dirty="0" err="1"/>
              <a:t>String</a:t>
            </a:r>
            <a:r>
              <a:rPr lang="ko-KR" altLang="en-US" sz="1200" dirty="0"/>
              <a:t>[]	</a:t>
            </a:r>
            <a:r>
              <a:rPr lang="ko-KR" altLang="en-US" sz="1200" dirty="0" err="1"/>
              <a:t>list</a:t>
            </a:r>
            <a:r>
              <a:rPr lang="ko-KR" altLang="en-US" sz="1200" dirty="0"/>
              <a:t>(</a:t>
            </a:r>
            <a:r>
              <a:rPr lang="ko-KR" altLang="en-US" sz="1200" dirty="0" err="1"/>
              <a:t>FilenameFilter</a:t>
            </a:r>
            <a:r>
              <a:rPr lang="ko-KR" altLang="en-US" sz="1200" dirty="0"/>
              <a:t> </a:t>
            </a:r>
            <a:r>
              <a:rPr lang="ko-KR" altLang="en-US" sz="1200" dirty="0" err="1"/>
              <a:t>filter</a:t>
            </a:r>
            <a:r>
              <a:rPr lang="ko-KR" altLang="en-US" sz="1200" dirty="0"/>
              <a:t>)	</a:t>
            </a:r>
            <a:r>
              <a:rPr lang="en-US" altLang="ko-KR" sz="1200" dirty="0"/>
              <a:t>	</a:t>
            </a:r>
            <a:r>
              <a:rPr lang="ko-KR" altLang="en-US" sz="1200" dirty="0"/>
              <a:t>폴더에 포함된 파일 및 서브 폴더 목록 중에서 </a:t>
            </a:r>
            <a:r>
              <a:rPr lang="ko-KR" altLang="en-US" sz="1200" dirty="0" err="1"/>
              <a:t>FilenameFilter에</a:t>
            </a:r>
            <a:r>
              <a:rPr lang="ko-KR" altLang="en-US" sz="1200" dirty="0"/>
              <a:t> 맞는 것만 </a:t>
            </a:r>
            <a:r>
              <a:rPr lang="ko-KR" altLang="en-US" sz="1200" dirty="0" err="1"/>
              <a:t>String</a:t>
            </a:r>
            <a:r>
              <a:rPr lang="ko-KR" altLang="en-US" sz="1200" dirty="0"/>
              <a:t> 배열로 리턴</a:t>
            </a:r>
          </a:p>
          <a:p>
            <a:r>
              <a:rPr lang="ko-KR" altLang="en-US" sz="1200" dirty="0" err="1"/>
              <a:t>File</a:t>
            </a:r>
            <a:r>
              <a:rPr lang="ko-KR" altLang="en-US" sz="1200" dirty="0"/>
              <a:t>[]	</a:t>
            </a:r>
            <a:r>
              <a:rPr lang="ko-KR" altLang="en-US" sz="1200" dirty="0" err="1"/>
              <a:t>listFiles</a:t>
            </a:r>
            <a:r>
              <a:rPr lang="ko-KR" altLang="en-US" sz="1200" dirty="0"/>
              <a:t>()	</a:t>
            </a:r>
            <a:r>
              <a:rPr lang="en-US" altLang="ko-KR" sz="1200" dirty="0"/>
              <a:t>		</a:t>
            </a:r>
            <a:r>
              <a:rPr lang="ko-KR" altLang="en-US" sz="1200" dirty="0"/>
              <a:t>폴더에 포함된 파일 및 서브 폴더 목록 전부를 </a:t>
            </a:r>
            <a:r>
              <a:rPr lang="ko-KR" altLang="en-US" sz="1200" dirty="0" err="1"/>
              <a:t>File</a:t>
            </a:r>
            <a:r>
              <a:rPr lang="ko-KR" altLang="en-US" sz="1200" dirty="0"/>
              <a:t> 배열로 리턴</a:t>
            </a:r>
          </a:p>
          <a:p>
            <a:r>
              <a:rPr lang="ko-KR" altLang="en-US" sz="1200" dirty="0" err="1"/>
              <a:t>File</a:t>
            </a:r>
            <a:r>
              <a:rPr lang="ko-KR" altLang="en-US" sz="1200" dirty="0"/>
              <a:t>[]	</a:t>
            </a:r>
            <a:r>
              <a:rPr lang="ko-KR" altLang="en-US" sz="1200" dirty="0" err="1"/>
              <a:t>listFiles</a:t>
            </a:r>
            <a:r>
              <a:rPr lang="ko-KR" altLang="en-US" sz="1200" dirty="0"/>
              <a:t>(</a:t>
            </a:r>
            <a:r>
              <a:rPr lang="ko-KR" altLang="en-US" sz="1200" dirty="0" err="1"/>
              <a:t>FilenameFilter</a:t>
            </a:r>
            <a:r>
              <a:rPr lang="ko-KR" altLang="en-US" sz="1200" dirty="0"/>
              <a:t> </a:t>
            </a:r>
            <a:r>
              <a:rPr lang="ko-KR" altLang="en-US" sz="1200" dirty="0" err="1"/>
              <a:t>filter</a:t>
            </a:r>
            <a:r>
              <a:rPr lang="ko-KR" altLang="en-US" sz="1200" dirty="0"/>
              <a:t>)	폴더에 포함된 파일 및 서브 폴더 목록 중에서 </a:t>
            </a:r>
            <a:r>
              <a:rPr lang="ko-KR" altLang="en-US" sz="1200" dirty="0" err="1"/>
              <a:t>FilenameFilter에</a:t>
            </a:r>
            <a:r>
              <a:rPr lang="ko-KR" altLang="en-US" sz="1200" dirty="0"/>
              <a:t> 맞는 것만 </a:t>
            </a:r>
            <a:r>
              <a:rPr lang="ko-KR" altLang="en-US" sz="1200" dirty="0" err="1"/>
              <a:t>File</a:t>
            </a:r>
            <a:r>
              <a:rPr lang="ko-KR" altLang="en-US" sz="1200" dirty="0"/>
              <a:t> 배열로 리턴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7D7C088-0CA8-AF10-3B8E-1B100E86C851}"/>
              </a:ext>
            </a:extLst>
          </p:cNvPr>
          <p:cNvSpPr txBox="1"/>
          <p:nvPr/>
        </p:nvSpPr>
        <p:spPr>
          <a:xfrm>
            <a:off x="7522298" y="3105834"/>
            <a:ext cx="46697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1200" dirty="0" err="1"/>
              <a:t>boolean</a:t>
            </a:r>
            <a:r>
              <a:rPr lang="en-US" altLang="ko-KR" sz="1200" dirty="0"/>
              <a:t>	</a:t>
            </a:r>
            <a:r>
              <a:rPr lang="en-US" altLang="ko-KR" sz="1200" dirty="0" err="1"/>
              <a:t>createNewFile</a:t>
            </a:r>
            <a:r>
              <a:rPr lang="en-US" altLang="ko-KR" sz="1200" dirty="0"/>
              <a:t>()	</a:t>
            </a:r>
            <a:r>
              <a:rPr lang="ko-KR" altLang="en-US" sz="1200" dirty="0"/>
              <a:t>새로 파일을 생성합니다</a:t>
            </a:r>
            <a:r>
              <a:rPr lang="en-US" altLang="ko-KR" sz="1200" dirty="0"/>
              <a:t>.</a:t>
            </a:r>
          </a:p>
          <a:p>
            <a:pPr marL="0" indent="0">
              <a:buNone/>
            </a:pPr>
            <a:r>
              <a:rPr lang="en-US" altLang="ko-KR" sz="1200" dirty="0" err="1"/>
              <a:t>boolean</a:t>
            </a:r>
            <a:r>
              <a:rPr lang="en-US" altLang="ko-KR" sz="1200" dirty="0"/>
              <a:t>	</a:t>
            </a:r>
            <a:r>
              <a:rPr lang="en-US" altLang="ko-KR" sz="1200" dirty="0" err="1"/>
              <a:t>mkdir</a:t>
            </a:r>
            <a:r>
              <a:rPr lang="en-US" altLang="ko-KR" sz="1200" dirty="0"/>
              <a:t>()	</a:t>
            </a:r>
            <a:r>
              <a:rPr lang="ko-KR" altLang="en-US" sz="1200" dirty="0"/>
              <a:t>새로 폴더를 생성합니다</a:t>
            </a:r>
            <a:r>
              <a:rPr lang="en-US" altLang="ko-KR" sz="1200" dirty="0"/>
              <a:t>.</a:t>
            </a:r>
          </a:p>
          <a:p>
            <a:pPr marL="0" indent="0">
              <a:buNone/>
            </a:pPr>
            <a:r>
              <a:rPr lang="en-US" altLang="ko-KR" sz="1200" dirty="0" err="1"/>
              <a:t>boolean</a:t>
            </a:r>
            <a:r>
              <a:rPr lang="en-US" altLang="ko-KR" sz="1200" dirty="0"/>
              <a:t>	</a:t>
            </a:r>
            <a:r>
              <a:rPr lang="en-US" altLang="ko-KR" sz="1200" dirty="0" err="1"/>
              <a:t>mkdirs</a:t>
            </a:r>
            <a:r>
              <a:rPr lang="en-US" altLang="ko-KR" sz="1200" dirty="0"/>
              <a:t>()	</a:t>
            </a:r>
            <a:r>
              <a:rPr lang="ko-KR" altLang="en-US" sz="1200" dirty="0"/>
              <a:t>경로상에 없는 모든 폴더를 생성합니다</a:t>
            </a:r>
            <a:r>
              <a:rPr lang="en-US" altLang="ko-K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4239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4C5D1-4FA4-4BE7-B37A-E86ED39C7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031E73-8CC1-17B9-252A-3390A950A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 </a:t>
            </a: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153D93-21E8-59FB-96CE-86D3C841AB38}"/>
              </a:ext>
            </a:extLst>
          </p:cNvPr>
          <p:cNvSpPr txBox="1"/>
          <p:nvPr/>
        </p:nvSpPr>
        <p:spPr>
          <a:xfrm>
            <a:off x="0" y="0"/>
            <a:ext cx="6106562" cy="5093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00" dirty="0"/>
              <a:t>import </a:t>
            </a:r>
            <a:r>
              <a:rPr lang="en-US" altLang="ko-KR" sz="1300" dirty="0" err="1"/>
              <a:t>java.io.File</a:t>
            </a:r>
            <a:r>
              <a:rPr lang="en-US" altLang="ko-KR" sz="1300" dirty="0"/>
              <a:t>;</a:t>
            </a:r>
          </a:p>
          <a:p>
            <a:r>
              <a:rPr lang="en-US" altLang="ko-KR" sz="1300" dirty="0"/>
              <a:t>import </a:t>
            </a:r>
            <a:r>
              <a:rPr lang="en-US" altLang="ko-KR" sz="1300" dirty="0" err="1"/>
              <a:t>java.text.SimpleDateFormat</a:t>
            </a:r>
            <a:r>
              <a:rPr lang="en-US" altLang="ko-KR" sz="1300" dirty="0"/>
              <a:t>;</a:t>
            </a:r>
          </a:p>
          <a:p>
            <a:r>
              <a:rPr lang="en-US" altLang="ko-KR" sz="1300" dirty="0"/>
              <a:t>import </a:t>
            </a:r>
            <a:r>
              <a:rPr lang="en-US" altLang="ko-KR" sz="1300" dirty="0" err="1"/>
              <a:t>java.util.Date</a:t>
            </a:r>
            <a:r>
              <a:rPr lang="en-US" altLang="ko-KR" sz="1300" dirty="0"/>
              <a:t>;</a:t>
            </a:r>
          </a:p>
          <a:p>
            <a:endParaRPr lang="en-US" altLang="ko-KR" sz="1300" dirty="0"/>
          </a:p>
          <a:p>
            <a:r>
              <a:rPr lang="en-US" altLang="ko-KR" sz="1300" dirty="0"/>
              <a:t>public class </a:t>
            </a:r>
            <a:r>
              <a:rPr lang="en-US" altLang="ko-KR" sz="1300" dirty="0" err="1"/>
              <a:t>FileExample</a:t>
            </a:r>
            <a:r>
              <a:rPr lang="en-US" altLang="ko-KR" sz="1300" dirty="0"/>
              <a:t> {</a:t>
            </a:r>
          </a:p>
          <a:p>
            <a:r>
              <a:rPr lang="en-US" altLang="ko-KR" sz="1300" dirty="0"/>
              <a:t>    public static void main(String[] </a:t>
            </a:r>
            <a:r>
              <a:rPr lang="en-US" altLang="ko-KR" sz="1300" dirty="0" err="1"/>
              <a:t>args</a:t>
            </a:r>
            <a:r>
              <a:rPr lang="en-US" altLang="ko-KR" sz="1300" dirty="0"/>
              <a:t>) throws Exception {</a:t>
            </a:r>
          </a:p>
          <a:p>
            <a:r>
              <a:rPr lang="en-US" altLang="ko-KR" sz="1300" dirty="0"/>
              <a:t>        // </a:t>
            </a:r>
            <a:r>
              <a:rPr lang="ko-KR" altLang="en-US" sz="1300" dirty="0"/>
              <a:t>디렉터리와 파일 객체 생성</a:t>
            </a:r>
          </a:p>
          <a:p>
            <a:r>
              <a:rPr lang="ko-KR" altLang="en-US" sz="1300" dirty="0"/>
              <a:t>        </a:t>
            </a:r>
            <a:r>
              <a:rPr lang="en-US" altLang="ko-KR" sz="1300" dirty="0"/>
              <a:t>File </a:t>
            </a:r>
            <a:r>
              <a:rPr lang="en-US" altLang="ko-KR" sz="1300" dirty="0" err="1"/>
              <a:t>dir</a:t>
            </a:r>
            <a:r>
              <a:rPr lang="en-US" altLang="ko-KR" sz="1300" dirty="0"/>
              <a:t> = new File("C:/Temp/images");</a:t>
            </a:r>
          </a:p>
          <a:p>
            <a:r>
              <a:rPr lang="en-US" altLang="ko-KR" sz="1300" dirty="0"/>
              <a:t>        File file1 = new File("C:/Temp/file1.txt");</a:t>
            </a:r>
          </a:p>
          <a:p>
            <a:r>
              <a:rPr lang="en-US" altLang="ko-KR" sz="1300" dirty="0"/>
              <a:t>        File file2 = new File("C:/Temp/file2.txt");</a:t>
            </a:r>
          </a:p>
          <a:p>
            <a:r>
              <a:rPr lang="en-US" altLang="ko-KR" sz="1300" dirty="0"/>
              <a:t>        File file3 = new File("C:/Temp/file3.txt");</a:t>
            </a:r>
          </a:p>
          <a:p>
            <a:endParaRPr lang="en-US" altLang="ko-KR" sz="1300" dirty="0"/>
          </a:p>
          <a:p>
            <a:r>
              <a:rPr lang="en-US" altLang="ko-KR" sz="1300" dirty="0"/>
              <a:t>        // </a:t>
            </a:r>
            <a:r>
              <a:rPr lang="ko-KR" altLang="en-US" sz="1300" dirty="0"/>
              <a:t>디렉터리 및 파일이 없으면 생성</a:t>
            </a:r>
          </a:p>
          <a:p>
            <a:r>
              <a:rPr lang="ko-KR" altLang="en-US" sz="1300" dirty="0"/>
              <a:t>        </a:t>
            </a:r>
            <a:r>
              <a:rPr lang="en-US" altLang="ko-KR" sz="1300" dirty="0"/>
              <a:t>if (</a:t>
            </a:r>
            <a:r>
              <a:rPr lang="en-US" altLang="ko-KR" sz="1300" dirty="0" err="1"/>
              <a:t>dir.exists</a:t>
            </a:r>
            <a:r>
              <a:rPr lang="en-US" altLang="ko-KR" sz="1300" dirty="0"/>
              <a:t>() == false) { </a:t>
            </a:r>
          </a:p>
          <a:p>
            <a:r>
              <a:rPr lang="en-US" altLang="ko-KR" sz="1300" dirty="0"/>
              <a:t>            </a:t>
            </a:r>
            <a:r>
              <a:rPr lang="en-US" altLang="ko-KR" sz="1300" dirty="0" err="1"/>
              <a:t>dir.mkdirs</a:t>
            </a:r>
            <a:r>
              <a:rPr lang="en-US" altLang="ko-KR" sz="1300" dirty="0"/>
              <a:t>(); // </a:t>
            </a:r>
            <a:r>
              <a:rPr lang="ko-KR" altLang="en-US" sz="1300" dirty="0"/>
              <a:t>디렉터리 생성</a:t>
            </a:r>
          </a:p>
          <a:p>
            <a:r>
              <a:rPr lang="ko-KR" altLang="en-US" sz="1300" dirty="0"/>
              <a:t>        </a:t>
            </a:r>
            <a:r>
              <a:rPr lang="en-US" altLang="ko-KR" sz="1300" dirty="0"/>
              <a:t>}</a:t>
            </a:r>
          </a:p>
          <a:p>
            <a:r>
              <a:rPr lang="en-US" altLang="ko-KR" sz="1300" dirty="0"/>
              <a:t>        if (file1.exists() == false) { </a:t>
            </a:r>
          </a:p>
          <a:p>
            <a:r>
              <a:rPr lang="en-US" altLang="ko-KR" sz="1300" dirty="0"/>
              <a:t>            file1.createNewFile(); // </a:t>
            </a:r>
            <a:r>
              <a:rPr lang="ko-KR" altLang="en-US" sz="1300" dirty="0"/>
              <a:t>파일 생성</a:t>
            </a:r>
          </a:p>
          <a:p>
            <a:r>
              <a:rPr lang="ko-KR" altLang="en-US" sz="1300" dirty="0"/>
              <a:t>        </a:t>
            </a:r>
            <a:r>
              <a:rPr lang="en-US" altLang="ko-KR" sz="1300" dirty="0"/>
              <a:t>}</a:t>
            </a:r>
          </a:p>
          <a:p>
            <a:r>
              <a:rPr lang="en-US" altLang="ko-KR" sz="1300" dirty="0"/>
              <a:t>        if (file2.exists() == false) { </a:t>
            </a:r>
          </a:p>
          <a:p>
            <a:r>
              <a:rPr lang="en-US" altLang="ko-KR" sz="1300" dirty="0"/>
              <a:t>            file2.createNewFile(); // </a:t>
            </a:r>
            <a:r>
              <a:rPr lang="ko-KR" altLang="en-US" sz="1300" dirty="0"/>
              <a:t>파일 생성</a:t>
            </a:r>
          </a:p>
          <a:p>
            <a:r>
              <a:rPr lang="ko-KR" altLang="en-US" sz="1300" dirty="0"/>
              <a:t>        </a:t>
            </a:r>
            <a:r>
              <a:rPr lang="en-US" altLang="ko-KR" sz="1300" dirty="0"/>
              <a:t>}</a:t>
            </a:r>
          </a:p>
          <a:p>
            <a:r>
              <a:rPr lang="en-US" altLang="ko-KR" sz="1300" dirty="0"/>
              <a:t>        if (file3.exists() == false) { </a:t>
            </a:r>
          </a:p>
          <a:p>
            <a:r>
              <a:rPr lang="en-US" altLang="ko-KR" sz="1300" dirty="0"/>
              <a:t>            file3.createNewFile(); // </a:t>
            </a:r>
            <a:r>
              <a:rPr lang="ko-KR" altLang="en-US" sz="1300" dirty="0"/>
              <a:t>파일 생성</a:t>
            </a:r>
          </a:p>
          <a:p>
            <a:r>
              <a:rPr lang="ko-KR" altLang="en-US" sz="1300" dirty="0"/>
              <a:t>        </a:t>
            </a:r>
            <a:r>
              <a:rPr lang="en-US" altLang="ko-KR" sz="1300" dirty="0"/>
              <a:t>}</a:t>
            </a:r>
            <a:endParaRPr lang="ko-KR" altLang="en-US" sz="13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E6ABC0-E364-FDF6-B068-D9E2318715DE}"/>
              </a:ext>
            </a:extLst>
          </p:cNvPr>
          <p:cNvSpPr txBox="1"/>
          <p:nvPr/>
        </p:nvSpPr>
        <p:spPr>
          <a:xfrm>
            <a:off x="5196689" y="0"/>
            <a:ext cx="6995311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sz="1300" dirty="0"/>
          </a:p>
          <a:p>
            <a:r>
              <a:rPr lang="ko-KR" altLang="en-US" sz="1300" dirty="0"/>
              <a:t>        // </a:t>
            </a:r>
            <a:r>
              <a:rPr lang="ko-KR" altLang="en-US" sz="1300" dirty="0" err="1"/>
              <a:t>Temp</a:t>
            </a:r>
            <a:r>
              <a:rPr lang="ko-KR" altLang="en-US" sz="1300" dirty="0"/>
              <a:t> 폴더 내부의 파일 및 디렉터리 목록 가져오기</a:t>
            </a:r>
          </a:p>
          <a:p>
            <a:r>
              <a:rPr lang="ko-KR" altLang="en-US" sz="1300" dirty="0"/>
              <a:t>        </a:t>
            </a:r>
            <a:r>
              <a:rPr lang="ko-KR" altLang="en-US" sz="1300" dirty="0" err="1"/>
              <a:t>File</a:t>
            </a:r>
            <a:r>
              <a:rPr lang="ko-KR" altLang="en-US" sz="1300" dirty="0"/>
              <a:t> </a:t>
            </a:r>
            <a:r>
              <a:rPr lang="ko-KR" altLang="en-US" sz="1300" dirty="0" err="1"/>
              <a:t>temp</a:t>
            </a:r>
            <a:r>
              <a:rPr lang="ko-KR" altLang="en-US" sz="1300" dirty="0"/>
              <a:t> = </a:t>
            </a:r>
            <a:r>
              <a:rPr lang="ko-KR" altLang="en-US" sz="1300" dirty="0" err="1"/>
              <a:t>new</a:t>
            </a:r>
            <a:r>
              <a:rPr lang="ko-KR" altLang="en-US" sz="1300" dirty="0"/>
              <a:t> </a:t>
            </a:r>
            <a:r>
              <a:rPr lang="ko-KR" altLang="en-US" sz="1300" dirty="0" err="1"/>
              <a:t>File</a:t>
            </a:r>
            <a:r>
              <a:rPr lang="ko-KR" altLang="en-US" sz="1300" dirty="0"/>
              <a:t>("C:/Temp");</a:t>
            </a:r>
          </a:p>
          <a:p>
            <a:r>
              <a:rPr lang="ko-KR" altLang="en-US" sz="1300" dirty="0"/>
              <a:t>        </a:t>
            </a:r>
            <a:r>
              <a:rPr lang="ko-KR" altLang="en-US" sz="1300" dirty="0" err="1"/>
              <a:t>File</a:t>
            </a:r>
            <a:r>
              <a:rPr lang="ko-KR" altLang="en-US" sz="1300" dirty="0"/>
              <a:t>[] </a:t>
            </a:r>
            <a:r>
              <a:rPr lang="ko-KR" altLang="en-US" sz="1300" dirty="0" err="1"/>
              <a:t>contents</a:t>
            </a:r>
            <a:r>
              <a:rPr lang="ko-KR" altLang="en-US" sz="1300" dirty="0"/>
              <a:t> = </a:t>
            </a:r>
            <a:r>
              <a:rPr lang="ko-KR" altLang="en-US" sz="1300" dirty="0" err="1"/>
              <a:t>temp.listFiles</a:t>
            </a:r>
            <a:r>
              <a:rPr lang="ko-KR" altLang="en-US" sz="1300" dirty="0"/>
              <a:t>(); // 파일 배열로 반환</a:t>
            </a:r>
          </a:p>
          <a:p>
            <a:endParaRPr lang="ko-KR" altLang="en-US" sz="1300" dirty="0"/>
          </a:p>
          <a:p>
            <a:r>
              <a:rPr lang="ko-KR" altLang="en-US" sz="1300" dirty="0"/>
              <a:t>        // 출력 헤더</a:t>
            </a:r>
          </a:p>
          <a:p>
            <a:r>
              <a:rPr lang="ko-KR" altLang="en-US" sz="1300" dirty="0"/>
              <a:t>        </a:t>
            </a:r>
            <a:r>
              <a:rPr lang="ko-KR" altLang="en-US" sz="1300" dirty="0" err="1"/>
              <a:t>System.out.println</a:t>
            </a:r>
            <a:r>
              <a:rPr lang="ko-KR" altLang="en-US" sz="1300" dirty="0"/>
              <a:t>("시간\</a:t>
            </a:r>
            <a:r>
              <a:rPr lang="ko-KR" altLang="en-US" sz="1300" dirty="0" err="1"/>
              <a:t>t</a:t>
            </a:r>
            <a:r>
              <a:rPr lang="ko-KR" altLang="en-US" sz="1300" dirty="0"/>
              <a:t>\</a:t>
            </a:r>
            <a:r>
              <a:rPr lang="ko-KR" altLang="en-US" sz="1300" dirty="0" err="1"/>
              <a:t>t</a:t>
            </a:r>
            <a:r>
              <a:rPr lang="ko-KR" altLang="en-US" sz="1300" dirty="0"/>
              <a:t>\</a:t>
            </a:r>
            <a:r>
              <a:rPr lang="ko-KR" altLang="en-US" sz="1300" dirty="0" err="1"/>
              <a:t>t형태</a:t>
            </a:r>
            <a:r>
              <a:rPr lang="ko-KR" altLang="en-US" sz="1300" dirty="0"/>
              <a:t>\</a:t>
            </a:r>
            <a:r>
              <a:rPr lang="ko-KR" altLang="en-US" sz="1300" dirty="0" err="1"/>
              <a:t>t</a:t>
            </a:r>
            <a:r>
              <a:rPr lang="ko-KR" altLang="en-US" sz="1300" dirty="0"/>
              <a:t>\</a:t>
            </a:r>
            <a:r>
              <a:rPr lang="ko-KR" altLang="en-US" sz="1300" dirty="0" err="1"/>
              <a:t>t크기</a:t>
            </a:r>
            <a:r>
              <a:rPr lang="ko-KR" altLang="en-US" sz="1300" dirty="0"/>
              <a:t>\</a:t>
            </a:r>
            <a:r>
              <a:rPr lang="ko-KR" altLang="en-US" sz="1300" dirty="0" err="1"/>
              <a:t>t이름</a:t>
            </a:r>
            <a:r>
              <a:rPr lang="ko-KR" altLang="en-US" sz="1300" dirty="0"/>
              <a:t>");</a:t>
            </a:r>
          </a:p>
          <a:p>
            <a:r>
              <a:rPr lang="ko-KR" altLang="en-US" sz="1300" dirty="0"/>
              <a:t>        </a:t>
            </a:r>
            <a:r>
              <a:rPr lang="ko-KR" altLang="en-US" sz="1300" dirty="0" err="1"/>
              <a:t>System.out.println</a:t>
            </a:r>
            <a:r>
              <a:rPr lang="ko-KR" altLang="en-US" sz="1300" dirty="0"/>
              <a:t>("----------------------------------------------------------");</a:t>
            </a:r>
          </a:p>
          <a:p>
            <a:endParaRPr lang="ko-KR" altLang="en-US" sz="1300" dirty="0"/>
          </a:p>
          <a:p>
            <a:r>
              <a:rPr lang="ko-KR" altLang="en-US" sz="1300" dirty="0"/>
              <a:t>        // 날짜 형식 지정</a:t>
            </a:r>
          </a:p>
          <a:p>
            <a:r>
              <a:rPr lang="ko-KR" altLang="en-US" sz="1300" dirty="0"/>
              <a:t>        </a:t>
            </a:r>
            <a:r>
              <a:rPr lang="ko-KR" altLang="en-US" sz="1300" dirty="0" err="1"/>
              <a:t>SimpleDateFormat</a:t>
            </a:r>
            <a:r>
              <a:rPr lang="ko-KR" altLang="en-US" sz="1300" dirty="0"/>
              <a:t> </a:t>
            </a:r>
            <a:r>
              <a:rPr lang="ko-KR" altLang="en-US" sz="1300" dirty="0" err="1"/>
              <a:t>sdf</a:t>
            </a:r>
            <a:r>
              <a:rPr lang="ko-KR" altLang="en-US" sz="1300" dirty="0"/>
              <a:t> = </a:t>
            </a:r>
            <a:r>
              <a:rPr lang="ko-KR" altLang="en-US" sz="1300" dirty="0" err="1"/>
              <a:t>new</a:t>
            </a:r>
            <a:r>
              <a:rPr lang="ko-KR" altLang="en-US" sz="1300" dirty="0"/>
              <a:t> </a:t>
            </a:r>
            <a:r>
              <a:rPr lang="ko-KR" altLang="en-US" sz="1300" dirty="0" err="1"/>
              <a:t>SimpleDateFormat</a:t>
            </a:r>
            <a:r>
              <a:rPr lang="ko-KR" altLang="en-US" sz="1300" dirty="0"/>
              <a:t>("</a:t>
            </a:r>
            <a:r>
              <a:rPr lang="ko-KR" altLang="en-US" sz="1300" dirty="0" err="1"/>
              <a:t>yyyy</a:t>
            </a:r>
            <a:r>
              <a:rPr lang="ko-KR" altLang="en-US" sz="1300" dirty="0"/>
              <a:t>-MM-</a:t>
            </a:r>
            <a:r>
              <a:rPr lang="ko-KR" altLang="en-US" sz="1300" dirty="0" err="1"/>
              <a:t>dd</a:t>
            </a:r>
            <a:r>
              <a:rPr lang="ko-KR" altLang="en-US" sz="1300" dirty="0"/>
              <a:t> </a:t>
            </a:r>
            <a:r>
              <a:rPr lang="ko-KR" altLang="en-US" sz="1300" dirty="0" err="1"/>
              <a:t>a</a:t>
            </a:r>
            <a:r>
              <a:rPr lang="ko-KR" altLang="en-US" sz="1300" dirty="0"/>
              <a:t> </a:t>
            </a:r>
            <a:r>
              <a:rPr lang="ko-KR" altLang="en-US" sz="1300" dirty="0" err="1"/>
              <a:t>HH:mm</a:t>
            </a:r>
            <a:r>
              <a:rPr lang="ko-KR" altLang="en-US" sz="1300" dirty="0"/>
              <a:t>");</a:t>
            </a:r>
          </a:p>
          <a:p>
            <a:endParaRPr lang="ko-KR" altLang="en-US" sz="1300" dirty="0"/>
          </a:p>
          <a:p>
            <a:r>
              <a:rPr lang="ko-KR" altLang="en-US" sz="1300" dirty="0"/>
              <a:t>        // 파일 및 디렉터리 정보 출력</a:t>
            </a:r>
          </a:p>
          <a:p>
            <a:r>
              <a:rPr lang="ko-KR" altLang="en-US" sz="1300" dirty="0"/>
              <a:t>        </a:t>
            </a:r>
            <a:r>
              <a:rPr lang="ko-KR" altLang="en-US" sz="1300" dirty="0" err="1"/>
              <a:t>for</a:t>
            </a:r>
            <a:r>
              <a:rPr lang="ko-KR" altLang="en-US" sz="1300" dirty="0"/>
              <a:t> (</a:t>
            </a:r>
            <a:r>
              <a:rPr lang="ko-KR" altLang="en-US" sz="1300" dirty="0" err="1"/>
              <a:t>File</a:t>
            </a:r>
            <a:r>
              <a:rPr lang="ko-KR" altLang="en-US" sz="1300" dirty="0"/>
              <a:t> </a:t>
            </a:r>
            <a:r>
              <a:rPr lang="ko-KR" altLang="en-US" sz="1300" dirty="0" err="1"/>
              <a:t>file</a:t>
            </a:r>
            <a:r>
              <a:rPr lang="ko-KR" altLang="en-US" sz="1300" dirty="0"/>
              <a:t> : </a:t>
            </a:r>
            <a:r>
              <a:rPr lang="ko-KR" altLang="en-US" sz="1300" dirty="0" err="1"/>
              <a:t>contents</a:t>
            </a:r>
            <a:r>
              <a:rPr lang="ko-KR" altLang="en-US" sz="1300" dirty="0"/>
              <a:t>) {</a:t>
            </a:r>
          </a:p>
          <a:p>
            <a:r>
              <a:rPr lang="ko-KR" altLang="en-US" sz="1300" dirty="0"/>
              <a:t>            // 마지막 수정 시간 출력</a:t>
            </a:r>
          </a:p>
          <a:p>
            <a:r>
              <a:rPr lang="ko-KR" altLang="en-US" sz="1300" dirty="0"/>
              <a:t>            </a:t>
            </a:r>
            <a:r>
              <a:rPr lang="ko-KR" altLang="en-US" sz="1300" dirty="0" err="1"/>
              <a:t>System.out.print</a:t>
            </a:r>
            <a:r>
              <a:rPr lang="ko-KR" altLang="en-US" sz="1300" dirty="0"/>
              <a:t>(</a:t>
            </a:r>
            <a:r>
              <a:rPr lang="ko-KR" altLang="en-US" sz="1300" dirty="0" err="1"/>
              <a:t>sdf.format</a:t>
            </a:r>
            <a:r>
              <a:rPr lang="ko-KR" altLang="en-US" sz="1300" dirty="0"/>
              <a:t>(</a:t>
            </a:r>
            <a:r>
              <a:rPr lang="ko-KR" altLang="en-US" sz="1300" dirty="0" err="1"/>
              <a:t>new</a:t>
            </a:r>
            <a:r>
              <a:rPr lang="ko-KR" altLang="en-US" sz="1300" dirty="0"/>
              <a:t> </a:t>
            </a:r>
            <a:r>
              <a:rPr lang="ko-KR" altLang="en-US" sz="1300" dirty="0" err="1"/>
              <a:t>Date</a:t>
            </a:r>
            <a:r>
              <a:rPr lang="ko-KR" altLang="en-US" sz="1300" dirty="0"/>
              <a:t>(</a:t>
            </a:r>
            <a:r>
              <a:rPr lang="ko-KR" altLang="en-US" sz="1300" dirty="0" err="1"/>
              <a:t>file.lastModified</a:t>
            </a:r>
            <a:r>
              <a:rPr lang="ko-KR" altLang="en-US" sz="1300" dirty="0"/>
              <a:t>())));</a:t>
            </a:r>
          </a:p>
          <a:p>
            <a:endParaRPr lang="ko-KR" altLang="en-US" sz="1300" dirty="0"/>
          </a:p>
          <a:p>
            <a:r>
              <a:rPr lang="ko-KR" altLang="en-US" sz="1300" dirty="0"/>
              <a:t>            </a:t>
            </a:r>
            <a:r>
              <a:rPr lang="ko-KR" altLang="en-US" sz="1300" dirty="0" err="1"/>
              <a:t>if</a:t>
            </a:r>
            <a:r>
              <a:rPr lang="ko-KR" altLang="en-US" sz="1300" dirty="0"/>
              <a:t> (</a:t>
            </a:r>
            <a:r>
              <a:rPr lang="ko-KR" altLang="en-US" sz="1300" dirty="0" err="1"/>
              <a:t>file.isDirectory</a:t>
            </a:r>
            <a:r>
              <a:rPr lang="ko-KR" altLang="en-US" sz="1300" dirty="0"/>
              <a:t>()) {</a:t>
            </a:r>
          </a:p>
          <a:p>
            <a:r>
              <a:rPr lang="ko-KR" altLang="en-US" sz="1300" dirty="0"/>
              <a:t>                // 디렉터리일 경우</a:t>
            </a:r>
          </a:p>
          <a:p>
            <a:r>
              <a:rPr lang="ko-KR" altLang="en-US" sz="1300" dirty="0"/>
              <a:t>                </a:t>
            </a:r>
            <a:r>
              <a:rPr lang="ko-KR" altLang="en-US" sz="1300" dirty="0" err="1"/>
              <a:t>System.out.print</a:t>
            </a:r>
            <a:r>
              <a:rPr lang="ko-KR" altLang="en-US" sz="1300" dirty="0"/>
              <a:t>("\</a:t>
            </a:r>
            <a:r>
              <a:rPr lang="ko-KR" altLang="en-US" sz="1300" dirty="0" err="1"/>
              <a:t>t</a:t>
            </a:r>
            <a:r>
              <a:rPr lang="ko-KR" altLang="en-US" sz="1300" dirty="0"/>
              <a:t>&lt;DIR&gt;\</a:t>
            </a:r>
            <a:r>
              <a:rPr lang="ko-KR" altLang="en-US" sz="1300" dirty="0" err="1"/>
              <a:t>t</a:t>
            </a:r>
            <a:r>
              <a:rPr lang="ko-KR" altLang="en-US" sz="1300" dirty="0"/>
              <a:t>\</a:t>
            </a:r>
            <a:r>
              <a:rPr lang="ko-KR" altLang="en-US" sz="1300" dirty="0" err="1"/>
              <a:t>t</a:t>
            </a:r>
            <a:r>
              <a:rPr lang="ko-KR" altLang="en-US" sz="1300" dirty="0"/>
              <a:t>\</a:t>
            </a:r>
            <a:r>
              <a:rPr lang="ko-KR" altLang="en-US" sz="1300" dirty="0" err="1"/>
              <a:t>t</a:t>
            </a:r>
            <a:r>
              <a:rPr lang="ko-KR" altLang="en-US" sz="1300" dirty="0"/>
              <a:t>" + </a:t>
            </a:r>
            <a:r>
              <a:rPr lang="ko-KR" altLang="en-US" sz="1300" dirty="0" err="1"/>
              <a:t>file.getName</a:t>
            </a:r>
            <a:r>
              <a:rPr lang="ko-KR" altLang="en-US" sz="1300" dirty="0"/>
              <a:t>());</a:t>
            </a:r>
          </a:p>
          <a:p>
            <a:r>
              <a:rPr lang="ko-KR" altLang="en-US" sz="1300" dirty="0"/>
              <a:t>            } </a:t>
            </a:r>
            <a:r>
              <a:rPr lang="ko-KR" altLang="en-US" sz="1300" dirty="0" err="1"/>
              <a:t>else</a:t>
            </a:r>
            <a:r>
              <a:rPr lang="ko-KR" altLang="en-US" sz="1300" dirty="0"/>
              <a:t> {</a:t>
            </a:r>
          </a:p>
          <a:p>
            <a:r>
              <a:rPr lang="ko-KR" altLang="en-US" sz="1300" dirty="0"/>
              <a:t>                // 파일일 경우</a:t>
            </a:r>
          </a:p>
          <a:p>
            <a:r>
              <a:rPr lang="ko-KR" altLang="en-US" sz="1300" dirty="0"/>
              <a:t>                </a:t>
            </a:r>
            <a:r>
              <a:rPr lang="ko-KR" altLang="en-US" sz="1300" dirty="0" err="1"/>
              <a:t>System.out.print</a:t>
            </a:r>
            <a:r>
              <a:rPr lang="ko-KR" altLang="en-US" sz="1300" dirty="0"/>
              <a:t>("\</a:t>
            </a:r>
            <a:r>
              <a:rPr lang="ko-KR" altLang="en-US" sz="1300" dirty="0" err="1"/>
              <a:t>t</a:t>
            </a:r>
            <a:r>
              <a:rPr lang="ko-KR" altLang="en-US" sz="1300" dirty="0"/>
              <a:t>\</a:t>
            </a:r>
            <a:r>
              <a:rPr lang="ko-KR" altLang="en-US" sz="1300" dirty="0" err="1"/>
              <a:t>t</a:t>
            </a:r>
            <a:r>
              <a:rPr lang="ko-KR" altLang="en-US" sz="1300" dirty="0"/>
              <a:t>\</a:t>
            </a:r>
            <a:r>
              <a:rPr lang="ko-KR" altLang="en-US" sz="1300" dirty="0" err="1"/>
              <a:t>t</a:t>
            </a:r>
            <a:r>
              <a:rPr lang="ko-KR" altLang="en-US" sz="1300" dirty="0"/>
              <a:t>" + </a:t>
            </a:r>
            <a:r>
              <a:rPr lang="ko-KR" altLang="en-US" sz="1300" dirty="0" err="1"/>
              <a:t>file.length</a:t>
            </a:r>
            <a:r>
              <a:rPr lang="ko-KR" altLang="en-US" sz="1300" dirty="0"/>
              <a:t>() + "\</a:t>
            </a:r>
            <a:r>
              <a:rPr lang="ko-KR" altLang="en-US" sz="1300" dirty="0" err="1"/>
              <a:t>t</a:t>
            </a:r>
            <a:r>
              <a:rPr lang="ko-KR" altLang="en-US" sz="1300" dirty="0"/>
              <a:t>" + </a:t>
            </a:r>
            <a:r>
              <a:rPr lang="ko-KR" altLang="en-US" sz="1300" dirty="0" err="1"/>
              <a:t>file.getName</a:t>
            </a:r>
            <a:r>
              <a:rPr lang="ko-KR" altLang="en-US" sz="1300" dirty="0"/>
              <a:t>());</a:t>
            </a:r>
          </a:p>
          <a:p>
            <a:r>
              <a:rPr lang="ko-KR" altLang="en-US" sz="1300" dirty="0"/>
              <a:t>            }</a:t>
            </a:r>
          </a:p>
          <a:p>
            <a:r>
              <a:rPr lang="ko-KR" altLang="en-US" sz="1300" dirty="0"/>
              <a:t>            </a:t>
            </a:r>
            <a:r>
              <a:rPr lang="ko-KR" altLang="en-US" sz="1300" dirty="0" err="1"/>
              <a:t>System.out.println</a:t>
            </a:r>
            <a:r>
              <a:rPr lang="ko-KR" altLang="en-US" sz="1300" dirty="0"/>
              <a:t>();</a:t>
            </a:r>
          </a:p>
          <a:p>
            <a:r>
              <a:rPr lang="ko-KR" altLang="en-US" sz="1300" dirty="0"/>
              <a:t>        }</a:t>
            </a:r>
          </a:p>
          <a:p>
            <a:r>
              <a:rPr lang="ko-KR" altLang="en-US" sz="1300" dirty="0"/>
              <a:t>    }</a:t>
            </a:r>
          </a:p>
          <a:p>
            <a:r>
              <a:rPr lang="ko-KR" altLang="en-US" sz="1300" dirty="0"/>
              <a:t>}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0D955B7-DB1D-849A-8242-C300820AB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575" y="5400675"/>
            <a:ext cx="4543425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48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6316</Words>
  <Application>Microsoft Office PowerPoint</Application>
  <PresentationFormat>와이드스크린</PresentationFormat>
  <Paragraphs>893</Paragraphs>
  <Slides>34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38" baseType="lpstr">
      <vt:lpstr>맑은 고딕</vt:lpstr>
      <vt:lpstr>Arial</vt:lpstr>
      <vt:lpstr>Wingdings</vt:lpstr>
      <vt:lpstr>Office 테마</vt:lpstr>
      <vt:lpstr>입출력 스트림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노찬희</dc:creator>
  <cp:lastModifiedBy>노찬희</cp:lastModifiedBy>
  <cp:revision>15</cp:revision>
  <dcterms:created xsi:type="dcterms:W3CDTF">2024-11-16T10:25:19Z</dcterms:created>
  <dcterms:modified xsi:type="dcterms:W3CDTF">2024-12-22T02:41:29Z</dcterms:modified>
</cp:coreProperties>
</file>