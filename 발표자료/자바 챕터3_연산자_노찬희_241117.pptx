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F3A583-1EC8-49E3-813A-BFE5A29BEAE1}" type="datetimeFigureOut">
              <a:rPr lang="ko-KR" altLang="en-US" smtClean="0"/>
              <a:t>2024-11-16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25CA3D-E21D-4686-97FF-31936341A6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932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5CA3D-E21D-4686-97FF-31936341A6D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310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A95239-5CF3-0163-4E77-E0461FDBED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A31259-BD30-935B-D387-45B3E31CC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3B1B8A-95EC-EFA9-2920-F63B2B794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867E84-F464-7617-2A4F-F6CB0B59B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798FA4-C784-B71C-1800-E7643231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207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845901-A360-9685-C9D0-142CCDAAE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AC0030-103B-F0B2-93BB-09A79E01C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28B7FC-CFE9-A1B1-61A3-F690FB838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9E0150-4E12-697A-4C86-B3AB0DC6C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5CCAB7-DF93-BE29-9512-E931DEC4F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298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83D85-5E19-97F2-3064-601817BE8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769AC2-8D3A-E503-0482-84BE500F2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72415A-9B8A-1649-C3DB-B58BBFADC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6FC505-307D-710D-9B2D-8CD38D4C5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3321C3-40EB-C385-F7BC-33EDC2F9D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921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528D41-6C2A-BB83-569C-9F7D19BDB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94FD90-E620-EBF8-5ABA-7933243C65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9E51A9-2C81-17B9-B136-1C00D6A29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3AE586-D237-B216-A46C-449CFC72F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1630C6-7555-6475-8C0D-1D67E0BAD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3BA23D-2DDE-3FBF-2D07-2F703F8C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205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D3E44-57FE-E878-C3F0-147004A67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87131D-3D2B-012E-A66A-8E30E2C96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805DF5-0FA8-8FFD-652A-4F33E38C3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3DBA8AD-906A-39ED-3BB7-936A94C385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35706EB-24D1-CC6F-9DC1-9DFF86CE7E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B27AF02-54A9-DB68-4741-6CDD9D48F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2024-11-16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37EAC82-DBD9-3C65-8485-01FAEC07C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875241-56BC-92B7-7AC9-8908C8B06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097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70CEC6-0EEB-F7D8-36FB-4CC361E9D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AE1C994-75C3-F586-18DE-655E1E330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2024-11-16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C1E02ED-170A-9378-D809-F1E89D2E1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AB6E09-B1CE-D992-28A9-996C95F7E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3462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E4D4D0-30C2-1A42-7BFD-1FCA28A8E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2024-11-16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1FF2AF-E9CE-7DFF-5AB8-DE9CAA593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AE1EF6-009E-CE70-1756-A209BB24C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5120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17FCAC-EDB7-E9D5-ACAE-6AF29CD04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512EA7-D4FB-75D4-59FD-A5BC9D611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4957F2-9394-A780-CD79-49FA95621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FB6710-7882-05E9-DCB6-7A9000DF2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7288B3-2C9D-FB46-0008-809686080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2C2E2B-662C-8684-8B5B-5A9887E37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022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E97221-A3FD-730E-D90A-5379E3100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B98F2B0-6718-BABD-16A1-3EB697FB5A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66ACBD-FC1B-641F-5CC6-7756D2C29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54DB35-05A7-D287-0E02-E2FD660D8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48E70F-9E5A-C63A-CFFD-86F3F05AD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1C41B3-2B05-16A1-4C36-8851832D3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246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776D03-4244-CDB4-A0AA-6EC97D300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9DE395-258F-131A-3FCC-3D6C79B51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AB054D-722A-59C1-7F26-0E4C5550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C49381-C005-307D-0F92-EB858DFDD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1F4D8C-6A57-4311-1EE8-A9FD58E15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929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1A65F19-A2F8-5263-A730-DB27A39D38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B4B96C3-41E6-B4B6-F577-19B3AFBC3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920CEF-7883-1C42-98F3-FAF3D0EB0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ABB99E-F997-25BB-1DDC-CA167E4A7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7C83B0-6BCA-922E-441D-02F2FBE12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41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F1C1FB-C942-1B7F-03B1-F1EBC277F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B46AF7-8D50-FA89-32E4-80BDD3046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FF720A-8206-2226-991F-692E888E52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C0DED9-6D52-4114-887A-5B887536C1D4}" type="datetimeFigureOut">
              <a:rPr lang="ko-KR" altLang="en-US" smtClean="0"/>
              <a:t>2024-11-16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208A6F-441C-48ED-B698-20ABF185A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0F683-D894-398B-528C-A86652958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387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F0C12-5D4E-6E9B-D505-E45EE68426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연산자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4ABD2CA-D85E-35E0-EF91-C329042963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노찬희</a:t>
            </a:r>
          </a:p>
        </p:txBody>
      </p:sp>
    </p:spTree>
    <p:extLst>
      <p:ext uri="{BB962C8B-B14F-4D97-AF65-F5344CB8AC3E}">
        <p14:creationId xmlns:p14="http://schemas.microsoft.com/office/powerpoint/2010/main" val="758356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19EE5B-A781-399B-FE3E-668C18E60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연산의 종류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int result = x + y;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boolean</a:t>
            </a:r>
            <a:r>
              <a:rPr lang="en-US" altLang="ko-KR" sz="1400" dirty="0"/>
              <a:t> result = (</a:t>
            </a:r>
            <a:r>
              <a:rPr lang="en-US" altLang="ko-KR" sz="1400" dirty="0" err="1"/>
              <a:t>x+y</a:t>
            </a:r>
            <a:r>
              <a:rPr lang="en-US" altLang="ko-KR" sz="1400" dirty="0"/>
              <a:t>) &lt; 5;</a:t>
            </a:r>
          </a:p>
          <a:p>
            <a:pPr marL="0" indent="0">
              <a:buNone/>
            </a:pPr>
            <a:r>
              <a:rPr lang="en-US" altLang="ko-KR" sz="1400" dirty="0"/>
              <a:t>//</a:t>
            </a:r>
            <a:r>
              <a:rPr lang="ko-KR" altLang="en-US" sz="1400" dirty="0"/>
              <a:t>연산식의 다른 연산자의 피연산자 위치에 올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//</a:t>
            </a:r>
            <a:r>
              <a:rPr lang="en-US" altLang="ko-KR" sz="1400" dirty="0" err="1"/>
              <a:t>x+y</a:t>
            </a:r>
            <a:r>
              <a:rPr lang="ko-KR" altLang="en-US" sz="1400" dirty="0"/>
              <a:t>의 변수 값을 더하고 </a:t>
            </a:r>
            <a:r>
              <a:rPr lang="en-US" altLang="ko-KR" sz="1400" dirty="0"/>
              <a:t>5</a:t>
            </a:r>
            <a:r>
              <a:rPr lang="ko-KR" altLang="en-US" sz="1400" dirty="0"/>
              <a:t>보다 </a:t>
            </a:r>
            <a:r>
              <a:rPr lang="ko-KR" altLang="en-US" sz="1400" dirty="0" err="1"/>
              <a:t>작은지</a:t>
            </a:r>
            <a:r>
              <a:rPr lang="ko-KR" altLang="en-US" sz="1400" dirty="0"/>
              <a:t> 검사한 후에 결과값을 </a:t>
            </a:r>
            <a:r>
              <a:rPr lang="en-US" altLang="ko-KR" sz="1400" dirty="0"/>
              <a:t>result</a:t>
            </a:r>
            <a:r>
              <a:rPr lang="ko-KR" altLang="en-US" sz="1400" dirty="0"/>
              <a:t>에 저장한다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CD8C3D3-851C-864D-2920-4BC41AABC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998" y="280563"/>
            <a:ext cx="8824004" cy="383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757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152D4-17E4-2814-4382-6C7EE8C36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AC985C-4AAB-B569-0E51-9238FD9FD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연산자의 방향과 우선순위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일반 산술 연산식에서는 덧셈과 뺄셈보다 곱셈과 나눗셈이 우선 처리된다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ex) 100 * 2 / 4 + 5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200 / 4 + 5  50 + 5  55</a:t>
            </a: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1400" dirty="0">
                <a:sym typeface="Wingdings" panose="05000000000000000000" pitchFamily="2" charset="2"/>
              </a:rPr>
              <a:t>하지만 계산식이 복잡한 경우에는 연산자의 우선순위를 생각하기 힘들다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1400" dirty="0">
                <a:sym typeface="Wingdings" panose="05000000000000000000" pitchFamily="2" charset="2"/>
              </a:rPr>
              <a:t>따라서 괄호</a:t>
            </a:r>
            <a:r>
              <a:rPr lang="en-US" altLang="ko-KR" sz="1400" dirty="0">
                <a:sym typeface="Wingdings" panose="05000000000000000000" pitchFamily="2" charset="2"/>
              </a:rPr>
              <a:t>()</a:t>
            </a:r>
            <a:r>
              <a:rPr lang="ko-KR" altLang="en-US" sz="1400" dirty="0">
                <a:sym typeface="Wingdings" panose="05000000000000000000" pitchFamily="2" charset="2"/>
              </a:rPr>
              <a:t>를 통해 우선순위를 정할 수 있다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ex)</a:t>
            </a:r>
          </a:p>
          <a:p>
            <a:pPr marL="0" indent="0">
              <a:buNone/>
            </a:pPr>
            <a:r>
              <a:rPr lang="es-ES" altLang="ko-KR" sz="3200" dirty="0">
                <a:sym typeface="Wingdings" panose="05000000000000000000" pitchFamily="2" charset="2"/>
              </a:rPr>
              <a:t>((x2 - x1)**2 + (y2 - y1)**2)**0.5 </a:t>
            </a:r>
            <a:endParaRPr lang="en-US" altLang="ko-KR" sz="32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40789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E4407-CF3B-22BE-486D-BC04BD726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22339A-3FD7-2B47-8BD3-1EB500A08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연산자의 종류 </a:t>
            </a:r>
            <a:r>
              <a:rPr lang="en-US" altLang="ko-KR" sz="1400" b="1" dirty="0"/>
              <a:t>– </a:t>
            </a:r>
            <a:r>
              <a:rPr lang="ko-KR" altLang="en-US" sz="1400" b="1" dirty="0" err="1"/>
              <a:t>단항</a:t>
            </a:r>
            <a:r>
              <a:rPr lang="ko-KR" altLang="en-US" sz="1400" b="1" dirty="0"/>
              <a:t> 연산자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 err="1"/>
              <a:t>단항</a:t>
            </a:r>
            <a:r>
              <a:rPr lang="ko-KR" altLang="en-US" sz="1400" dirty="0"/>
              <a:t> 연산자</a:t>
            </a:r>
            <a:r>
              <a:rPr lang="en-US" altLang="ko-KR" sz="1400" dirty="0"/>
              <a:t>:</a:t>
            </a:r>
          </a:p>
          <a:p>
            <a:pPr marL="0" indent="0">
              <a:buNone/>
            </a:pPr>
            <a:r>
              <a:rPr lang="ko-KR" altLang="en-US" sz="1400" dirty="0"/>
              <a:t>피연산자가 단 하나뿐인 연산자를 말한다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부호 연산자</a:t>
            </a:r>
            <a:r>
              <a:rPr lang="en-US" altLang="ko-KR" sz="1400" dirty="0"/>
              <a:t>:</a:t>
            </a:r>
          </a:p>
          <a:p>
            <a:pPr marL="0" indent="0">
              <a:buNone/>
            </a:pPr>
            <a:r>
              <a:rPr lang="ko-KR" altLang="en-US" sz="1400" dirty="0"/>
              <a:t>부호 연산자는 양수 및 음수를 표시하는 연산자이다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ex) </a:t>
            </a:r>
          </a:p>
          <a:p>
            <a:pPr marL="0" indent="0">
              <a:buNone/>
            </a:pPr>
            <a:r>
              <a:rPr lang="en-US" altLang="ko-KR" sz="1400" dirty="0"/>
              <a:t>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+5;</a:t>
            </a:r>
          </a:p>
          <a:p>
            <a:pPr marL="0" indent="0">
              <a:buNone/>
            </a:pPr>
            <a:r>
              <a:rPr lang="en-US" altLang="ko-KR" sz="1400" dirty="0"/>
              <a:t>double k = -5.5;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//</a:t>
            </a:r>
            <a:r>
              <a:rPr lang="ko-KR" altLang="en-US" sz="1400" dirty="0"/>
              <a:t>부호 연산자는 정수나 실수 변수 앞에 붙일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int x = -100</a:t>
            </a:r>
          </a:p>
          <a:p>
            <a:pPr marL="0" indent="0">
              <a:buNone/>
            </a:pPr>
            <a:r>
              <a:rPr lang="en-US" altLang="ko-KR" sz="1400" dirty="0"/>
              <a:t>int result = +x;</a:t>
            </a:r>
          </a:p>
          <a:p>
            <a:pPr marL="0" indent="0">
              <a:buNone/>
            </a:pPr>
            <a:r>
              <a:rPr lang="en-US" altLang="ko-KR" sz="1400" dirty="0"/>
              <a:t>int result2 = -x;</a:t>
            </a:r>
            <a:r>
              <a:rPr lang="ko-KR" altLang="en-US" sz="1400" dirty="0" err="1"/>
              <a:t>일때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result</a:t>
            </a:r>
            <a:r>
              <a:rPr lang="ko-KR" altLang="en-US" sz="1400" dirty="0"/>
              <a:t>의 값은 </a:t>
            </a:r>
            <a:r>
              <a:rPr lang="en-US" altLang="ko-KR" sz="1400" dirty="0"/>
              <a:t>-100</a:t>
            </a:r>
            <a:r>
              <a:rPr lang="ko-KR" altLang="en-US" sz="1400" dirty="0"/>
              <a:t>이 되고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result2</a:t>
            </a:r>
            <a:r>
              <a:rPr lang="ko-KR" altLang="en-US" sz="1400" dirty="0"/>
              <a:t>의 값은 </a:t>
            </a:r>
            <a:r>
              <a:rPr lang="en-US" altLang="ko-KR" sz="1400" dirty="0"/>
              <a:t>100</a:t>
            </a:r>
            <a:r>
              <a:rPr lang="ko-KR" altLang="en-US" sz="1400" dirty="0"/>
              <a:t>이 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9B7219-4E07-752F-77B7-2A4680F6B284}"/>
              </a:ext>
            </a:extLst>
          </p:cNvPr>
          <p:cNvSpPr txBox="1"/>
          <p:nvPr/>
        </p:nvSpPr>
        <p:spPr>
          <a:xfrm>
            <a:off x="5260063" y="4544033"/>
            <a:ext cx="73151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하지만 다음과 같은 경우는 컴파일 에러가 발생한다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byte b = 100;</a:t>
            </a:r>
          </a:p>
          <a:p>
            <a:endParaRPr lang="en-US" altLang="ko-KR" dirty="0"/>
          </a:p>
          <a:p>
            <a:r>
              <a:rPr lang="en-US" altLang="ko-KR" dirty="0"/>
              <a:t>byte result = -b;</a:t>
            </a:r>
          </a:p>
          <a:p>
            <a:r>
              <a:rPr lang="en-US" altLang="ko-KR" dirty="0"/>
              <a:t>//</a:t>
            </a:r>
            <a:r>
              <a:rPr lang="ko-KR" altLang="en-US" dirty="0"/>
              <a:t>부호 연산의 결과는 </a:t>
            </a:r>
            <a:r>
              <a:rPr lang="en-US" altLang="ko-KR" dirty="0"/>
              <a:t>int</a:t>
            </a:r>
            <a:r>
              <a:rPr lang="ko-KR" altLang="en-US" dirty="0"/>
              <a:t>타입이므로 </a:t>
            </a:r>
            <a:r>
              <a:rPr lang="en-US" altLang="ko-KR" dirty="0"/>
              <a:t>int </a:t>
            </a:r>
            <a:r>
              <a:rPr lang="ko-KR" altLang="en-US" dirty="0"/>
              <a:t>타입 변수에 </a:t>
            </a:r>
            <a:r>
              <a:rPr lang="ko-KR" altLang="en-US" dirty="0" err="1"/>
              <a:t>저장해야된다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1467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A1C19-CBB1-1859-084F-764686CDE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4F8D54-D7C4-52FD-CBD7-1C8BB64AF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ko-KR" altLang="en-US" sz="1400" b="1" dirty="0"/>
              <a:t>연산자의 종류 </a:t>
            </a:r>
            <a:r>
              <a:rPr lang="en-US" altLang="ko-KR" sz="1400" b="1" dirty="0"/>
              <a:t>– </a:t>
            </a:r>
            <a:r>
              <a:rPr lang="ko-KR" altLang="en-US" sz="1400" b="1" dirty="0" err="1"/>
              <a:t>단항</a:t>
            </a:r>
            <a:r>
              <a:rPr lang="ko-KR" altLang="en-US" sz="1400" b="1" dirty="0"/>
              <a:t> 연산자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SignOperatorExample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변수 </a:t>
            </a:r>
            <a:r>
              <a:rPr lang="en-US" altLang="ko-KR" sz="1400" dirty="0"/>
              <a:t>x</a:t>
            </a:r>
            <a:r>
              <a:rPr lang="ko-KR" altLang="en-US" sz="1400" dirty="0"/>
              <a:t>를 선언하고 </a:t>
            </a:r>
            <a:r>
              <a:rPr lang="en-US" altLang="ko-KR" sz="1400" dirty="0"/>
              <a:t>-100</a:t>
            </a:r>
            <a:r>
              <a:rPr lang="ko-KR" altLang="en-US" sz="1400" dirty="0"/>
              <a:t>으로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x = -100;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부호 연산자 </a:t>
            </a:r>
            <a:r>
              <a:rPr lang="en-US" altLang="ko-KR" sz="1400" dirty="0"/>
              <a:t>'+'</a:t>
            </a:r>
            <a:r>
              <a:rPr lang="ko-KR" altLang="en-US" sz="1400" dirty="0"/>
              <a:t>를 적용하여 </a:t>
            </a:r>
            <a:r>
              <a:rPr lang="en-US" altLang="ko-KR" sz="1400" dirty="0"/>
              <a:t>x </a:t>
            </a:r>
            <a:r>
              <a:rPr lang="ko-KR" altLang="en-US" sz="1400" dirty="0"/>
              <a:t>값을 그대로 유지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result1 = +x;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부호 연산자 </a:t>
            </a:r>
            <a:r>
              <a:rPr lang="en-US" altLang="ko-KR" sz="1400" dirty="0"/>
              <a:t>'-'</a:t>
            </a:r>
            <a:r>
              <a:rPr lang="ko-KR" altLang="en-US" sz="1400" dirty="0"/>
              <a:t>를 적용하여 </a:t>
            </a:r>
            <a:r>
              <a:rPr lang="en-US" altLang="ko-KR" sz="1400" dirty="0"/>
              <a:t>x </a:t>
            </a:r>
            <a:r>
              <a:rPr lang="ko-KR" altLang="en-US" sz="1400" dirty="0"/>
              <a:t>값을 음수에서 양수로 변환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result2 = -x;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결과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("result1=" + result1); // result1</a:t>
            </a:r>
            <a:r>
              <a:rPr lang="ko-KR" altLang="en-US" sz="1400" dirty="0"/>
              <a:t>은 </a:t>
            </a:r>
            <a:r>
              <a:rPr lang="en-US" altLang="ko-KR" sz="1400" dirty="0"/>
              <a:t>-100 </a:t>
            </a:r>
            <a:r>
              <a:rPr lang="ko-KR" altLang="en-US" sz="1400" dirty="0"/>
              <a:t>그대로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("result2=" + result2); // result2</a:t>
            </a:r>
            <a:r>
              <a:rPr lang="ko-KR" altLang="en-US" sz="1400" dirty="0"/>
              <a:t>는 </a:t>
            </a:r>
            <a:r>
              <a:rPr lang="en-US" altLang="ko-KR" sz="1400" dirty="0"/>
              <a:t>100 </a:t>
            </a:r>
            <a:r>
              <a:rPr lang="ko-KR" altLang="en-US" sz="1400" dirty="0"/>
              <a:t>출력 </a:t>
            </a:r>
            <a:r>
              <a:rPr lang="en-US" altLang="ko-KR" sz="1400" dirty="0"/>
              <a:t>(x</a:t>
            </a:r>
            <a:r>
              <a:rPr lang="ko-KR" altLang="en-US" sz="1400" dirty="0"/>
              <a:t>의 음수 값을 양수로 변환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byte </a:t>
            </a:r>
            <a:r>
              <a:rPr lang="ko-KR" altLang="en-US" sz="1400" dirty="0"/>
              <a:t>타입 변수 </a:t>
            </a:r>
            <a:r>
              <a:rPr lang="en-US" altLang="ko-KR" sz="1400" dirty="0"/>
              <a:t>b</a:t>
            </a:r>
            <a:r>
              <a:rPr lang="ko-KR" altLang="en-US" sz="1400" dirty="0"/>
              <a:t>를 선언하고 </a:t>
            </a:r>
            <a:r>
              <a:rPr lang="en-US" altLang="ko-KR" sz="1400" dirty="0"/>
              <a:t>100</a:t>
            </a:r>
            <a:r>
              <a:rPr lang="ko-KR" altLang="en-US" sz="1400" dirty="0"/>
              <a:t>으로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byte b = 100;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부호 연산자를 사용할 때 결과가 </a:t>
            </a:r>
            <a:r>
              <a:rPr lang="en-US" altLang="ko-KR" sz="1400" dirty="0"/>
              <a:t>int </a:t>
            </a:r>
            <a:r>
              <a:rPr lang="ko-KR" altLang="en-US" sz="1400" dirty="0"/>
              <a:t>타입으로 변환됨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byte </a:t>
            </a:r>
            <a:r>
              <a:rPr lang="ko-KR" altLang="en-US" sz="1400" dirty="0"/>
              <a:t>타입에서는 음수 부호 연산을 사용할 수 없으므로 컴파일 에러 발생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byte result3 = -b; // </a:t>
            </a:r>
            <a:r>
              <a:rPr lang="ko-KR" altLang="en-US" sz="1400" dirty="0"/>
              <a:t>컴파일 에러 발생 코드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result3 = -b; // </a:t>
            </a:r>
            <a:r>
              <a:rPr lang="ko-KR" altLang="en-US" sz="1400" dirty="0"/>
              <a:t>올바르게 처리된 코드 </a:t>
            </a:r>
            <a:r>
              <a:rPr lang="en-US" altLang="ko-KR" sz="1400" dirty="0"/>
              <a:t>(b</a:t>
            </a:r>
            <a:r>
              <a:rPr lang="ko-KR" altLang="en-US" sz="1400" dirty="0"/>
              <a:t>를 </a:t>
            </a:r>
            <a:r>
              <a:rPr lang="en-US" altLang="ko-KR" sz="1400" dirty="0"/>
              <a:t>int</a:t>
            </a:r>
            <a:r>
              <a:rPr lang="ko-KR" altLang="en-US" sz="1400" dirty="0"/>
              <a:t>로 변환 후 음수 부호 연산 수행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결과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("result3=" + result3); // result3</a:t>
            </a:r>
            <a:r>
              <a:rPr lang="ko-KR" altLang="en-US" sz="1400" dirty="0"/>
              <a:t>는 </a:t>
            </a:r>
            <a:r>
              <a:rPr lang="en-US" altLang="ko-KR" sz="1400" dirty="0"/>
              <a:t>-100 </a:t>
            </a:r>
            <a:r>
              <a:rPr lang="ko-KR" altLang="en-US" sz="1400" dirty="0"/>
              <a:t>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86B5A7F-6E12-4704-E893-407F0CCAD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254" y="2605299"/>
            <a:ext cx="2170693" cy="164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549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42754-3F68-8555-93EB-22AAD9A2C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7214B9-8E94-2907-3144-E08FBD4A7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연산자의 종류 </a:t>
            </a:r>
            <a:r>
              <a:rPr lang="en-US" altLang="ko-KR" sz="1400" b="1" dirty="0"/>
              <a:t>– </a:t>
            </a:r>
            <a:r>
              <a:rPr lang="ko-KR" altLang="en-US" sz="1400" b="1" dirty="0" err="1"/>
              <a:t>단항</a:t>
            </a:r>
            <a:r>
              <a:rPr lang="ko-KR" altLang="en-US" sz="1400" b="1" dirty="0"/>
              <a:t> 연산자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증감 연산자</a:t>
            </a:r>
            <a:r>
              <a:rPr lang="en-US" altLang="ko-KR" sz="1400" dirty="0"/>
              <a:t>:</a:t>
            </a:r>
          </a:p>
          <a:p>
            <a:pPr marL="0" indent="0">
              <a:buNone/>
            </a:pPr>
            <a:r>
              <a:rPr lang="ko-KR" altLang="en-US" sz="1400" dirty="0"/>
              <a:t>증감 연산자는 변수의 값을 </a:t>
            </a:r>
            <a:r>
              <a:rPr lang="en-US" altLang="ko-KR" sz="1400" dirty="0"/>
              <a:t>1 </a:t>
            </a:r>
            <a:r>
              <a:rPr lang="ko-KR" altLang="en-US" sz="1400" dirty="0"/>
              <a:t>증가시키거나 </a:t>
            </a:r>
            <a:r>
              <a:rPr lang="en-US" altLang="ko-KR" sz="1400" dirty="0"/>
              <a:t>1</a:t>
            </a:r>
            <a:r>
              <a:rPr lang="ko-KR" altLang="en-US" sz="1400" dirty="0"/>
              <a:t>감소 시키는 연산자를 말한다</a:t>
            </a:r>
            <a:r>
              <a:rPr lang="en-US" altLang="ko-KR" sz="1400" dirty="0"/>
              <a:t>. </a:t>
            </a:r>
          </a:p>
          <a:p>
            <a:pPr marL="0" indent="0">
              <a:buNone/>
            </a:pPr>
            <a:r>
              <a:rPr lang="en-US" altLang="ko-KR" sz="1400" dirty="0" err="1"/>
              <a:t>boolean</a:t>
            </a:r>
            <a:r>
              <a:rPr lang="ko-KR" altLang="en-US" sz="1400" dirty="0"/>
              <a:t>타입을 제외한 모든 기본 타입의 피연산자에 사용할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++a //</a:t>
            </a:r>
            <a:r>
              <a:rPr lang="ko-KR" altLang="en-US" sz="1400" dirty="0"/>
              <a:t>다른 연산을 수행하기 전에 </a:t>
            </a:r>
            <a:r>
              <a:rPr lang="en-US" altLang="ko-KR" sz="1400" dirty="0"/>
              <a:t>a</a:t>
            </a:r>
            <a:r>
              <a:rPr lang="ko-KR" altLang="en-US" sz="1400" dirty="0"/>
              <a:t>의 값을 </a:t>
            </a:r>
            <a:r>
              <a:rPr lang="en-US" altLang="ko-KR" sz="1400" dirty="0"/>
              <a:t>1 </a:t>
            </a:r>
            <a:r>
              <a:rPr lang="ko-KR" altLang="en-US" sz="1400" dirty="0"/>
              <a:t>증가시킴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--a //</a:t>
            </a:r>
            <a:r>
              <a:rPr lang="ko-KR" altLang="en-US" sz="1400" dirty="0"/>
              <a:t>다른 연산을 수행하기 전에 </a:t>
            </a:r>
            <a:r>
              <a:rPr lang="en-US" altLang="ko-KR" sz="1400" dirty="0"/>
              <a:t>a</a:t>
            </a:r>
            <a:r>
              <a:rPr lang="ko-KR" altLang="en-US" sz="1400" dirty="0"/>
              <a:t>의 값을 </a:t>
            </a:r>
            <a:r>
              <a:rPr lang="en-US" altLang="ko-KR" sz="1400" dirty="0"/>
              <a:t>1 </a:t>
            </a:r>
            <a:r>
              <a:rPr lang="ko-KR" altLang="en-US" sz="1400" dirty="0"/>
              <a:t>감소시킴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a++ //</a:t>
            </a:r>
            <a:r>
              <a:rPr lang="ko-KR" altLang="en-US" sz="1400" dirty="0"/>
              <a:t>다른 연산을 수행한 후에 </a:t>
            </a:r>
            <a:r>
              <a:rPr lang="en-US" altLang="ko-KR" sz="1400" dirty="0"/>
              <a:t>a</a:t>
            </a:r>
            <a:r>
              <a:rPr lang="ko-KR" altLang="en-US" sz="1400" dirty="0"/>
              <a:t>의 값을 </a:t>
            </a:r>
            <a:r>
              <a:rPr lang="en-US" altLang="ko-KR" sz="1400" dirty="0"/>
              <a:t>1 </a:t>
            </a:r>
            <a:r>
              <a:rPr lang="ko-KR" altLang="en-US" sz="1400" dirty="0"/>
              <a:t>증가시킴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a-- //</a:t>
            </a:r>
            <a:r>
              <a:rPr lang="ko-KR" altLang="en-US" sz="1400" dirty="0"/>
              <a:t>다른 연산을 수행한 후에 </a:t>
            </a:r>
            <a:r>
              <a:rPr lang="en-US" altLang="ko-KR" sz="1400" dirty="0"/>
              <a:t>a</a:t>
            </a:r>
            <a:r>
              <a:rPr lang="ko-KR" altLang="en-US" sz="1400" dirty="0"/>
              <a:t>의 값을 </a:t>
            </a:r>
            <a:r>
              <a:rPr lang="en-US" altLang="ko-KR" sz="1400" dirty="0"/>
              <a:t>1 </a:t>
            </a:r>
            <a:r>
              <a:rPr lang="ko-KR" altLang="en-US" sz="1400" dirty="0"/>
              <a:t>감소시킴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하지만 다른 연산자와 함께 사용된다면 증감 연산자의 위치에 따라 연산식의 결과가 다르게 나올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int x = 1;</a:t>
            </a:r>
          </a:p>
          <a:p>
            <a:pPr marL="0" indent="0">
              <a:buNone/>
            </a:pPr>
            <a:r>
              <a:rPr lang="en-US" altLang="ko-KR" sz="1400" dirty="0"/>
              <a:t>int y = 1;</a:t>
            </a:r>
          </a:p>
          <a:p>
            <a:pPr marL="0" indent="0">
              <a:buNone/>
            </a:pPr>
            <a:r>
              <a:rPr lang="en-US" altLang="ko-KR" sz="1400" dirty="0"/>
              <a:t>int result1 = ++x + 10; //12</a:t>
            </a:r>
          </a:p>
          <a:p>
            <a:pPr marL="0" indent="0">
              <a:buNone/>
            </a:pPr>
            <a:r>
              <a:rPr lang="en-US" altLang="ko-KR" sz="1400" dirty="0"/>
              <a:t>int result2 = y++ + 10; //11</a:t>
            </a:r>
          </a:p>
        </p:txBody>
      </p:sp>
    </p:spTree>
    <p:extLst>
      <p:ext uri="{BB962C8B-B14F-4D97-AF65-F5344CB8AC3E}">
        <p14:creationId xmlns:p14="http://schemas.microsoft.com/office/powerpoint/2010/main" val="743962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4B7BB-5F18-D4CD-A0D0-AAA2B4C19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C1C1CB-D5AD-5F3B-EBE4-4149691C1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IncreaseDecreaseOperatorExample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int x = 10; // </a:t>
            </a:r>
            <a:r>
              <a:rPr lang="ko-KR" altLang="en-US" sz="1400" dirty="0"/>
              <a:t>변수 </a:t>
            </a:r>
            <a:r>
              <a:rPr lang="en-US" altLang="ko-KR" sz="1400" dirty="0"/>
              <a:t>x</a:t>
            </a:r>
            <a:r>
              <a:rPr lang="ko-KR" altLang="en-US" sz="1400" dirty="0"/>
              <a:t>를 </a:t>
            </a:r>
            <a:r>
              <a:rPr lang="en-US" altLang="ko-KR" sz="1400" dirty="0"/>
              <a:t>10</a:t>
            </a:r>
            <a:r>
              <a:rPr lang="ko-KR" altLang="en-US" sz="1400" dirty="0"/>
              <a:t>으로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y = 10; // </a:t>
            </a:r>
            <a:r>
              <a:rPr lang="ko-KR" altLang="en-US" sz="1400" dirty="0"/>
              <a:t>변수 </a:t>
            </a:r>
            <a:r>
              <a:rPr lang="en-US" altLang="ko-KR" sz="1400" dirty="0"/>
              <a:t>y</a:t>
            </a:r>
            <a:r>
              <a:rPr lang="ko-KR" altLang="en-US" sz="1400" dirty="0"/>
              <a:t>를 </a:t>
            </a:r>
            <a:r>
              <a:rPr lang="en-US" altLang="ko-KR" sz="1400" dirty="0"/>
              <a:t>10</a:t>
            </a:r>
            <a:r>
              <a:rPr lang="ko-KR" altLang="en-US" sz="1400" dirty="0"/>
              <a:t>으로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z;      // </a:t>
            </a:r>
            <a:r>
              <a:rPr lang="ko-KR" altLang="en-US" sz="1400" dirty="0"/>
              <a:t>변수 </a:t>
            </a:r>
            <a:r>
              <a:rPr lang="en-US" altLang="ko-KR" sz="1400" dirty="0"/>
              <a:t>z </a:t>
            </a:r>
            <a:r>
              <a:rPr lang="ko-KR" altLang="en-US" sz="1400" dirty="0"/>
              <a:t>선언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("-----------------------");</a:t>
            </a:r>
          </a:p>
          <a:p>
            <a:pPr marL="0" indent="0">
              <a:buNone/>
            </a:pPr>
            <a:r>
              <a:rPr lang="en-US" altLang="ko-KR" sz="1400" dirty="0"/>
              <a:t>        x++; // x </a:t>
            </a:r>
            <a:r>
              <a:rPr lang="ko-KR" altLang="en-US" sz="1400" dirty="0"/>
              <a:t>값을 </a:t>
            </a:r>
            <a:r>
              <a:rPr lang="en-US" altLang="ko-KR" sz="1400" dirty="0"/>
              <a:t>1 </a:t>
            </a:r>
            <a:r>
              <a:rPr lang="ko-KR" altLang="en-US" sz="1400" dirty="0"/>
              <a:t>증가 </a:t>
            </a:r>
            <a:r>
              <a:rPr lang="en-US" altLang="ko-KR" sz="1400" dirty="0"/>
              <a:t>(</a:t>
            </a:r>
            <a:r>
              <a:rPr lang="ko-KR" altLang="en-US" sz="1400" dirty="0"/>
              <a:t>후위 증가 연산자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++x; // x </a:t>
            </a:r>
            <a:r>
              <a:rPr lang="ko-KR" altLang="en-US" sz="1400" dirty="0"/>
              <a:t>값을 </a:t>
            </a:r>
            <a:r>
              <a:rPr lang="en-US" altLang="ko-KR" sz="1400" dirty="0"/>
              <a:t>1 </a:t>
            </a:r>
            <a:r>
              <a:rPr lang="ko-KR" altLang="en-US" sz="1400" dirty="0"/>
              <a:t>증가 </a:t>
            </a:r>
            <a:r>
              <a:rPr lang="en-US" altLang="ko-KR" sz="1400" dirty="0"/>
              <a:t>(</a:t>
            </a:r>
            <a:r>
              <a:rPr lang="ko-KR" altLang="en-US" sz="1400" dirty="0"/>
              <a:t>전위 증가 연산자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("x=" + x); // x = 12 </a:t>
            </a:r>
            <a:r>
              <a:rPr lang="ko-KR" altLang="en-US" sz="1400" dirty="0"/>
              <a:t>출력        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("-----------------------");      </a:t>
            </a:r>
          </a:p>
          <a:p>
            <a:pPr marL="0" indent="0">
              <a:buNone/>
            </a:pPr>
            <a:r>
              <a:rPr lang="en-US" altLang="ko-KR" sz="1400" dirty="0"/>
              <a:t>        y--; // y </a:t>
            </a:r>
            <a:r>
              <a:rPr lang="ko-KR" altLang="en-US" sz="1400" dirty="0"/>
              <a:t>값을 </a:t>
            </a:r>
            <a:r>
              <a:rPr lang="en-US" altLang="ko-KR" sz="1400" dirty="0"/>
              <a:t>1 </a:t>
            </a:r>
            <a:r>
              <a:rPr lang="ko-KR" altLang="en-US" sz="1400" dirty="0"/>
              <a:t>감소 </a:t>
            </a:r>
            <a:r>
              <a:rPr lang="en-US" altLang="ko-KR" sz="1400" dirty="0"/>
              <a:t>(</a:t>
            </a:r>
            <a:r>
              <a:rPr lang="ko-KR" altLang="en-US" sz="1400" dirty="0"/>
              <a:t>후위 감소 연산자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--y; // y </a:t>
            </a:r>
            <a:r>
              <a:rPr lang="ko-KR" altLang="en-US" sz="1400" dirty="0"/>
              <a:t>값을 </a:t>
            </a:r>
            <a:r>
              <a:rPr lang="en-US" altLang="ko-KR" sz="1400" dirty="0"/>
              <a:t>1 </a:t>
            </a:r>
            <a:r>
              <a:rPr lang="ko-KR" altLang="en-US" sz="1400" dirty="0"/>
              <a:t>감소 </a:t>
            </a:r>
            <a:r>
              <a:rPr lang="en-US" altLang="ko-KR" sz="1400" dirty="0"/>
              <a:t>(</a:t>
            </a:r>
            <a:r>
              <a:rPr lang="ko-KR" altLang="en-US" sz="1400" dirty="0"/>
              <a:t>전위 감소 연산자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("y=" + y); // y = 8 </a:t>
            </a:r>
            <a:r>
              <a:rPr lang="ko-KR" altLang="en-US" sz="1400" dirty="0"/>
              <a:t>출력      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("-----------------------");       </a:t>
            </a:r>
          </a:p>
          <a:p>
            <a:pPr marL="0" indent="0">
              <a:buNone/>
            </a:pPr>
            <a:r>
              <a:rPr lang="en-US" altLang="ko-KR" sz="1400" dirty="0"/>
              <a:t>        z = x++; // z</a:t>
            </a:r>
            <a:r>
              <a:rPr lang="ko-KR" altLang="en-US" sz="1400" dirty="0"/>
              <a:t>에 </a:t>
            </a:r>
            <a:r>
              <a:rPr lang="en-US" altLang="ko-KR" sz="1400" dirty="0"/>
              <a:t>x </a:t>
            </a:r>
            <a:r>
              <a:rPr lang="ko-KR" altLang="en-US" sz="1400" dirty="0"/>
              <a:t>값을 대입한 후 </a:t>
            </a:r>
            <a:r>
              <a:rPr lang="en-US" altLang="ko-KR" sz="1400" dirty="0"/>
              <a:t>x</a:t>
            </a:r>
            <a:r>
              <a:rPr lang="ko-KR" altLang="en-US" sz="1400" dirty="0"/>
              <a:t>를 </a:t>
            </a:r>
            <a:r>
              <a:rPr lang="en-US" altLang="ko-KR" sz="1400" dirty="0"/>
              <a:t>1 </a:t>
            </a:r>
            <a:r>
              <a:rPr lang="ko-KR" altLang="en-US" sz="1400" dirty="0"/>
              <a:t>증가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("z=" + z); // z = 12 </a:t>
            </a:r>
            <a:r>
              <a:rPr lang="ko-KR" altLang="en-US" sz="1400" dirty="0"/>
              <a:t>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("x=" + x); // x = 13 </a:t>
            </a:r>
            <a:r>
              <a:rPr lang="ko-KR" altLang="en-US" sz="1400" dirty="0"/>
              <a:t>출력 </a:t>
            </a:r>
            <a:r>
              <a:rPr lang="en-US" altLang="ko-KR" sz="1400" dirty="0"/>
              <a:t>(x</a:t>
            </a:r>
            <a:r>
              <a:rPr lang="ko-KR" altLang="en-US" sz="1400" dirty="0"/>
              <a:t>가 </a:t>
            </a:r>
            <a:r>
              <a:rPr lang="en-US" altLang="ko-KR" sz="1400" dirty="0"/>
              <a:t>1 </a:t>
            </a:r>
            <a:r>
              <a:rPr lang="ko-KR" altLang="en-US" sz="1400" dirty="0"/>
              <a:t>증가됨</a:t>
            </a:r>
            <a:r>
              <a:rPr lang="en-US" altLang="ko-KR" sz="1400" dirty="0"/>
              <a:t>)        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("-----------------------");       </a:t>
            </a:r>
          </a:p>
          <a:p>
            <a:pPr marL="0" indent="0">
              <a:buNone/>
            </a:pPr>
            <a:r>
              <a:rPr lang="en-US" altLang="ko-KR" sz="1400" dirty="0"/>
              <a:t>        z = ++x; // x</a:t>
            </a:r>
            <a:r>
              <a:rPr lang="ko-KR" altLang="en-US" sz="1400" dirty="0"/>
              <a:t>를 </a:t>
            </a:r>
            <a:r>
              <a:rPr lang="en-US" altLang="ko-KR" sz="1400" dirty="0"/>
              <a:t>1 </a:t>
            </a:r>
            <a:r>
              <a:rPr lang="ko-KR" altLang="en-US" sz="1400" dirty="0"/>
              <a:t>증가시킨 후 </a:t>
            </a:r>
            <a:r>
              <a:rPr lang="en-US" altLang="ko-KR" sz="1400" dirty="0"/>
              <a:t>z</a:t>
            </a:r>
            <a:r>
              <a:rPr lang="ko-KR" altLang="en-US" sz="1400" dirty="0"/>
              <a:t>에 대입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("z=" + z); // z = 14 </a:t>
            </a:r>
            <a:r>
              <a:rPr lang="ko-KR" altLang="en-US" sz="1400" dirty="0"/>
              <a:t>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("x=" + x); // x = 14 </a:t>
            </a:r>
            <a:r>
              <a:rPr lang="ko-KR" altLang="en-US" sz="1400" dirty="0"/>
              <a:t>출력     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("-----------------------");        </a:t>
            </a:r>
          </a:p>
          <a:p>
            <a:pPr marL="0" indent="0">
              <a:buNone/>
            </a:pPr>
            <a:r>
              <a:rPr lang="en-US" altLang="ko-KR" sz="1400" dirty="0"/>
              <a:t>        z = ++x + y++; // x</a:t>
            </a:r>
            <a:r>
              <a:rPr lang="ko-KR" altLang="en-US" sz="1400" dirty="0"/>
              <a:t>를 </a:t>
            </a:r>
            <a:r>
              <a:rPr lang="en-US" altLang="ko-KR" sz="1400" dirty="0"/>
              <a:t>1 </a:t>
            </a:r>
            <a:r>
              <a:rPr lang="ko-KR" altLang="en-US" sz="1400" dirty="0"/>
              <a:t>증가 후 </a:t>
            </a:r>
            <a:r>
              <a:rPr lang="en-US" altLang="ko-KR" sz="1400" dirty="0"/>
              <a:t>z</a:t>
            </a:r>
            <a:r>
              <a:rPr lang="ko-KR" altLang="en-US" sz="1400" dirty="0"/>
              <a:t>에 더하고</a:t>
            </a:r>
            <a:r>
              <a:rPr lang="en-US" altLang="ko-KR" sz="1400" dirty="0"/>
              <a:t>, y</a:t>
            </a:r>
            <a:r>
              <a:rPr lang="ko-KR" altLang="en-US" sz="1400" dirty="0"/>
              <a:t>를 </a:t>
            </a:r>
            <a:r>
              <a:rPr lang="en-US" altLang="ko-KR" sz="1400" dirty="0"/>
              <a:t>z</a:t>
            </a:r>
            <a:r>
              <a:rPr lang="ko-KR" altLang="en-US" sz="1400" dirty="0"/>
              <a:t>에 더한 후 </a:t>
            </a:r>
            <a:r>
              <a:rPr lang="en-US" altLang="ko-KR" sz="1400" dirty="0"/>
              <a:t>y</a:t>
            </a:r>
            <a:r>
              <a:rPr lang="ko-KR" altLang="en-US" sz="1400" dirty="0"/>
              <a:t>를 </a:t>
            </a:r>
            <a:r>
              <a:rPr lang="en-US" altLang="ko-KR" sz="1400" dirty="0"/>
              <a:t>1 </a:t>
            </a:r>
            <a:r>
              <a:rPr lang="ko-KR" altLang="en-US" sz="1400" dirty="0"/>
              <a:t>증가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("z=" + z); // z = 15(x) + 8(y) = 23 </a:t>
            </a:r>
            <a:r>
              <a:rPr lang="ko-KR" altLang="en-US" sz="1400" dirty="0"/>
              <a:t>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("x=" + x); // x = 15 </a:t>
            </a:r>
            <a:r>
              <a:rPr lang="ko-KR" altLang="en-US" sz="1400" dirty="0"/>
              <a:t>출력 </a:t>
            </a:r>
            <a:r>
              <a:rPr lang="en-US" altLang="ko-KR" sz="1400" dirty="0"/>
              <a:t>(1 </a:t>
            </a:r>
            <a:r>
              <a:rPr lang="ko-KR" altLang="en-US" sz="1400" dirty="0"/>
              <a:t>증가됨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("y=" + y); // y = 9 </a:t>
            </a:r>
            <a:r>
              <a:rPr lang="ko-KR" altLang="en-US" sz="1400" dirty="0"/>
              <a:t>출력 </a:t>
            </a:r>
            <a:r>
              <a:rPr lang="en-US" altLang="ko-KR" sz="1400" dirty="0"/>
              <a:t>(1 </a:t>
            </a:r>
            <a:r>
              <a:rPr lang="ko-KR" altLang="en-US" sz="1400" dirty="0"/>
              <a:t>증가됨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EB53248-5FB4-05C0-B3EA-E5B1518AA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491" y="1145922"/>
            <a:ext cx="2949261" cy="395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902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58077-9AB8-0B23-EE91-07CFFB616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54C710-51E6-ACE4-C85F-C50130160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sz="1400" b="1" dirty="0"/>
              <a:t>연산자의 종류 </a:t>
            </a:r>
            <a:r>
              <a:rPr lang="en-US" altLang="ko-KR" sz="1400" b="1" dirty="0"/>
              <a:t>– </a:t>
            </a:r>
            <a:r>
              <a:rPr lang="ko-KR" altLang="en-US" sz="1400" b="1" dirty="0" err="1"/>
              <a:t>단항</a:t>
            </a:r>
            <a:r>
              <a:rPr lang="ko-KR" altLang="en-US" sz="1400" b="1" dirty="0"/>
              <a:t> 연산자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논리 부정 연산자</a:t>
            </a:r>
            <a:r>
              <a:rPr lang="en-US" altLang="ko-KR" sz="1400" dirty="0"/>
              <a:t>(!):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논리 부정 연산자는 </a:t>
            </a:r>
            <a:r>
              <a:rPr lang="en-US" altLang="ko-KR" sz="1400" dirty="0" err="1"/>
              <a:t>boolean</a:t>
            </a:r>
            <a:r>
              <a:rPr lang="ko-KR" altLang="en-US" sz="1400" dirty="0"/>
              <a:t>타입에서 </a:t>
            </a:r>
            <a:r>
              <a:rPr lang="en-US" altLang="ko-KR" sz="1400" dirty="0"/>
              <a:t>true</a:t>
            </a:r>
            <a:r>
              <a:rPr lang="ko-KR" altLang="en-US" sz="1400" dirty="0"/>
              <a:t>를 </a:t>
            </a:r>
            <a:r>
              <a:rPr lang="en-US" altLang="ko-KR" sz="1400" dirty="0"/>
              <a:t>false</a:t>
            </a:r>
            <a:r>
              <a:rPr lang="ko-KR" altLang="en-US" sz="1400" dirty="0"/>
              <a:t>로 </a:t>
            </a:r>
            <a:r>
              <a:rPr lang="en-US" altLang="ko-KR" sz="1400" dirty="0"/>
              <a:t>false</a:t>
            </a:r>
            <a:r>
              <a:rPr lang="ko-KR" altLang="en-US" sz="1400" dirty="0"/>
              <a:t>를 </a:t>
            </a:r>
            <a:r>
              <a:rPr lang="en-US" altLang="ko-KR" sz="1400" dirty="0"/>
              <a:t>true</a:t>
            </a:r>
            <a:r>
              <a:rPr lang="ko-KR" altLang="en-US" sz="1400" dirty="0"/>
              <a:t>로 변경한다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DenyLogicOperatorExample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논리 변수 </a:t>
            </a:r>
            <a:r>
              <a:rPr lang="en-US" altLang="ko-KR" sz="1400" dirty="0"/>
              <a:t>play</a:t>
            </a:r>
            <a:r>
              <a:rPr lang="ko-KR" altLang="en-US" sz="1400" dirty="0"/>
              <a:t>를 </a:t>
            </a:r>
            <a:r>
              <a:rPr lang="en-US" altLang="ko-KR" sz="1400" dirty="0"/>
              <a:t>true</a:t>
            </a:r>
            <a:r>
              <a:rPr lang="ko-KR" altLang="en-US" sz="1400" dirty="0"/>
              <a:t>로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play = true;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현재 </a:t>
            </a:r>
            <a:r>
              <a:rPr lang="en-US" altLang="ko-KR" sz="1400" dirty="0"/>
              <a:t>play </a:t>
            </a:r>
            <a:r>
              <a:rPr lang="ko-KR" altLang="en-US" sz="1400" dirty="0"/>
              <a:t>값 출력 </a:t>
            </a:r>
            <a:r>
              <a:rPr lang="en-US" altLang="ko-KR" sz="1400" dirty="0"/>
              <a:t>(</a:t>
            </a:r>
            <a:r>
              <a:rPr lang="ko-KR" altLang="en-US" sz="1400" dirty="0"/>
              <a:t>초기값</a:t>
            </a:r>
            <a:r>
              <a:rPr lang="en-US" altLang="ko-KR" sz="1400" dirty="0"/>
              <a:t>: true)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(play); // </a:t>
            </a:r>
            <a:r>
              <a:rPr lang="ko-KR" altLang="en-US" sz="1400" dirty="0"/>
              <a:t>출력</a:t>
            </a:r>
            <a:r>
              <a:rPr lang="en-US" altLang="ko-KR" sz="1400" dirty="0"/>
              <a:t>: true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논리 부정 연산자</a:t>
            </a:r>
            <a:r>
              <a:rPr lang="en-US" altLang="ko-KR" sz="1400" dirty="0"/>
              <a:t>(!)</a:t>
            </a:r>
            <a:r>
              <a:rPr lang="ko-KR" altLang="en-US" sz="1400" dirty="0"/>
              <a:t>를 사용하여 </a:t>
            </a:r>
            <a:r>
              <a:rPr lang="en-US" altLang="ko-KR" sz="1400" dirty="0"/>
              <a:t>play </a:t>
            </a:r>
            <a:r>
              <a:rPr lang="ko-KR" altLang="en-US" sz="1400" dirty="0"/>
              <a:t>값을 반전 </a:t>
            </a:r>
            <a:r>
              <a:rPr lang="en-US" altLang="ko-KR" sz="1400" dirty="0"/>
              <a:t>(true -&gt; false)</a:t>
            </a:r>
          </a:p>
          <a:p>
            <a:pPr marL="0" indent="0">
              <a:buNone/>
            </a:pPr>
            <a:r>
              <a:rPr lang="en-US" altLang="ko-KR" sz="1400" dirty="0"/>
              <a:t>        play = !play;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(play); // </a:t>
            </a:r>
            <a:r>
              <a:rPr lang="ko-KR" altLang="en-US" sz="1400" dirty="0"/>
              <a:t>출력</a:t>
            </a:r>
            <a:r>
              <a:rPr lang="en-US" altLang="ko-KR" sz="1400" dirty="0"/>
              <a:t>: false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다시 논리 부정 연산자를 사용하여 </a:t>
            </a:r>
            <a:r>
              <a:rPr lang="en-US" altLang="ko-KR" sz="1400" dirty="0"/>
              <a:t>play </a:t>
            </a:r>
            <a:r>
              <a:rPr lang="ko-KR" altLang="en-US" sz="1400" dirty="0"/>
              <a:t>값을 반전 </a:t>
            </a:r>
            <a:r>
              <a:rPr lang="en-US" altLang="ko-KR" sz="1400" dirty="0"/>
              <a:t>(false -&gt; true)</a:t>
            </a:r>
          </a:p>
          <a:p>
            <a:pPr marL="0" indent="0">
              <a:buNone/>
            </a:pPr>
            <a:r>
              <a:rPr lang="en-US" altLang="ko-KR" sz="1400" dirty="0"/>
              <a:t>        play = !play;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(play); // </a:t>
            </a:r>
            <a:r>
              <a:rPr lang="ko-KR" altLang="en-US" sz="1400" dirty="0"/>
              <a:t>출력</a:t>
            </a:r>
            <a:r>
              <a:rPr lang="en-US" altLang="ko-KR" sz="1400" dirty="0"/>
              <a:t>: true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E14DFA9-7628-5A23-CB2D-4C7692031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1988" y="2447353"/>
            <a:ext cx="1887782" cy="196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91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7636F-02AD-0A3F-99C2-6A49C1212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A3D51A-90F5-080E-B39A-8194F71A9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연산자의 종류 </a:t>
            </a:r>
            <a:r>
              <a:rPr lang="en-US" altLang="ko-KR" sz="1400" b="1" dirty="0"/>
              <a:t>– </a:t>
            </a:r>
            <a:r>
              <a:rPr lang="ko-KR" altLang="en-US" sz="1400" b="1" dirty="0"/>
              <a:t>이항 연산자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이항 연산자는 피연산자가 </a:t>
            </a:r>
            <a:r>
              <a:rPr lang="en-US" altLang="ko-KR" sz="1400" dirty="0"/>
              <a:t>2</a:t>
            </a:r>
            <a:r>
              <a:rPr lang="ko-KR" altLang="en-US" sz="1400" dirty="0"/>
              <a:t>개인 연산자를 말하며 여기에는 산술 연산자</a:t>
            </a:r>
            <a:r>
              <a:rPr lang="en-US" altLang="ko-KR" sz="1400" dirty="0"/>
              <a:t>, </a:t>
            </a:r>
            <a:r>
              <a:rPr lang="ko-KR" altLang="en-US" sz="1400" dirty="0"/>
              <a:t>문자열 결합 연산자</a:t>
            </a:r>
            <a:r>
              <a:rPr lang="en-US" altLang="ko-KR" sz="1400" dirty="0"/>
              <a:t>, </a:t>
            </a:r>
            <a:r>
              <a:rPr lang="ko-KR" altLang="en-US" sz="1400" dirty="0"/>
              <a:t>비교연산자</a:t>
            </a:r>
            <a:r>
              <a:rPr lang="en-US" altLang="ko-KR" sz="1400" dirty="0"/>
              <a:t>, </a:t>
            </a:r>
            <a:r>
              <a:rPr lang="ko-KR" altLang="en-US" sz="1400" dirty="0"/>
              <a:t>논리 연산자</a:t>
            </a:r>
            <a:r>
              <a:rPr lang="en-US" altLang="ko-KR" sz="1400" dirty="0"/>
              <a:t>, </a:t>
            </a:r>
            <a:r>
              <a:rPr lang="ko-KR" altLang="en-US" sz="1400" dirty="0"/>
              <a:t>대입연산자 등이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산술 연산자</a:t>
            </a:r>
            <a:r>
              <a:rPr lang="en-US" altLang="ko-KR" sz="1400" dirty="0"/>
              <a:t>:</a:t>
            </a:r>
          </a:p>
          <a:p>
            <a:pPr marL="0" indent="0">
              <a:buNone/>
            </a:pPr>
            <a:r>
              <a:rPr lang="ko-KR" altLang="en-US" sz="1400" dirty="0"/>
              <a:t>산술 연산자는 사칙연산과 나머지 연산자 </a:t>
            </a:r>
            <a:r>
              <a:rPr lang="en-US" altLang="ko-KR" sz="1400" dirty="0"/>
              <a:t>%</a:t>
            </a:r>
            <a:r>
              <a:rPr lang="ko-KR" altLang="en-US" sz="1400" dirty="0"/>
              <a:t>를 의미한다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나머지 연산자</a:t>
            </a:r>
            <a:r>
              <a:rPr lang="en-US" altLang="ko-KR" sz="1400" dirty="0"/>
              <a:t> %</a:t>
            </a:r>
            <a:r>
              <a:rPr lang="ko-KR" altLang="en-US" sz="1400" dirty="0"/>
              <a:t>는 나눗셈을 수행한 후 몫이 아닌 나머지를 돌려주는 연산자이다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int result = 5%3;</a:t>
            </a:r>
          </a:p>
          <a:p>
            <a:pPr marL="0" indent="0">
              <a:buNone/>
            </a:pPr>
            <a:r>
              <a:rPr lang="en-US" altLang="ko-KR" sz="1400" dirty="0"/>
              <a:t>//result = 5</a:t>
            </a:r>
            <a:r>
              <a:rPr lang="ko-KR" altLang="en-US" sz="1400" dirty="0"/>
              <a:t>를</a:t>
            </a:r>
            <a:r>
              <a:rPr lang="en-US" altLang="ko-KR" sz="1400" dirty="0"/>
              <a:t> 3</a:t>
            </a:r>
            <a:r>
              <a:rPr lang="ko-KR" altLang="en-US" sz="1400" dirty="0"/>
              <a:t>으로 나눈 나머지 </a:t>
            </a:r>
            <a:r>
              <a:rPr lang="en-US" altLang="ko-KR" sz="1400" dirty="0">
                <a:sym typeface="Wingdings" panose="05000000000000000000" pitchFamily="2" charset="2"/>
              </a:rPr>
              <a:t> 2</a:t>
            </a: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76A4840-92FD-47EC-5565-48C6DC66F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060" y="1965330"/>
            <a:ext cx="6153009" cy="177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225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E3B19-EFF1-AE4D-07CA-25B653290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0D1993-3C0E-6435-4844-437456560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ArithmeticOperatorExample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int v1 = 5; // </a:t>
            </a:r>
            <a:r>
              <a:rPr lang="ko-KR" altLang="en-US" sz="1400" dirty="0"/>
              <a:t>정수 변수 </a:t>
            </a:r>
            <a:r>
              <a:rPr lang="en-US" altLang="ko-KR" sz="1400" dirty="0"/>
              <a:t>v1</a:t>
            </a:r>
            <a:r>
              <a:rPr lang="ko-KR" altLang="en-US" sz="1400" dirty="0"/>
              <a:t>을 </a:t>
            </a:r>
            <a:r>
              <a:rPr lang="en-US" altLang="ko-KR" sz="1400" dirty="0"/>
              <a:t>5</a:t>
            </a:r>
            <a:r>
              <a:rPr lang="ko-KR" altLang="en-US" sz="1400" dirty="0"/>
              <a:t>로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v2 = 2; // </a:t>
            </a:r>
            <a:r>
              <a:rPr lang="ko-KR" altLang="en-US" sz="1400" dirty="0"/>
              <a:t>정수 변수 </a:t>
            </a:r>
            <a:r>
              <a:rPr lang="en-US" altLang="ko-KR" sz="1400" dirty="0"/>
              <a:t>v2</a:t>
            </a:r>
            <a:r>
              <a:rPr lang="ko-KR" altLang="en-US" sz="1400" dirty="0"/>
              <a:t>를 </a:t>
            </a:r>
            <a:r>
              <a:rPr lang="en-US" altLang="ko-KR" sz="1400" dirty="0"/>
              <a:t>2</a:t>
            </a:r>
            <a:r>
              <a:rPr lang="ko-KR" altLang="en-US" sz="1400" dirty="0"/>
              <a:t>로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정수 덧셈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result1 = v1 + v2; // v1</a:t>
            </a:r>
            <a:r>
              <a:rPr lang="ko-KR" altLang="en-US" sz="1400" dirty="0"/>
              <a:t>과 </a:t>
            </a:r>
            <a:r>
              <a:rPr lang="en-US" altLang="ko-KR" sz="1400" dirty="0"/>
              <a:t>v2</a:t>
            </a:r>
            <a:r>
              <a:rPr lang="ko-KR" altLang="en-US" sz="1400" dirty="0"/>
              <a:t>를 더한 값을 </a:t>
            </a:r>
            <a:r>
              <a:rPr lang="en-US" altLang="ko-KR" sz="1400" dirty="0"/>
              <a:t>result1</a:t>
            </a:r>
            <a:r>
              <a:rPr lang="ko-KR" altLang="en-US" sz="1400" dirty="0"/>
              <a:t>에 저장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("result1=" + result1); // </a:t>
            </a:r>
            <a:r>
              <a:rPr lang="ko-KR" altLang="en-US" sz="1400" dirty="0"/>
              <a:t>출력</a:t>
            </a:r>
            <a:r>
              <a:rPr lang="en-US" altLang="ko-KR" sz="1400" dirty="0"/>
              <a:t>: result1=7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정수 뺄셈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result2 = v1 - v2; // v1</a:t>
            </a:r>
            <a:r>
              <a:rPr lang="ko-KR" altLang="en-US" sz="1400" dirty="0"/>
              <a:t>에서 </a:t>
            </a:r>
            <a:r>
              <a:rPr lang="en-US" altLang="ko-KR" sz="1400" dirty="0"/>
              <a:t>v2</a:t>
            </a:r>
            <a:r>
              <a:rPr lang="ko-KR" altLang="en-US" sz="1400" dirty="0"/>
              <a:t>를 뺀 값을 </a:t>
            </a:r>
            <a:r>
              <a:rPr lang="en-US" altLang="ko-KR" sz="1400" dirty="0"/>
              <a:t>result2</a:t>
            </a:r>
            <a:r>
              <a:rPr lang="ko-KR" altLang="en-US" sz="1400" dirty="0"/>
              <a:t>에 저장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("result2=" + result2); // </a:t>
            </a:r>
            <a:r>
              <a:rPr lang="ko-KR" altLang="en-US" sz="1400" dirty="0"/>
              <a:t>출력</a:t>
            </a:r>
            <a:r>
              <a:rPr lang="en-US" altLang="ko-KR" sz="1400" dirty="0"/>
              <a:t>: result2=3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정수 곱셈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result3 = v1 * v2; // v1</a:t>
            </a:r>
            <a:r>
              <a:rPr lang="ko-KR" altLang="en-US" sz="1400" dirty="0"/>
              <a:t>과 </a:t>
            </a:r>
            <a:r>
              <a:rPr lang="en-US" altLang="ko-KR" sz="1400" dirty="0"/>
              <a:t>v2</a:t>
            </a:r>
            <a:r>
              <a:rPr lang="ko-KR" altLang="en-US" sz="1400" dirty="0"/>
              <a:t>를 곱한 값을 </a:t>
            </a:r>
            <a:r>
              <a:rPr lang="en-US" altLang="ko-KR" sz="1400" dirty="0"/>
              <a:t>result3</a:t>
            </a:r>
            <a:r>
              <a:rPr lang="ko-KR" altLang="en-US" sz="1400" dirty="0"/>
              <a:t>에 저장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("result3=" + result3); // </a:t>
            </a:r>
            <a:r>
              <a:rPr lang="ko-KR" altLang="en-US" sz="1400" dirty="0"/>
              <a:t>출력</a:t>
            </a:r>
            <a:r>
              <a:rPr lang="en-US" altLang="ko-KR" sz="1400" dirty="0"/>
              <a:t>: result3=10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정수 나눗셈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result4 = v1 / v2; // v1</a:t>
            </a:r>
            <a:r>
              <a:rPr lang="ko-KR" altLang="en-US" sz="1400" dirty="0"/>
              <a:t>을 </a:t>
            </a:r>
            <a:r>
              <a:rPr lang="en-US" altLang="ko-KR" sz="1400" dirty="0"/>
              <a:t>v2</a:t>
            </a:r>
            <a:r>
              <a:rPr lang="ko-KR" altLang="en-US" sz="1400" dirty="0"/>
              <a:t>로 나눈 몫</a:t>
            </a:r>
            <a:r>
              <a:rPr lang="en-US" altLang="ko-KR" sz="1400" dirty="0"/>
              <a:t>(</a:t>
            </a:r>
            <a:r>
              <a:rPr lang="ko-KR" altLang="en-US" sz="1400" dirty="0"/>
              <a:t>정수</a:t>
            </a:r>
            <a:r>
              <a:rPr lang="en-US" altLang="ko-KR" sz="1400" dirty="0"/>
              <a:t>)</a:t>
            </a:r>
            <a:r>
              <a:rPr lang="ko-KR" altLang="en-US" sz="1400" dirty="0"/>
              <a:t>을 </a:t>
            </a:r>
            <a:r>
              <a:rPr lang="en-US" altLang="ko-KR" sz="1400" dirty="0"/>
              <a:t>result4</a:t>
            </a:r>
            <a:r>
              <a:rPr lang="ko-KR" altLang="en-US" sz="1400" dirty="0"/>
              <a:t>에 저장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("result4=" + result4); // </a:t>
            </a:r>
            <a:r>
              <a:rPr lang="ko-KR" altLang="en-US" sz="1400" dirty="0"/>
              <a:t>출력</a:t>
            </a:r>
            <a:r>
              <a:rPr lang="en-US" altLang="ko-KR" sz="1400" dirty="0"/>
              <a:t>: result4=2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정수 나머지 연산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result5 = v1 % v2; // v1</a:t>
            </a:r>
            <a:r>
              <a:rPr lang="ko-KR" altLang="en-US" sz="1400" dirty="0"/>
              <a:t>을 </a:t>
            </a:r>
            <a:r>
              <a:rPr lang="en-US" altLang="ko-KR" sz="1400" dirty="0"/>
              <a:t>v2</a:t>
            </a:r>
            <a:r>
              <a:rPr lang="ko-KR" altLang="en-US" sz="1400" dirty="0"/>
              <a:t>로 나눈 나머지를 </a:t>
            </a:r>
            <a:r>
              <a:rPr lang="en-US" altLang="ko-KR" sz="1400" dirty="0"/>
              <a:t>result5</a:t>
            </a:r>
            <a:r>
              <a:rPr lang="ko-KR" altLang="en-US" sz="1400" dirty="0"/>
              <a:t>에 저장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("result5=" + result5); // </a:t>
            </a:r>
            <a:r>
              <a:rPr lang="ko-KR" altLang="en-US" sz="1400" dirty="0"/>
              <a:t>출력</a:t>
            </a:r>
            <a:r>
              <a:rPr lang="en-US" altLang="ko-KR" sz="1400" dirty="0"/>
              <a:t>: result5=1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실수 나눗셈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double result6 = (double) v1 / v2; // v1</a:t>
            </a:r>
            <a:r>
              <a:rPr lang="ko-KR" altLang="en-US" sz="1400" dirty="0"/>
              <a:t>을 실수형으로 변환 후 </a:t>
            </a:r>
            <a:r>
              <a:rPr lang="en-US" altLang="ko-KR" sz="1400" dirty="0"/>
              <a:t>v2</a:t>
            </a:r>
            <a:r>
              <a:rPr lang="ko-KR" altLang="en-US" sz="1400" dirty="0"/>
              <a:t>로 나눔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("result6=" + result6); // </a:t>
            </a:r>
            <a:r>
              <a:rPr lang="ko-KR" altLang="en-US" sz="1400" dirty="0"/>
              <a:t>출력</a:t>
            </a:r>
            <a:r>
              <a:rPr lang="en-US" altLang="ko-KR" sz="1400" dirty="0"/>
              <a:t>: result6=2.5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9119027-EFF1-4900-B03E-1DC8ED138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5679" y="2337740"/>
            <a:ext cx="1889345" cy="2182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126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BEEA0-D70F-989B-8753-7278EC03D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086823-408C-27D9-851F-6407F33AA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CharOperationExample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문자 </a:t>
            </a:r>
            <a:r>
              <a:rPr lang="en-US" altLang="ko-KR" sz="1400" dirty="0"/>
              <a:t>'A'</a:t>
            </a:r>
            <a:r>
              <a:rPr lang="ko-KR" altLang="en-US" sz="1400" dirty="0"/>
              <a:t>의 유니코드 값</a:t>
            </a:r>
            <a:r>
              <a:rPr lang="en-US" altLang="ko-KR" sz="1400" dirty="0"/>
              <a:t>(65)</a:t>
            </a:r>
            <a:r>
              <a:rPr lang="ko-KR" altLang="en-US" sz="1400" dirty="0"/>
              <a:t>에 </a:t>
            </a:r>
            <a:r>
              <a:rPr lang="en-US" altLang="ko-KR" sz="1400" dirty="0"/>
              <a:t>1</a:t>
            </a:r>
            <a:r>
              <a:rPr lang="ko-KR" altLang="en-US" sz="1400" dirty="0"/>
              <a:t>을 더해 결과를 </a:t>
            </a:r>
            <a:r>
              <a:rPr lang="en-US" altLang="ko-KR" sz="1400" dirty="0"/>
              <a:t>char </a:t>
            </a:r>
            <a:r>
              <a:rPr lang="ko-KR" altLang="en-US" sz="1400" dirty="0"/>
              <a:t>타입 변수 </a:t>
            </a:r>
            <a:r>
              <a:rPr lang="en-US" altLang="ko-KR" sz="1400" dirty="0"/>
              <a:t>c1</a:t>
            </a:r>
            <a:r>
              <a:rPr lang="ko-KR" altLang="en-US" sz="1400" dirty="0"/>
              <a:t>에 저장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'A'(65) + 1 = 66, 66</a:t>
            </a:r>
            <a:r>
              <a:rPr lang="ko-KR" altLang="en-US" sz="1400" dirty="0"/>
              <a:t>은 유니코드 문자 </a:t>
            </a:r>
            <a:r>
              <a:rPr lang="en-US" altLang="ko-KR" sz="1400" dirty="0"/>
              <a:t>'B'</a:t>
            </a:r>
            <a:r>
              <a:rPr lang="ko-KR" altLang="en-US" sz="1400" dirty="0"/>
              <a:t>에 해당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char c1 = 'A' + 1;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문자 </a:t>
            </a:r>
            <a:r>
              <a:rPr lang="en-US" altLang="ko-KR" sz="1400" dirty="0"/>
              <a:t>'A'</a:t>
            </a:r>
            <a:r>
              <a:rPr lang="ko-KR" altLang="en-US" sz="1400" dirty="0"/>
              <a:t>를 </a:t>
            </a:r>
            <a:r>
              <a:rPr lang="en-US" altLang="ko-KR" sz="1400" dirty="0"/>
              <a:t>char </a:t>
            </a:r>
            <a:r>
              <a:rPr lang="ko-KR" altLang="en-US" sz="1400" dirty="0"/>
              <a:t>타입 변수 </a:t>
            </a:r>
            <a:r>
              <a:rPr lang="en-US" altLang="ko-KR" sz="1400" dirty="0"/>
              <a:t>c2</a:t>
            </a:r>
            <a:r>
              <a:rPr lang="ko-KR" altLang="en-US" sz="1400" dirty="0"/>
              <a:t>에 저장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char c2 = 'A';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컴파일 에러 발생</a:t>
            </a:r>
            <a:r>
              <a:rPr lang="en-US" altLang="ko-KR" sz="1400" dirty="0"/>
              <a:t>: c2</a:t>
            </a:r>
            <a:r>
              <a:rPr lang="ko-KR" altLang="en-US" sz="1400" dirty="0"/>
              <a:t>는 </a:t>
            </a:r>
            <a:r>
              <a:rPr lang="en-US" altLang="ko-KR" sz="1400" dirty="0"/>
              <a:t>char </a:t>
            </a:r>
            <a:r>
              <a:rPr lang="ko-KR" altLang="en-US" sz="1400" dirty="0"/>
              <a:t>타입이고</a:t>
            </a:r>
            <a:r>
              <a:rPr lang="en-US" altLang="ko-KR" sz="1400" dirty="0"/>
              <a:t>, c2 + 1</a:t>
            </a:r>
            <a:r>
              <a:rPr lang="ko-KR" altLang="en-US" sz="1400" dirty="0"/>
              <a:t>은 </a:t>
            </a:r>
            <a:r>
              <a:rPr lang="en-US" altLang="ko-KR" sz="1400" dirty="0"/>
              <a:t>int </a:t>
            </a:r>
            <a:r>
              <a:rPr lang="ko-KR" altLang="en-US" sz="1400" dirty="0"/>
              <a:t>타입으로 변환되므로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char </a:t>
            </a:r>
            <a:r>
              <a:rPr lang="ko-KR" altLang="en-US" sz="1400" dirty="0"/>
              <a:t>변수 </a:t>
            </a:r>
            <a:r>
              <a:rPr lang="en-US" altLang="ko-KR" sz="1400" dirty="0"/>
              <a:t>c3</a:t>
            </a:r>
            <a:r>
              <a:rPr lang="ko-KR" altLang="en-US" sz="1400" dirty="0"/>
              <a:t>에 직접 저장할 수 없음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char c3 = c2 + 1; // </a:t>
            </a:r>
            <a:r>
              <a:rPr lang="ko-KR" altLang="en-US" sz="1400" dirty="0"/>
              <a:t>컴파일 에러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변수 </a:t>
            </a:r>
            <a:r>
              <a:rPr lang="en-US" altLang="ko-KR" sz="1400" dirty="0"/>
              <a:t>c1 </a:t>
            </a:r>
            <a:r>
              <a:rPr lang="ko-KR" altLang="en-US" sz="1400" dirty="0"/>
              <a:t>출력 </a:t>
            </a:r>
            <a:r>
              <a:rPr lang="en-US" altLang="ko-KR" sz="1400" dirty="0"/>
              <a:t>(</a:t>
            </a:r>
            <a:r>
              <a:rPr lang="ko-KR" altLang="en-US" sz="1400" dirty="0"/>
              <a:t>결과</a:t>
            </a:r>
            <a:r>
              <a:rPr lang="en-US" altLang="ko-KR" sz="1400" dirty="0"/>
              <a:t>: 'B')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("c1: " + c1); // </a:t>
            </a:r>
            <a:r>
              <a:rPr lang="ko-KR" altLang="en-US" sz="1400" dirty="0"/>
              <a:t>출력</a:t>
            </a:r>
            <a:r>
              <a:rPr lang="en-US" altLang="ko-KR" sz="1400" dirty="0"/>
              <a:t>: c1: B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변수 </a:t>
            </a:r>
            <a:r>
              <a:rPr lang="en-US" altLang="ko-KR" sz="1400" dirty="0"/>
              <a:t>c2 </a:t>
            </a:r>
            <a:r>
              <a:rPr lang="ko-KR" altLang="en-US" sz="1400" dirty="0"/>
              <a:t>출력 </a:t>
            </a:r>
            <a:r>
              <a:rPr lang="en-US" altLang="ko-KR" sz="1400" dirty="0"/>
              <a:t>(</a:t>
            </a:r>
            <a:r>
              <a:rPr lang="ko-KR" altLang="en-US" sz="1400" dirty="0"/>
              <a:t>결과</a:t>
            </a:r>
            <a:r>
              <a:rPr lang="en-US" altLang="ko-KR" sz="1400" dirty="0"/>
              <a:t>: 'A')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("c2: " + c2); // </a:t>
            </a:r>
            <a:r>
              <a:rPr lang="ko-KR" altLang="en-US" sz="1400" dirty="0"/>
              <a:t>출력</a:t>
            </a:r>
            <a:r>
              <a:rPr lang="en-US" altLang="ko-KR" sz="1400" dirty="0"/>
              <a:t>: c2: A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c3</a:t>
            </a:r>
            <a:r>
              <a:rPr lang="ko-KR" altLang="en-US" sz="1400" dirty="0"/>
              <a:t>는 컴파일 에러로 주석 처리됨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("c3: " + c3); // </a:t>
            </a:r>
            <a:r>
              <a:rPr lang="ko-KR" altLang="en-US" sz="1400" dirty="0"/>
              <a:t>실행되지 않음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34A37A0-A500-B27F-5DAA-D694D654F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9666" y="2526671"/>
            <a:ext cx="1397251" cy="1397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315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3862D-89A0-7255-BE92-8830C44FB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0FE19C-60BA-95D0-8CDA-9A9E061B9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ko-KR" altLang="en-US" sz="1400" b="1" dirty="0"/>
              <a:t>문자열 결합 연산자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문자열 결합 연산자인 </a:t>
            </a:r>
            <a:r>
              <a:rPr lang="en-US" altLang="ko-KR" sz="1400" dirty="0"/>
              <a:t>+</a:t>
            </a:r>
            <a:r>
              <a:rPr lang="ko-KR" altLang="en-US" sz="1400" dirty="0"/>
              <a:t>는 문자열을 서로 결합하는 연산자이다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피연산사 중 한쪽이 문자열이면 </a:t>
            </a:r>
            <a:r>
              <a:rPr lang="en-US" altLang="ko-KR" sz="1400" dirty="0"/>
              <a:t>+</a:t>
            </a:r>
            <a:r>
              <a:rPr lang="ko-KR" altLang="en-US" sz="1400" dirty="0"/>
              <a:t>연산자는 문자열 결합 연산자로 사용된다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문자열 </a:t>
            </a:r>
            <a:r>
              <a:rPr lang="en-US" altLang="ko-KR" sz="1400" dirty="0"/>
              <a:t>"JDK"</a:t>
            </a:r>
            <a:r>
              <a:rPr lang="ko-KR" altLang="en-US" sz="1400" dirty="0"/>
              <a:t>와 실수 </a:t>
            </a:r>
            <a:r>
              <a:rPr lang="en-US" altLang="ko-KR" sz="1400" dirty="0"/>
              <a:t>6.0</a:t>
            </a:r>
            <a:r>
              <a:rPr lang="ko-KR" altLang="en-US" sz="1400" dirty="0"/>
              <a:t>을 문자열로 연결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// "JDK" + 6.0 → "JDK6.0"</a:t>
            </a:r>
          </a:p>
          <a:p>
            <a:pPr marL="0" indent="0">
              <a:buNone/>
            </a:pPr>
            <a:r>
              <a:rPr lang="en-US" altLang="ko-KR" sz="1400" dirty="0"/>
              <a:t>    String str1 = "JDK" + 6.0;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// str1</a:t>
            </a:r>
            <a:r>
              <a:rPr lang="ko-KR" altLang="en-US" sz="1400" dirty="0"/>
              <a:t>에 문자열 </a:t>
            </a:r>
            <a:r>
              <a:rPr lang="en-US" altLang="ko-KR" sz="1400" dirty="0"/>
              <a:t>" </a:t>
            </a:r>
            <a:r>
              <a:rPr lang="ko-KR" altLang="en-US" sz="1400" dirty="0"/>
              <a:t>특징</a:t>
            </a:r>
            <a:r>
              <a:rPr lang="en-US" altLang="ko-KR" sz="1400" dirty="0"/>
              <a:t>"</a:t>
            </a:r>
            <a:r>
              <a:rPr lang="ko-KR" altLang="en-US" sz="1400" dirty="0"/>
              <a:t>을 추가로 연결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// "JDK6.0" + " </a:t>
            </a:r>
            <a:r>
              <a:rPr lang="ko-KR" altLang="en-US" sz="1400" dirty="0"/>
              <a:t>특징</a:t>
            </a:r>
            <a:r>
              <a:rPr lang="en-US" altLang="ko-KR" sz="1400" dirty="0"/>
              <a:t>" → "JDK6.0 </a:t>
            </a:r>
            <a:r>
              <a:rPr lang="ko-KR" altLang="en-US" sz="1400" dirty="0"/>
              <a:t>특징</a:t>
            </a:r>
            <a:r>
              <a:rPr lang="en-US" altLang="ko-KR" sz="1400" dirty="0"/>
              <a:t>"</a:t>
            </a:r>
          </a:p>
          <a:p>
            <a:pPr marL="0" indent="0">
              <a:buNone/>
            </a:pPr>
            <a:r>
              <a:rPr lang="en-US" altLang="ko-KR" sz="1400" dirty="0"/>
              <a:t>    String str2 = str1 + " </a:t>
            </a:r>
            <a:r>
              <a:rPr lang="ko-KR" altLang="en-US" sz="1400" dirty="0"/>
              <a:t>특징</a:t>
            </a:r>
            <a:r>
              <a:rPr lang="en-US" altLang="ko-KR" sz="1400" dirty="0"/>
              <a:t>"; </a:t>
            </a:r>
          </a:p>
          <a:p>
            <a:pPr marL="0" indent="0">
              <a:buNone/>
            </a:pPr>
            <a:r>
              <a:rPr lang="en-US" altLang="ko-KR" sz="1400" dirty="0"/>
              <a:t>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(str2); // </a:t>
            </a:r>
            <a:r>
              <a:rPr lang="ko-KR" altLang="en-US" sz="1400" dirty="0"/>
              <a:t>출력</a:t>
            </a:r>
            <a:r>
              <a:rPr lang="en-US" altLang="ko-KR" sz="1400" dirty="0"/>
              <a:t>: JDK6.0 </a:t>
            </a:r>
            <a:r>
              <a:rPr lang="ko-KR" altLang="en-US" sz="1400" dirty="0"/>
              <a:t>특징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// </a:t>
            </a:r>
            <a:r>
              <a:rPr lang="ko-KR" altLang="en-US" sz="1400" dirty="0"/>
              <a:t>문자열 </a:t>
            </a:r>
            <a:r>
              <a:rPr lang="en-US" altLang="ko-KR" sz="1400" dirty="0"/>
              <a:t>"JDK"</a:t>
            </a:r>
            <a:r>
              <a:rPr lang="ko-KR" altLang="en-US" sz="1400" dirty="0"/>
              <a:t>와 정수 </a:t>
            </a:r>
            <a:r>
              <a:rPr lang="en-US" altLang="ko-KR" sz="1400" dirty="0"/>
              <a:t>3, </a:t>
            </a:r>
            <a:r>
              <a:rPr lang="ko-KR" altLang="en-US" sz="1400" dirty="0"/>
              <a:t>실수 </a:t>
            </a:r>
            <a:r>
              <a:rPr lang="en-US" altLang="ko-KR" sz="1400" dirty="0"/>
              <a:t>3.0</a:t>
            </a:r>
            <a:r>
              <a:rPr lang="ko-KR" altLang="en-US" sz="1400" dirty="0"/>
              <a:t>을 순차적으로 연결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// "JDK" + 3 → "JDK3", "JDK3" + 3.0 → "JDK33.0"</a:t>
            </a:r>
          </a:p>
          <a:p>
            <a:pPr marL="0" indent="0">
              <a:buNone/>
            </a:pPr>
            <a:r>
              <a:rPr lang="en-US" altLang="ko-KR" sz="1400" dirty="0"/>
              <a:t>    String str3 = "JDK" + 3 + 3.0;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정수 </a:t>
            </a:r>
            <a:r>
              <a:rPr lang="en-US" altLang="ko-KR" sz="1400" dirty="0"/>
              <a:t>3</a:t>
            </a:r>
            <a:r>
              <a:rPr lang="ko-KR" altLang="en-US" sz="1400" dirty="0"/>
              <a:t>과 실수 </a:t>
            </a:r>
            <a:r>
              <a:rPr lang="en-US" altLang="ko-KR" sz="1400" dirty="0"/>
              <a:t>3.0</a:t>
            </a:r>
            <a:r>
              <a:rPr lang="ko-KR" altLang="en-US" sz="1400" dirty="0"/>
              <a:t>을 먼저 계산한 결과 </a:t>
            </a:r>
            <a:r>
              <a:rPr lang="en-US" altLang="ko-KR" sz="1400" dirty="0"/>
              <a:t>6.0</a:t>
            </a:r>
          </a:p>
          <a:p>
            <a:pPr marL="0" indent="0">
              <a:buNone/>
            </a:pPr>
            <a:r>
              <a:rPr lang="en-US" altLang="ko-KR" sz="1400" dirty="0"/>
              <a:t>    // 6.0 + "JDK" → "6.0JDK"</a:t>
            </a:r>
          </a:p>
          <a:p>
            <a:pPr marL="0" indent="0">
              <a:buNone/>
            </a:pPr>
            <a:r>
              <a:rPr lang="en-US" altLang="ko-KR" sz="1400" dirty="0"/>
              <a:t>    String str4 = 3 + 3.0 + "JDK";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결과 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(str3); // </a:t>
            </a:r>
            <a:r>
              <a:rPr lang="ko-KR" altLang="en-US" sz="1400" dirty="0"/>
              <a:t>출력</a:t>
            </a:r>
            <a:r>
              <a:rPr lang="en-US" altLang="ko-KR" sz="1400" dirty="0"/>
              <a:t>: JDK33.0</a:t>
            </a:r>
          </a:p>
          <a:p>
            <a:pPr marL="0" indent="0">
              <a:buNone/>
            </a:pPr>
            <a:r>
              <a:rPr lang="en-US" altLang="ko-KR" sz="1400" dirty="0"/>
              <a:t>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(str4); // </a:t>
            </a:r>
            <a:r>
              <a:rPr lang="ko-KR" altLang="en-US" sz="1400" dirty="0"/>
              <a:t>출력</a:t>
            </a:r>
            <a:r>
              <a:rPr lang="en-US" altLang="ko-KR" sz="1400" dirty="0"/>
              <a:t>: 6.0JDK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65C6202-8F2F-8902-86DD-5CEC80277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1624" y="2440427"/>
            <a:ext cx="1855583" cy="137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618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9B15D-0763-CFA9-678A-22E118FA9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45650F-8E72-ECF2-2E7E-C7AD82A4E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비교 연산자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비교 연산자는 피연산자의 대소 또는 동등을 비교해서 </a:t>
            </a:r>
            <a:r>
              <a:rPr lang="en-US" altLang="ko-KR" sz="1400" dirty="0"/>
              <a:t>true/false</a:t>
            </a:r>
            <a:r>
              <a:rPr lang="ko-KR" altLang="en-US" sz="1400" dirty="0"/>
              <a:t>를 산출한다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(‘A’ &lt; ‘B’) </a:t>
            </a:r>
            <a:r>
              <a:rPr lang="en-US" altLang="ko-KR" sz="1400" dirty="0">
                <a:sym typeface="Wingdings" panose="05000000000000000000" pitchFamily="2" charset="2"/>
              </a:rPr>
              <a:t>(65 &lt; 66)</a:t>
            </a:r>
          </a:p>
          <a:p>
            <a:pPr marL="0" indent="0">
              <a:buNone/>
            </a:pPr>
            <a:r>
              <a:rPr lang="ko-KR" altLang="en-US" sz="1400" dirty="0">
                <a:sym typeface="Wingdings" panose="05000000000000000000" pitchFamily="2" charset="2"/>
              </a:rPr>
              <a:t>만약 피연산자가 </a:t>
            </a:r>
            <a:r>
              <a:rPr lang="en-US" altLang="ko-KR" sz="1400" dirty="0">
                <a:sym typeface="Wingdings" panose="05000000000000000000" pitchFamily="2" charset="2"/>
              </a:rPr>
              <a:t>char</a:t>
            </a:r>
            <a:r>
              <a:rPr lang="ko-KR" altLang="en-US" sz="1400" dirty="0">
                <a:sym typeface="Wingdings" panose="05000000000000000000" pitchFamily="2" charset="2"/>
              </a:rPr>
              <a:t>타입이면 유니코드 값으로 비교 연산을 수행한다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671CF76-439E-B489-F392-8AB5A71B8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667" y="1184305"/>
            <a:ext cx="7770666" cy="250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111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A6F30-7030-81D8-CB1C-95729977B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2C1843-699F-CFC5-7D8E-D9DC73F79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public class CompareOperatorExample1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두 정수 변수 </a:t>
            </a:r>
            <a:r>
              <a:rPr lang="en-US" altLang="ko-KR" sz="1400" dirty="0"/>
              <a:t>num1</a:t>
            </a:r>
            <a:r>
              <a:rPr lang="ko-KR" altLang="en-US" sz="1400" dirty="0"/>
              <a:t>과 </a:t>
            </a:r>
            <a:r>
              <a:rPr lang="en-US" altLang="ko-KR" sz="1400" dirty="0"/>
              <a:t>num2</a:t>
            </a:r>
            <a:r>
              <a:rPr lang="ko-KR" altLang="en-US" sz="1400" dirty="0"/>
              <a:t>를 선언하고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num1 = 10;</a:t>
            </a:r>
          </a:p>
          <a:p>
            <a:pPr marL="0" indent="0">
              <a:buNone/>
            </a:pPr>
            <a:r>
              <a:rPr lang="en-US" altLang="ko-KR" sz="1400" dirty="0"/>
              <a:t>        int num2 = 10;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비교 연산자를 사용하여 </a:t>
            </a:r>
            <a:r>
              <a:rPr lang="en-US" altLang="ko-KR" sz="1400" dirty="0"/>
              <a:t>num1</a:t>
            </a:r>
            <a:r>
              <a:rPr lang="ko-KR" altLang="en-US" sz="1400" dirty="0"/>
              <a:t>과 </a:t>
            </a:r>
            <a:r>
              <a:rPr lang="en-US" altLang="ko-KR" sz="1400" dirty="0"/>
              <a:t>num2</a:t>
            </a:r>
            <a:r>
              <a:rPr lang="ko-KR" altLang="en-US" sz="1400" dirty="0"/>
              <a:t>를 비교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result1 = (num1 == num2); // num1</a:t>
            </a:r>
            <a:r>
              <a:rPr lang="ko-KR" altLang="en-US" sz="1400" dirty="0"/>
              <a:t>이 </a:t>
            </a:r>
            <a:r>
              <a:rPr lang="en-US" altLang="ko-KR" sz="1400" dirty="0"/>
              <a:t>num2</a:t>
            </a:r>
            <a:r>
              <a:rPr lang="ko-KR" altLang="en-US" sz="1400" dirty="0"/>
              <a:t>와 </a:t>
            </a:r>
            <a:r>
              <a:rPr lang="ko-KR" altLang="en-US" sz="1400" dirty="0" err="1"/>
              <a:t>같은지</a:t>
            </a:r>
            <a:r>
              <a:rPr lang="ko-KR" altLang="en-US" sz="1400" dirty="0"/>
              <a:t> 비교 </a:t>
            </a:r>
            <a:r>
              <a:rPr lang="en-US" altLang="ko-KR" sz="1400" dirty="0"/>
              <a:t>(true)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result2 = (num1 != num2); // num1</a:t>
            </a:r>
            <a:r>
              <a:rPr lang="ko-KR" altLang="en-US" sz="1400" dirty="0"/>
              <a:t>이 </a:t>
            </a:r>
            <a:r>
              <a:rPr lang="en-US" altLang="ko-KR" sz="1400" dirty="0"/>
              <a:t>num2</a:t>
            </a:r>
            <a:r>
              <a:rPr lang="ko-KR" altLang="en-US" sz="1400" dirty="0"/>
              <a:t>와 </a:t>
            </a:r>
            <a:r>
              <a:rPr lang="ko-KR" altLang="en-US" sz="1400" dirty="0" err="1"/>
              <a:t>다른지</a:t>
            </a:r>
            <a:r>
              <a:rPr lang="ko-KR" altLang="en-US" sz="1400" dirty="0"/>
              <a:t> 비교 </a:t>
            </a:r>
            <a:r>
              <a:rPr lang="en-US" altLang="ko-KR" sz="1400" dirty="0"/>
              <a:t>(false)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result3 = (num1 &lt;= num2); // num1</a:t>
            </a:r>
            <a:r>
              <a:rPr lang="ko-KR" altLang="en-US" sz="1400" dirty="0"/>
              <a:t>이 </a:t>
            </a:r>
            <a:r>
              <a:rPr lang="en-US" altLang="ko-KR" sz="1400" dirty="0"/>
              <a:t>num2</a:t>
            </a:r>
            <a:r>
              <a:rPr lang="ko-KR" altLang="en-US" sz="1400" dirty="0"/>
              <a:t>보다 작거나 </a:t>
            </a:r>
            <a:r>
              <a:rPr lang="ko-KR" altLang="en-US" sz="1400" dirty="0" err="1"/>
              <a:t>같은지</a:t>
            </a:r>
            <a:r>
              <a:rPr lang="ko-KR" altLang="en-US" sz="1400" dirty="0"/>
              <a:t> 비교 </a:t>
            </a:r>
            <a:r>
              <a:rPr lang="en-US" altLang="ko-KR" sz="1400" dirty="0"/>
              <a:t>(true)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결과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("result1=" + result1); // </a:t>
            </a:r>
            <a:r>
              <a:rPr lang="ko-KR" altLang="en-US" sz="1400" dirty="0"/>
              <a:t>출력</a:t>
            </a:r>
            <a:r>
              <a:rPr lang="en-US" altLang="ko-KR" sz="1400" dirty="0"/>
              <a:t>: result1=true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("result2=" + result2); // </a:t>
            </a:r>
            <a:r>
              <a:rPr lang="ko-KR" altLang="en-US" sz="1400" dirty="0"/>
              <a:t>출력</a:t>
            </a:r>
            <a:r>
              <a:rPr lang="en-US" altLang="ko-KR" sz="1400" dirty="0"/>
              <a:t>: result2=false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("result3=" + result3); // </a:t>
            </a:r>
            <a:r>
              <a:rPr lang="ko-KR" altLang="en-US" sz="1400" dirty="0"/>
              <a:t>출력</a:t>
            </a:r>
            <a:r>
              <a:rPr lang="en-US" altLang="ko-KR" sz="1400" dirty="0"/>
              <a:t>: result3=true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두 문자 변수 </a:t>
            </a:r>
            <a:r>
              <a:rPr lang="en-US" altLang="ko-KR" sz="1400" dirty="0"/>
              <a:t>char1</a:t>
            </a:r>
            <a:r>
              <a:rPr lang="ko-KR" altLang="en-US" sz="1400" dirty="0"/>
              <a:t>과 </a:t>
            </a:r>
            <a:r>
              <a:rPr lang="en-US" altLang="ko-KR" sz="1400" dirty="0"/>
              <a:t>char2</a:t>
            </a:r>
            <a:r>
              <a:rPr lang="ko-KR" altLang="en-US" sz="1400" dirty="0"/>
              <a:t>를 선언하고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char char1 = 'A'; // </a:t>
            </a:r>
            <a:r>
              <a:rPr lang="ko-KR" altLang="en-US" sz="1400" dirty="0"/>
              <a:t>유니코드 값 </a:t>
            </a:r>
            <a:r>
              <a:rPr lang="en-US" altLang="ko-KR" sz="1400" dirty="0"/>
              <a:t>65</a:t>
            </a:r>
          </a:p>
          <a:p>
            <a:pPr marL="0" indent="0">
              <a:buNone/>
            </a:pPr>
            <a:r>
              <a:rPr lang="en-US" altLang="ko-KR" sz="1400" dirty="0"/>
              <a:t>        char char2 = 'B'; // </a:t>
            </a:r>
            <a:r>
              <a:rPr lang="ko-KR" altLang="en-US" sz="1400" dirty="0"/>
              <a:t>유니코드 값 </a:t>
            </a:r>
            <a:r>
              <a:rPr lang="en-US" altLang="ko-KR" sz="1400" dirty="0"/>
              <a:t>66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비교 연산자를 사용하여 </a:t>
            </a:r>
            <a:r>
              <a:rPr lang="en-US" altLang="ko-KR" sz="1400" dirty="0"/>
              <a:t>char1</a:t>
            </a:r>
            <a:r>
              <a:rPr lang="ko-KR" altLang="en-US" sz="1400" dirty="0"/>
              <a:t>과 </a:t>
            </a:r>
            <a:r>
              <a:rPr lang="en-US" altLang="ko-KR" sz="1400" dirty="0"/>
              <a:t>char2</a:t>
            </a:r>
            <a:r>
              <a:rPr lang="ko-KR" altLang="en-US" sz="1400" dirty="0"/>
              <a:t>를 비교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result4 = (char1 &lt; char2); // char1</a:t>
            </a:r>
            <a:r>
              <a:rPr lang="ko-KR" altLang="en-US" sz="1400" dirty="0"/>
              <a:t>이 </a:t>
            </a:r>
            <a:r>
              <a:rPr lang="en-US" altLang="ko-KR" sz="1400" dirty="0"/>
              <a:t>char2</a:t>
            </a:r>
            <a:r>
              <a:rPr lang="ko-KR" altLang="en-US" sz="1400" dirty="0"/>
              <a:t>보다 </a:t>
            </a:r>
            <a:r>
              <a:rPr lang="ko-KR" altLang="en-US" sz="1400" dirty="0" err="1"/>
              <a:t>작은지</a:t>
            </a:r>
            <a:r>
              <a:rPr lang="ko-KR" altLang="en-US" sz="1400" dirty="0"/>
              <a:t> 비교 </a:t>
            </a:r>
            <a:r>
              <a:rPr lang="en-US" altLang="ko-KR" sz="1400" dirty="0"/>
              <a:t>(true)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결과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("result4=" + result4); // </a:t>
            </a:r>
            <a:r>
              <a:rPr lang="ko-KR" altLang="en-US" sz="1400" dirty="0"/>
              <a:t>출력</a:t>
            </a:r>
            <a:r>
              <a:rPr lang="en-US" altLang="ko-KR" sz="1400" dirty="0"/>
              <a:t>: result4=true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B478423-B236-AAC3-97F8-8280FE058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229" y="2302316"/>
            <a:ext cx="1818332" cy="140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300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04159-42ED-E8D7-1C1A-5EE17809B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6B8C6D-F9C4-A82F-6E84-46F5ABBAA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public class CompareOperatorExample2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정수형 변수 </a:t>
            </a:r>
            <a:r>
              <a:rPr lang="en-US" altLang="ko-KR" sz="1400" dirty="0"/>
              <a:t>v2</a:t>
            </a:r>
            <a:r>
              <a:rPr lang="ko-KR" altLang="en-US" sz="1400" dirty="0"/>
              <a:t>를 </a:t>
            </a:r>
            <a:r>
              <a:rPr lang="en-US" altLang="ko-KR" sz="1400" dirty="0"/>
              <a:t>1</a:t>
            </a:r>
            <a:r>
              <a:rPr lang="ko-KR" altLang="en-US" sz="1400" dirty="0"/>
              <a:t>로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v2 = 1;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실수형 변수 </a:t>
            </a:r>
            <a:r>
              <a:rPr lang="en-US" altLang="ko-KR" sz="1400" dirty="0"/>
              <a:t>v3</a:t>
            </a:r>
            <a:r>
              <a:rPr lang="ko-KR" altLang="en-US" sz="1400" dirty="0"/>
              <a:t>를 </a:t>
            </a:r>
            <a:r>
              <a:rPr lang="en-US" altLang="ko-KR" sz="1400" dirty="0"/>
              <a:t>1.0</a:t>
            </a:r>
            <a:r>
              <a:rPr lang="ko-KR" altLang="en-US" sz="1400" dirty="0"/>
              <a:t>으로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double v3 = 1.0;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정수 </a:t>
            </a:r>
            <a:r>
              <a:rPr lang="en-US" altLang="ko-KR" sz="1400" dirty="0"/>
              <a:t>v2</a:t>
            </a:r>
            <a:r>
              <a:rPr lang="ko-KR" altLang="en-US" sz="1400" dirty="0"/>
              <a:t>와 실수 </a:t>
            </a:r>
            <a:r>
              <a:rPr lang="en-US" altLang="ko-KR" sz="1400" dirty="0"/>
              <a:t>v3</a:t>
            </a:r>
            <a:r>
              <a:rPr lang="ko-KR" altLang="en-US" sz="1400" dirty="0"/>
              <a:t>를 비교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정수 </a:t>
            </a:r>
            <a:r>
              <a:rPr lang="en-US" altLang="ko-KR" sz="1400" dirty="0"/>
              <a:t>v2</a:t>
            </a:r>
            <a:r>
              <a:rPr lang="ko-KR" altLang="en-US" sz="1400" dirty="0"/>
              <a:t>는 실수로 변환된 후 비교되므로 값이 같아 </a:t>
            </a:r>
            <a:r>
              <a:rPr lang="en-US" altLang="ko-KR" sz="1400" dirty="0"/>
              <a:t>true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(v2 == v3); // </a:t>
            </a:r>
            <a:r>
              <a:rPr lang="ko-KR" altLang="en-US" sz="1400" dirty="0"/>
              <a:t>출력</a:t>
            </a:r>
            <a:r>
              <a:rPr lang="en-US" altLang="ko-KR" sz="1400" dirty="0"/>
              <a:t>: true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실수형 변수 </a:t>
            </a:r>
            <a:r>
              <a:rPr lang="en-US" altLang="ko-KR" sz="1400" dirty="0"/>
              <a:t>v4</a:t>
            </a:r>
            <a:r>
              <a:rPr lang="ko-KR" altLang="en-US" sz="1400" dirty="0"/>
              <a:t>와 </a:t>
            </a:r>
            <a:r>
              <a:rPr lang="en-US" altLang="ko-KR" sz="1400" dirty="0"/>
              <a:t>v5</a:t>
            </a:r>
            <a:r>
              <a:rPr lang="ko-KR" altLang="en-US" sz="1400" dirty="0"/>
              <a:t>를 각각 </a:t>
            </a:r>
            <a:r>
              <a:rPr lang="en-US" altLang="ko-KR" sz="1400" dirty="0"/>
              <a:t>0.1(double), 0.1f(float)</a:t>
            </a:r>
            <a:r>
              <a:rPr lang="ko-KR" altLang="en-US" sz="1400" dirty="0"/>
              <a:t>로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double v4 = 0.1;</a:t>
            </a:r>
          </a:p>
          <a:p>
            <a:pPr marL="0" indent="0">
              <a:buNone/>
            </a:pPr>
            <a:r>
              <a:rPr lang="en-US" altLang="ko-KR" sz="1400" dirty="0"/>
              <a:t>        float v5 = 0.1f;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v4</a:t>
            </a:r>
            <a:r>
              <a:rPr lang="ko-KR" altLang="en-US" sz="1400" dirty="0"/>
              <a:t>와 </a:t>
            </a:r>
            <a:r>
              <a:rPr lang="en-US" altLang="ko-KR" sz="1400" dirty="0"/>
              <a:t>v5</a:t>
            </a:r>
            <a:r>
              <a:rPr lang="ko-KR" altLang="en-US" sz="1400" dirty="0"/>
              <a:t>를 비교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float</a:t>
            </a:r>
            <a:r>
              <a:rPr lang="ko-KR" altLang="en-US" sz="1400" dirty="0"/>
              <a:t>과 </a:t>
            </a:r>
            <a:r>
              <a:rPr lang="en-US" altLang="ko-KR" sz="1400" dirty="0"/>
              <a:t>double</a:t>
            </a:r>
            <a:r>
              <a:rPr lang="ko-KR" altLang="en-US" sz="1400" dirty="0"/>
              <a:t>은 저장 방식의 차이로 인해 오차가 발생</a:t>
            </a:r>
            <a:r>
              <a:rPr lang="en-US" altLang="ko-KR" sz="1400" dirty="0"/>
              <a:t>, </a:t>
            </a:r>
            <a:r>
              <a:rPr lang="ko-KR" altLang="en-US" sz="1400" dirty="0"/>
              <a:t>값이 같지 않아 </a:t>
            </a:r>
            <a:r>
              <a:rPr lang="en-US" altLang="ko-KR" sz="1400" dirty="0"/>
              <a:t>false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(v4 == v5); // </a:t>
            </a:r>
            <a:r>
              <a:rPr lang="ko-KR" altLang="en-US" sz="1400" dirty="0"/>
              <a:t>출력</a:t>
            </a:r>
            <a:r>
              <a:rPr lang="en-US" altLang="ko-KR" sz="1400" dirty="0"/>
              <a:t>: false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v4</a:t>
            </a:r>
            <a:r>
              <a:rPr lang="ko-KR" altLang="en-US" sz="1400" dirty="0"/>
              <a:t>를 </a:t>
            </a:r>
            <a:r>
              <a:rPr lang="en-US" altLang="ko-KR" sz="1400" dirty="0"/>
              <a:t>float</a:t>
            </a:r>
            <a:r>
              <a:rPr lang="ko-KR" altLang="en-US" sz="1400" dirty="0"/>
              <a:t>로 변환한 후 </a:t>
            </a:r>
            <a:r>
              <a:rPr lang="en-US" altLang="ko-KR" sz="1400" dirty="0"/>
              <a:t>v5</a:t>
            </a:r>
            <a:r>
              <a:rPr lang="ko-KR" altLang="en-US" sz="1400" dirty="0"/>
              <a:t>와 비교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같은 </a:t>
            </a:r>
            <a:r>
              <a:rPr lang="en-US" altLang="ko-KR" sz="1400" dirty="0"/>
              <a:t>float </a:t>
            </a:r>
            <a:r>
              <a:rPr lang="ko-KR" altLang="en-US" sz="1400" dirty="0"/>
              <a:t>타입으로 변환되어 오차 없이 정확히 비교 가능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((float)v4 == v5); // </a:t>
            </a:r>
            <a:r>
              <a:rPr lang="ko-KR" altLang="en-US" sz="1400" dirty="0"/>
              <a:t>출력</a:t>
            </a:r>
            <a:r>
              <a:rPr lang="en-US" altLang="ko-KR" sz="1400" dirty="0"/>
              <a:t>: true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v4</a:t>
            </a:r>
            <a:r>
              <a:rPr lang="ko-KR" altLang="en-US" sz="1400" dirty="0"/>
              <a:t>와 </a:t>
            </a:r>
            <a:r>
              <a:rPr lang="en-US" altLang="ko-KR" sz="1400" dirty="0"/>
              <a:t>v5</a:t>
            </a:r>
            <a:r>
              <a:rPr lang="ko-KR" altLang="en-US" sz="1400" dirty="0"/>
              <a:t>를 각각 </a:t>
            </a:r>
            <a:r>
              <a:rPr lang="en-US" altLang="ko-KR" sz="1400" dirty="0"/>
              <a:t>10</a:t>
            </a:r>
            <a:r>
              <a:rPr lang="ko-KR" altLang="en-US" sz="1400" dirty="0" err="1"/>
              <a:t>배한</a:t>
            </a:r>
            <a:r>
              <a:rPr lang="ko-KR" altLang="en-US" sz="1400" dirty="0"/>
              <a:t> 뒤 정수형으로 변환하여 비교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실수를 정수로 변환하면 소수점 이하가 제거되므로 동일한 값이 비교됨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((int)(v4 * 10) == (int)(v5 * 10)); // </a:t>
            </a:r>
            <a:r>
              <a:rPr lang="ko-KR" altLang="en-US" sz="1400" dirty="0"/>
              <a:t>출력</a:t>
            </a:r>
            <a:r>
              <a:rPr lang="en-US" altLang="ko-KR" sz="1400" dirty="0"/>
              <a:t>: true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3B92C38-1605-5D60-2290-805701E33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2464" y="2306606"/>
            <a:ext cx="1637828" cy="180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676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F0D7D-113B-FCC0-7D0D-7FFCFC7D2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C14120-1D76-1FE1-1A60-9061171AF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논리 연산자</a:t>
            </a: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4C48C69-0CA2-1010-DFED-CE6239D90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201" y="568717"/>
            <a:ext cx="8901598" cy="5397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186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4ED44-2AA5-6F5D-15B3-2C300AE25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958719-5445-8047-2861-B12056055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096000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LogicalOperatorExample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문자 </a:t>
            </a:r>
            <a:r>
              <a:rPr lang="en-US" altLang="ko-KR" sz="1400" dirty="0"/>
              <a:t>'A'</a:t>
            </a:r>
            <a:r>
              <a:rPr lang="ko-KR" altLang="en-US" sz="1400" dirty="0"/>
              <a:t>의 유니코드 값을 </a:t>
            </a:r>
            <a:r>
              <a:rPr lang="en-US" altLang="ko-KR" sz="1400" dirty="0"/>
              <a:t>int</a:t>
            </a:r>
            <a:r>
              <a:rPr lang="ko-KR" altLang="en-US" sz="1400" dirty="0"/>
              <a:t>형 변수 </a:t>
            </a:r>
            <a:r>
              <a:rPr lang="en-US" altLang="ko-KR" sz="1400" dirty="0" err="1"/>
              <a:t>charCode</a:t>
            </a:r>
            <a:r>
              <a:rPr lang="ko-KR" altLang="en-US" sz="1400" dirty="0"/>
              <a:t>에 저장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</a:t>
            </a:r>
            <a:r>
              <a:rPr lang="en-US" altLang="ko-KR" sz="1400" dirty="0" err="1"/>
              <a:t>charCode</a:t>
            </a:r>
            <a:r>
              <a:rPr lang="en-US" altLang="ko-KR" sz="1400" dirty="0"/>
              <a:t> = 'A';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논리 연산자 </a:t>
            </a:r>
            <a:r>
              <a:rPr lang="en-US" altLang="ko-KR" sz="1400" dirty="0"/>
              <a:t>'&amp;': </a:t>
            </a:r>
            <a:r>
              <a:rPr lang="ko-KR" altLang="en-US" sz="1400" dirty="0"/>
              <a:t>양쪽 조건이 모두 </a:t>
            </a:r>
            <a:r>
              <a:rPr lang="en-US" altLang="ko-KR" sz="1400" dirty="0"/>
              <a:t>true</a:t>
            </a:r>
            <a:r>
              <a:rPr lang="ko-KR" altLang="en-US" sz="1400" dirty="0"/>
              <a:t>일 때만 </a:t>
            </a:r>
            <a:r>
              <a:rPr lang="en-US" altLang="ko-KR" sz="1400" dirty="0"/>
              <a:t>true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en-US" altLang="ko-KR" sz="1400" dirty="0" err="1"/>
              <a:t>charCode</a:t>
            </a:r>
            <a:r>
              <a:rPr lang="ko-KR" altLang="en-US" sz="1400" dirty="0"/>
              <a:t>가 </a:t>
            </a:r>
            <a:r>
              <a:rPr lang="en-US" altLang="ko-KR" sz="1400" dirty="0"/>
              <a:t>65 </a:t>
            </a:r>
            <a:r>
              <a:rPr lang="ko-KR" altLang="en-US" sz="1400" dirty="0"/>
              <a:t>이상이고 </a:t>
            </a:r>
            <a:r>
              <a:rPr lang="en-US" altLang="ko-KR" sz="1400" dirty="0"/>
              <a:t>90 </a:t>
            </a:r>
            <a:r>
              <a:rPr lang="ko-KR" altLang="en-US" sz="1400" dirty="0"/>
              <a:t>이하인 경우 실행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if ((</a:t>
            </a:r>
            <a:r>
              <a:rPr lang="en-US" altLang="ko-KR" sz="1400" dirty="0" err="1"/>
              <a:t>charCode</a:t>
            </a:r>
            <a:r>
              <a:rPr lang="en-US" altLang="ko-KR" sz="1400" dirty="0"/>
              <a:t> &gt;= 65) &amp; (</a:t>
            </a:r>
            <a:r>
              <a:rPr lang="en-US" altLang="ko-KR" sz="1400" dirty="0" err="1"/>
              <a:t>charCode</a:t>
            </a:r>
            <a:r>
              <a:rPr lang="en-US" altLang="ko-KR" sz="1400" dirty="0"/>
              <a:t> &lt;= 90))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대문자 이군요</a:t>
            </a:r>
            <a:r>
              <a:rPr lang="en-US" altLang="ko-KR" sz="1400" dirty="0"/>
              <a:t>"); // </a:t>
            </a:r>
            <a:r>
              <a:rPr lang="ko-KR" altLang="en-US" sz="1400" dirty="0"/>
              <a:t>출력</a:t>
            </a:r>
            <a:r>
              <a:rPr lang="en-US" altLang="ko-KR" sz="1400" dirty="0"/>
              <a:t>: </a:t>
            </a:r>
            <a:r>
              <a:rPr lang="ko-KR" altLang="en-US" sz="1400" dirty="0"/>
              <a:t>대문자 이군요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논리 연산자 </a:t>
            </a:r>
            <a:r>
              <a:rPr lang="en-US" altLang="ko-KR" sz="1400" dirty="0"/>
              <a:t>'&amp;&amp;': </a:t>
            </a:r>
            <a:r>
              <a:rPr lang="ko-KR" altLang="en-US" sz="1400" dirty="0"/>
              <a:t>첫 번째 조건이 </a:t>
            </a:r>
            <a:r>
              <a:rPr lang="en-US" altLang="ko-KR" sz="1400" dirty="0"/>
              <a:t>false</a:t>
            </a:r>
            <a:r>
              <a:rPr lang="ko-KR" altLang="en-US" sz="1400" dirty="0"/>
              <a:t>면 두 번째 조건은 평가하지 않음 </a:t>
            </a:r>
            <a:r>
              <a:rPr lang="en-US" altLang="ko-KR" sz="1400" dirty="0"/>
              <a:t>(</a:t>
            </a:r>
            <a:r>
              <a:rPr lang="ko-KR" altLang="en-US" sz="1400" dirty="0"/>
              <a:t>단축 연산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en-US" altLang="ko-KR" sz="1400" dirty="0" err="1"/>
              <a:t>charCode</a:t>
            </a:r>
            <a:r>
              <a:rPr lang="ko-KR" altLang="en-US" sz="1400" dirty="0"/>
              <a:t>가 </a:t>
            </a:r>
            <a:r>
              <a:rPr lang="en-US" altLang="ko-KR" sz="1400" dirty="0"/>
              <a:t>97 </a:t>
            </a:r>
            <a:r>
              <a:rPr lang="ko-KR" altLang="en-US" sz="1400" dirty="0"/>
              <a:t>이상이고 </a:t>
            </a:r>
            <a:r>
              <a:rPr lang="en-US" altLang="ko-KR" sz="1400" dirty="0"/>
              <a:t>122 </a:t>
            </a:r>
            <a:r>
              <a:rPr lang="ko-KR" altLang="en-US" sz="1400" dirty="0"/>
              <a:t>이하인 경우 실행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if ((</a:t>
            </a:r>
            <a:r>
              <a:rPr lang="en-US" altLang="ko-KR" sz="1400" dirty="0" err="1"/>
              <a:t>charCode</a:t>
            </a:r>
            <a:r>
              <a:rPr lang="en-US" altLang="ko-KR" sz="1400" dirty="0"/>
              <a:t> &gt;= 97) &amp;&amp; (</a:t>
            </a:r>
            <a:r>
              <a:rPr lang="en-US" altLang="ko-KR" sz="1400" dirty="0" err="1"/>
              <a:t>charCode</a:t>
            </a:r>
            <a:r>
              <a:rPr lang="en-US" altLang="ko-KR" sz="1400" dirty="0"/>
              <a:t> &lt;= 122))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소문자 이군요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논리 부정 연산자 </a:t>
            </a:r>
            <a:r>
              <a:rPr lang="en-US" altLang="ko-KR" sz="1400" dirty="0"/>
              <a:t>'!', </a:t>
            </a:r>
            <a:r>
              <a:rPr lang="ko-KR" altLang="en-US" sz="1400" dirty="0"/>
              <a:t>범위를 벗어나지 않는 숫자 확인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!(</a:t>
            </a:r>
            <a:r>
              <a:rPr lang="en-US" altLang="ko-KR" sz="1400" dirty="0" err="1"/>
              <a:t>charCode</a:t>
            </a:r>
            <a:r>
              <a:rPr lang="en-US" altLang="ko-KR" sz="1400" dirty="0"/>
              <a:t> &lt; 48): </a:t>
            </a:r>
            <a:r>
              <a:rPr lang="en-US" altLang="ko-KR" sz="1400" dirty="0" err="1"/>
              <a:t>charCode</a:t>
            </a:r>
            <a:r>
              <a:rPr lang="ko-KR" altLang="en-US" sz="1400" dirty="0"/>
              <a:t>가 </a:t>
            </a:r>
            <a:r>
              <a:rPr lang="en-US" altLang="ko-KR" sz="1400" dirty="0"/>
              <a:t>48 </a:t>
            </a:r>
            <a:r>
              <a:rPr lang="ko-KR" altLang="en-US" sz="1400" dirty="0"/>
              <a:t>이상인 경우 </a:t>
            </a:r>
            <a:r>
              <a:rPr lang="en-US" altLang="ko-KR" sz="1400" dirty="0"/>
              <a:t>true</a:t>
            </a:r>
          </a:p>
          <a:p>
            <a:pPr marL="0" indent="0">
              <a:buNone/>
            </a:pPr>
            <a:r>
              <a:rPr lang="en-US" altLang="ko-KR" sz="1400" dirty="0"/>
              <a:t>        // !(</a:t>
            </a:r>
            <a:r>
              <a:rPr lang="en-US" altLang="ko-KR" sz="1400" dirty="0" err="1"/>
              <a:t>charCode</a:t>
            </a:r>
            <a:r>
              <a:rPr lang="en-US" altLang="ko-KR" sz="1400" dirty="0"/>
              <a:t> &gt; 57): </a:t>
            </a:r>
            <a:r>
              <a:rPr lang="en-US" altLang="ko-KR" sz="1400" dirty="0" err="1"/>
              <a:t>charCode</a:t>
            </a:r>
            <a:r>
              <a:rPr lang="ko-KR" altLang="en-US" sz="1400" dirty="0"/>
              <a:t>가 </a:t>
            </a:r>
            <a:r>
              <a:rPr lang="en-US" altLang="ko-KR" sz="1400" dirty="0"/>
              <a:t>57 </a:t>
            </a:r>
            <a:r>
              <a:rPr lang="ko-KR" altLang="en-US" sz="1400" dirty="0"/>
              <a:t>이하인 경우 </a:t>
            </a:r>
            <a:r>
              <a:rPr lang="en-US" altLang="ko-KR" sz="1400" dirty="0"/>
              <a:t>true</a:t>
            </a:r>
          </a:p>
          <a:p>
            <a:pPr marL="0" indent="0">
              <a:buNone/>
            </a:pPr>
            <a:r>
              <a:rPr lang="en-US" altLang="ko-KR" sz="1400" dirty="0"/>
              <a:t>        if (!(</a:t>
            </a:r>
            <a:r>
              <a:rPr lang="en-US" altLang="ko-KR" sz="1400" dirty="0" err="1"/>
              <a:t>charCode</a:t>
            </a:r>
            <a:r>
              <a:rPr lang="en-US" altLang="ko-KR" sz="1400" dirty="0"/>
              <a:t> &lt; 48) &amp;&amp; !(</a:t>
            </a:r>
            <a:r>
              <a:rPr lang="en-US" altLang="ko-KR" sz="1400" dirty="0" err="1"/>
              <a:t>charCode</a:t>
            </a:r>
            <a:r>
              <a:rPr lang="en-US" altLang="ko-KR" sz="1400" dirty="0"/>
              <a:t> &gt; 57))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("0~9 </a:t>
            </a:r>
            <a:r>
              <a:rPr lang="ko-KR" altLang="en-US" sz="1400" dirty="0"/>
              <a:t>숫자 이군요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5993D840-10F0-77B0-B6EC-2AAC18D48C67}"/>
              </a:ext>
            </a:extLst>
          </p:cNvPr>
          <p:cNvSpPr txBox="1">
            <a:spLocks/>
          </p:cNvSpPr>
          <p:nvPr/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400" dirty="0"/>
              <a:t> </a:t>
            </a:r>
            <a:r>
              <a:rPr lang="en-US" altLang="ko-KR" sz="1400" dirty="0"/>
              <a:t>// </a:t>
            </a:r>
            <a:r>
              <a:rPr lang="ko-KR" altLang="en-US" sz="1400" dirty="0"/>
              <a:t>정수 </a:t>
            </a:r>
            <a:r>
              <a:rPr lang="en-US" altLang="ko-KR" sz="1400" dirty="0"/>
              <a:t>value</a:t>
            </a:r>
            <a:r>
              <a:rPr lang="ko-KR" altLang="en-US" sz="1400" dirty="0"/>
              <a:t>를 </a:t>
            </a:r>
            <a:r>
              <a:rPr lang="en-US" altLang="ko-KR" sz="1400" dirty="0"/>
              <a:t>6</a:t>
            </a:r>
            <a:r>
              <a:rPr lang="ko-KR" altLang="en-US" sz="1400" dirty="0"/>
              <a:t>으로 초기화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value = 6;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논리 연산자 </a:t>
            </a:r>
            <a:r>
              <a:rPr lang="en-US" altLang="ko-KR" sz="1400" dirty="0"/>
              <a:t>'|': </a:t>
            </a:r>
            <a:r>
              <a:rPr lang="ko-KR" altLang="en-US" sz="1400" dirty="0"/>
              <a:t>양쪽 조건을 모두 평가 </a:t>
            </a:r>
            <a:r>
              <a:rPr lang="en-US" altLang="ko-KR" sz="1400" dirty="0"/>
              <a:t>(</a:t>
            </a:r>
            <a:r>
              <a:rPr lang="ko-KR" altLang="en-US" sz="1400" dirty="0"/>
              <a:t>둘 중 하나라도 </a:t>
            </a:r>
            <a:r>
              <a:rPr lang="en-US" altLang="ko-KR" sz="1400" dirty="0"/>
              <a:t>true</a:t>
            </a:r>
            <a:r>
              <a:rPr lang="ko-KR" altLang="en-US" sz="1400" dirty="0"/>
              <a:t>면 </a:t>
            </a:r>
            <a:r>
              <a:rPr lang="en-US" altLang="ko-KR" sz="1400" dirty="0"/>
              <a:t>true)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// value</a:t>
            </a:r>
            <a:r>
              <a:rPr lang="ko-KR" altLang="en-US" sz="1400" dirty="0"/>
              <a:t>가 </a:t>
            </a:r>
            <a:r>
              <a:rPr lang="en-US" altLang="ko-KR" sz="1400" dirty="0"/>
              <a:t>2</a:t>
            </a:r>
            <a:r>
              <a:rPr lang="ko-KR" altLang="en-US" sz="1400" dirty="0"/>
              <a:t>의 배수이거나 </a:t>
            </a:r>
            <a:r>
              <a:rPr lang="en-US" altLang="ko-KR" sz="1400" dirty="0"/>
              <a:t>3</a:t>
            </a:r>
            <a:r>
              <a:rPr lang="ko-KR" altLang="en-US" sz="1400" dirty="0"/>
              <a:t>의 배수인 경우 실행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if ((value % 2 == 0) | (value % 3 == 0))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("2 </a:t>
            </a:r>
            <a:r>
              <a:rPr lang="ko-KR" altLang="en-US" sz="1400" dirty="0"/>
              <a:t>또는 </a:t>
            </a:r>
            <a:r>
              <a:rPr lang="en-US" altLang="ko-KR" sz="1400" dirty="0"/>
              <a:t>3</a:t>
            </a:r>
            <a:r>
              <a:rPr lang="ko-KR" altLang="en-US" sz="1400" dirty="0"/>
              <a:t>의 배수 이군요</a:t>
            </a:r>
            <a:r>
              <a:rPr lang="en-US" altLang="ko-KR" sz="1400" dirty="0"/>
              <a:t>"); // </a:t>
            </a:r>
            <a:r>
              <a:rPr lang="ko-KR" altLang="en-US" sz="1400" dirty="0"/>
              <a:t>출력</a:t>
            </a:r>
            <a:r>
              <a:rPr lang="en-US" altLang="ko-KR" sz="1400" dirty="0"/>
              <a:t>: 2 </a:t>
            </a:r>
            <a:r>
              <a:rPr lang="ko-KR" altLang="en-US" sz="1400" dirty="0"/>
              <a:t>또는 </a:t>
            </a:r>
            <a:r>
              <a:rPr lang="en-US" altLang="ko-KR" sz="1400" dirty="0"/>
              <a:t>3</a:t>
            </a:r>
            <a:r>
              <a:rPr lang="ko-KR" altLang="en-US" sz="1400" dirty="0"/>
              <a:t>의 배수 이군요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논리 연산자 </a:t>
            </a:r>
            <a:r>
              <a:rPr lang="en-US" altLang="ko-KR" sz="1400" dirty="0"/>
              <a:t>'||': </a:t>
            </a:r>
            <a:r>
              <a:rPr lang="ko-KR" altLang="en-US" sz="1400" dirty="0"/>
              <a:t>첫 번째 조건이 </a:t>
            </a:r>
            <a:r>
              <a:rPr lang="en-US" altLang="ko-KR" sz="1400" dirty="0"/>
              <a:t>true</a:t>
            </a:r>
            <a:r>
              <a:rPr lang="ko-KR" altLang="en-US" sz="1400" dirty="0"/>
              <a:t>면 두 번째 조건은 평가하지 않음 </a:t>
            </a:r>
            <a:r>
              <a:rPr lang="en-US" altLang="ko-KR" sz="1400" dirty="0"/>
              <a:t>(</a:t>
            </a:r>
            <a:r>
              <a:rPr lang="ko-KR" altLang="en-US" sz="1400" dirty="0"/>
              <a:t>단축 연산</a:t>
            </a:r>
            <a:r>
              <a:rPr lang="en-US" altLang="ko-KR" sz="1400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// value</a:t>
            </a:r>
            <a:r>
              <a:rPr lang="ko-KR" altLang="en-US" sz="1400" dirty="0"/>
              <a:t>가 </a:t>
            </a:r>
            <a:r>
              <a:rPr lang="en-US" altLang="ko-KR" sz="1400" dirty="0"/>
              <a:t>2</a:t>
            </a:r>
            <a:r>
              <a:rPr lang="ko-KR" altLang="en-US" sz="1400" dirty="0"/>
              <a:t>의 배수이거나 </a:t>
            </a:r>
            <a:r>
              <a:rPr lang="en-US" altLang="ko-KR" sz="1400" dirty="0"/>
              <a:t>3</a:t>
            </a:r>
            <a:r>
              <a:rPr lang="ko-KR" altLang="en-US" sz="1400" dirty="0"/>
              <a:t>의 배수인 경우 실행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if ((value % 2 == 0) || (value % 3 == 0))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("2 </a:t>
            </a:r>
            <a:r>
              <a:rPr lang="ko-KR" altLang="en-US" sz="1400" dirty="0"/>
              <a:t>또는 </a:t>
            </a:r>
            <a:r>
              <a:rPr lang="en-US" altLang="ko-KR" sz="1400" dirty="0"/>
              <a:t>3</a:t>
            </a:r>
            <a:r>
              <a:rPr lang="ko-KR" altLang="en-US" sz="1400" dirty="0"/>
              <a:t>의 배수 이군요</a:t>
            </a:r>
            <a:r>
              <a:rPr lang="en-US" altLang="ko-KR" sz="1400" dirty="0"/>
              <a:t>"); // </a:t>
            </a:r>
            <a:r>
              <a:rPr lang="ko-KR" altLang="en-US" sz="1400" dirty="0"/>
              <a:t>출력</a:t>
            </a:r>
            <a:r>
              <a:rPr lang="en-US" altLang="ko-KR" sz="1400" dirty="0"/>
              <a:t>: 2 </a:t>
            </a:r>
            <a:r>
              <a:rPr lang="ko-KR" altLang="en-US" sz="1400" dirty="0"/>
              <a:t>또는 </a:t>
            </a:r>
            <a:r>
              <a:rPr lang="en-US" altLang="ko-KR" sz="1400" dirty="0"/>
              <a:t>3</a:t>
            </a:r>
            <a:r>
              <a:rPr lang="ko-KR" altLang="en-US" sz="1400" dirty="0"/>
              <a:t>의 배수 이군요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4511051-3366-C625-6058-D3E61FF9A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3884" y="5356161"/>
            <a:ext cx="2318535" cy="109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082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2614F-B912-A257-AB00-F4870D37F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721935-61AD-00C3-F1F1-E0FE42F6D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대입연산자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대입 연산자는 오른쪽 피연산자의 값을 왼쪽 피연산자인 변수에 저장한다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대입연산자 오른쪽에는 </a:t>
            </a:r>
            <a:r>
              <a:rPr lang="ko-KR" altLang="en-US" sz="1400" dirty="0" err="1"/>
              <a:t>리터럴</a:t>
            </a:r>
            <a:r>
              <a:rPr lang="ko-KR" altLang="en-US" sz="1400" dirty="0"/>
              <a:t> 변수</a:t>
            </a:r>
            <a:r>
              <a:rPr lang="en-US" altLang="ko-KR" sz="1400" dirty="0"/>
              <a:t>, </a:t>
            </a:r>
            <a:r>
              <a:rPr lang="ko-KR" altLang="en-US" sz="1400" dirty="0"/>
              <a:t>다른 연산식이 올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단순히 오른쪽 피연산자의 값을 변수에 저장하는 단순 대입 연산자가 있고</a:t>
            </a:r>
            <a:r>
              <a:rPr lang="en-US" altLang="ko-KR" sz="1400" dirty="0"/>
              <a:t>,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정해진 연산을 수행한 후 결과를 변수에 저장하는 복합 대입 연산자도 있다</a:t>
            </a:r>
            <a:r>
              <a:rPr lang="en-US" altLang="ko-KR" sz="1400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DC03960-4E94-0E1A-3DC9-A23C9C7A1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603" y="2913282"/>
            <a:ext cx="8170021" cy="3677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7410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21F51-5EFE-5937-2C64-37128A2AE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35B212-ADC9-50A6-9BFC-16F325E6A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AssignmentOperatorExample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int result = 0;          // </a:t>
            </a:r>
            <a:r>
              <a:rPr lang="ko-KR" altLang="en-US" sz="1400" dirty="0"/>
              <a:t>정수형 변수 </a:t>
            </a:r>
            <a:r>
              <a:rPr lang="en-US" altLang="ko-KR" sz="1400" dirty="0"/>
              <a:t>result</a:t>
            </a:r>
            <a:r>
              <a:rPr lang="ko-KR" altLang="en-US" sz="1400" dirty="0"/>
              <a:t>를 </a:t>
            </a:r>
            <a:r>
              <a:rPr lang="en-US" altLang="ko-KR" sz="1400" dirty="0"/>
              <a:t>0</a:t>
            </a:r>
            <a:r>
              <a:rPr lang="ko-KR" altLang="en-US" sz="1400" dirty="0"/>
              <a:t>으로 초기화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result += 10;            // result = result + 10 (0 + 10 → 10)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("result=" + result); // </a:t>
            </a:r>
            <a:r>
              <a:rPr lang="ko-KR" altLang="en-US" sz="1400" dirty="0"/>
              <a:t>출력</a:t>
            </a:r>
            <a:r>
              <a:rPr lang="en-US" altLang="ko-KR" sz="1400" dirty="0"/>
              <a:t>: result=10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result -= 5;             // result = result - 5 (10 - 5 → 5)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("result=" + result); // </a:t>
            </a:r>
            <a:r>
              <a:rPr lang="ko-KR" altLang="en-US" sz="1400" dirty="0"/>
              <a:t>출력</a:t>
            </a:r>
            <a:r>
              <a:rPr lang="en-US" altLang="ko-KR" sz="1400" dirty="0"/>
              <a:t>: result=5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result *= 3;             // result = result * 3 (5 * 3 → 15)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("result=" + result); // </a:t>
            </a:r>
            <a:r>
              <a:rPr lang="ko-KR" altLang="en-US" sz="1400" dirty="0"/>
              <a:t>출력</a:t>
            </a:r>
            <a:r>
              <a:rPr lang="en-US" altLang="ko-KR" sz="1400" dirty="0"/>
              <a:t>: result=15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result /= 5;             // result = result / 5 (15 / 5 → 3)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("result=" + result); // </a:t>
            </a:r>
            <a:r>
              <a:rPr lang="ko-KR" altLang="en-US" sz="1400" dirty="0"/>
              <a:t>출력</a:t>
            </a:r>
            <a:r>
              <a:rPr lang="en-US" altLang="ko-KR" sz="1400" dirty="0"/>
              <a:t>: result=3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result %= 3;             // result = result % 3 (3 % 3 → 0)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("result=" + result); // </a:t>
            </a:r>
            <a:r>
              <a:rPr lang="ko-KR" altLang="en-US" sz="1400" dirty="0"/>
              <a:t>출력</a:t>
            </a:r>
            <a:r>
              <a:rPr lang="en-US" altLang="ko-KR" sz="1400" dirty="0"/>
              <a:t>: result=0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9D5FE8F-1AC4-5B1D-8BF5-8C0514650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8197" y="2048394"/>
            <a:ext cx="2284005" cy="232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625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7D4B3-6A30-607E-365A-6CEE42751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31D8EB-FB1F-534C-7A61-9489CA94D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sz="1400" b="1" dirty="0" err="1"/>
              <a:t>삼항</a:t>
            </a:r>
            <a:r>
              <a:rPr lang="ko-KR" altLang="en-US" sz="1400" b="1" dirty="0"/>
              <a:t> 연산자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 err="1"/>
              <a:t>삼항</a:t>
            </a:r>
            <a:r>
              <a:rPr lang="ko-KR" altLang="en-US" sz="1400" dirty="0"/>
              <a:t> 연산자는 </a:t>
            </a:r>
            <a:r>
              <a:rPr lang="en-US" altLang="ko-KR" sz="1400" dirty="0"/>
              <a:t>3</a:t>
            </a:r>
            <a:r>
              <a:rPr lang="ko-KR" altLang="en-US" sz="1400" dirty="0"/>
              <a:t>개의 피연산자를 필요로 하는 연산자이다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 err="1"/>
              <a:t>삼항</a:t>
            </a:r>
            <a:r>
              <a:rPr lang="ko-KR" altLang="en-US" sz="1400" dirty="0"/>
              <a:t> 연산자는 </a:t>
            </a:r>
            <a:r>
              <a:rPr lang="en-US" altLang="ko-KR" sz="1400" dirty="0"/>
              <a:t>? </a:t>
            </a:r>
            <a:r>
              <a:rPr lang="ko-KR" altLang="en-US" sz="1400" dirty="0"/>
              <a:t>앞의 조건식에 따라 콜론</a:t>
            </a:r>
            <a:r>
              <a:rPr lang="en-US" altLang="ko-KR" sz="1400" dirty="0"/>
              <a:t>: </a:t>
            </a:r>
            <a:r>
              <a:rPr lang="ko-KR" altLang="en-US" sz="1400" dirty="0"/>
              <a:t>앞뒤의 피연산자가 선택된다고 해서 조건 </a:t>
            </a:r>
            <a:r>
              <a:rPr lang="ko-KR" altLang="en-US" sz="1400" dirty="0" err="1"/>
              <a:t>연산식이고도</a:t>
            </a:r>
            <a:r>
              <a:rPr lang="ko-KR" altLang="en-US" sz="1400" dirty="0"/>
              <a:t> 부른다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(</a:t>
            </a:r>
            <a:r>
              <a:rPr lang="ko-KR" altLang="en-US" sz="1400" dirty="0"/>
              <a:t>조건식</a:t>
            </a:r>
            <a:r>
              <a:rPr lang="en-US" altLang="ko-KR" sz="1400" dirty="0"/>
              <a:t>) ? ‘A’ : ‘B’;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 err="1"/>
              <a:t>삼항</a:t>
            </a:r>
            <a:r>
              <a:rPr lang="ko-KR" altLang="en-US" sz="1400" dirty="0"/>
              <a:t> 연산자는 추후 배울 </a:t>
            </a:r>
            <a:r>
              <a:rPr lang="en-US" altLang="ko-KR" sz="1400" dirty="0"/>
              <a:t>if</a:t>
            </a:r>
            <a:r>
              <a:rPr lang="ko-KR" altLang="en-US" sz="1400" dirty="0"/>
              <a:t>문으로 변경해서 작성할 수도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fr-FR" altLang="ko-KR" sz="1400" dirty="0"/>
              <a:t>int score = 95;</a:t>
            </a:r>
          </a:p>
          <a:p>
            <a:pPr marL="0" indent="0">
              <a:buNone/>
            </a:pPr>
            <a:r>
              <a:rPr lang="fr-FR" altLang="ko-KR" sz="1400" dirty="0"/>
              <a:t>char grade = (score &gt; 90) ? 'A' : ‘B’;</a:t>
            </a:r>
          </a:p>
          <a:p>
            <a:pPr marL="0" indent="0">
              <a:buNone/>
            </a:pPr>
            <a:endParaRPr lang="fr-FR" altLang="ko-KR" sz="1400" dirty="0"/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</a:t>
            </a:r>
          </a:p>
          <a:p>
            <a:pPr marL="0" indent="0">
              <a:buNone/>
            </a:pPr>
            <a:r>
              <a:rPr lang="en-US" altLang="ko-KR" sz="1400" dirty="0"/>
              <a:t>int score = 95;</a:t>
            </a:r>
          </a:p>
          <a:p>
            <a:pPr marL="0" indent="0">
              <a:buNone/>
            </a:pPr>
            <a:r>
              <a:rPr lang="en-US" altLang="ko-KR" sz="1400" dirty="0"/>
              <a:t>char grade;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if(score &gt; 90) {</a:t>
            </a:r>
          </a:p>
          <a:p>
            <a:pPr marL="0" indent="0">
              <a:buNone/>
            </a:pPr>
            <a:r>
              <a:rPr lang="en-US" altLang="ko-KR" sz="1400" dirty="0"/>
              <a:t>    grade = 'A';</a:t>
            </a:r>
          </a:p>
          <a:p>
            <a:pPr marL="0" indent="0">
              <a:buNone/>
            </a:pPr>
            <a:r>
              <a:rPr lang="en-US" altLang="ko-KR" sz="1400" dirty="0"/>
              <a:t>} else {</a:t>
            </a:r>
          </a:p>
          <a:p>
            <a:pPr marL="0" indent="0">
              <a:buNone/>
            </a:pPr>
            <a:r>
              <a:rPr lang="en-US" altLang="ko-KR" sz="1400" dirty="0"/>
              <a:t>    grade = 'B';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1A9F3F-9A7D-2829-4F24-9FFEFBBE8BB8}"/>
              </a:ext>
            </a:extLst>
          </p:cNvPr>
          <p:cNvSpPr txBox="1"/>
          <p:nvPr/>
        </p:nvSpPr>
        <p:spPr>
          <a:xfrm>
            <a:off x="5088046" y="5735370"/>
            <a:ext cx="7405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조건식을 연산하면 </a:t>
            </a:r>
            <a:r>
              <a:rPr lang="en-US" altLang="ko-KR" dirty="0"/>
              <a:t>true</a:t>
            </a:r>
            <a:r>
              <a:rPr lang="ko-KR" altLang="en-US" dirty="0"/>
              <a:t>가 나오므로 연산의 결과는 </a:t>
            </a:r>
            <a:r>
              <a:rPr lang="en-US" altLang="ko-KR" dirty="0"/>
              <a:t>‘A’</a:t>
            </a:r>
            <a:r>
              <a:rPr lang="ko-KR" altLang="en-US" dirty="0"/>
              <a:t>가 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20045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A4627-6528-64C0-A91B-82BBE3A88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7DC5F5-E16E-CDA2-3E4D-A915991BD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ConditionalOperationExample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int score = 85; // </a:t>
            </a:r>
            <a:r>
              <a:rPr lang="ko-KR" altLang="en-US" sz="1400" dirty="0"/>
              <a:t>정수형 변수 </a:t>
            </a:r>
            <a:r>
              <a:rPr lang="en-US" altLang="ko-KR" sz="1400" dirty="0"/>
              <a:t>score</a:t>
            </a:r>
            <a:r>
              <a:rPr lang="ko-KR" altLang="en-US" sz="1400" dirty="0"/>
              <a:t>를 </a:t>
            </a:r>
            <a:r>
              <a:rPr lang="en-US" altLang="ko-KR" sz="1400" dirty="0"/>
              <a:t>85</a:t>
            </a:r>
            <a:r>
              <a:rPr lang="ko-KR" altLang="en-US" sz="1400" dirty="0"/>
              <a:t>로 초기화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 err="1"/>
              <a:t>삼항</a:t>
            </a:r>
            <a:r>
              <a:rPr lang="ko-KR" altLang="en-US" sz="1400" dirty="0"/>
              <a:t> 연산자를 사용하여 조건에 따라 </a:t>
            </a:r>
            <a:r>
              <a:rPr lang="en-US" altLang="ko-KR" sz="1400" dirty="0"/>
              <a:t>grade </a:t>
            </a:r>
            <a:r>
              <a:rPr lang="ko-KR" altLang="en-US" sz="1400" dirty="0"/>
              <a:t>값을 결정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조건 </a:t>
            </a:r>
            <a:r>
              <a:rPr lang="en-US" altLang="ko-KR" sz="1400" dirty="0"/>
              <a:t>1: score &gt; 90</a:t>
            </a:r>
            <a:r>
              <a:rPr lang="ko-KR" altLang="en-US" sz="1400" dirty="0"/>
              <a:t>이면 </a:t>
            </a:r>
            <a:r>
              <a:rPr lang="en-US" altLang="ko-KR" sz="1400" dirty="0"/>
              <a:t>'A'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조건 </a:t>
            </a:r>
            <a:r>
              <a:rPr lang="en-US" altLang="ko-KR" sz="1400" dirty="0"/>
              <a:t>2: score &gt; 80</a:t>
            </a:r>
            <a:r>
              <a:rPr lang="ko-KR" altLang="en-US" sz="1400" dirty="0"/>
              <a:t>이면 </a:t>
            </a:r>
            <a:r>
              <a:rPr lang="en-US" altLang="ko-KR" sz="1400" dirty="0"/>
              <a:t>'B'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조건 </a:t>
            </a:r>
            <a:r>
              <a:rPr lang="en-US" altLang="ko-KR" sz="1400" dirty="0"/>
              <a:t>3: </a:t>
            </a:r>
            <a:r>
              <a:rPr lang="ko-KR" altLang="en-US" sz="1400" dirty="0"/>
              <a:t>위 두 조건을 만족하지 않으면 </a:t>
            </a:r>
            <a:r>
              <a:rPr lang="en-US" altLang="ko-KR" sz="1400" dirty="0"/>
              <a:t>'C'</a:t>
            </a:r>
          </a:p>
          <a:p>
            <a:pPr marL="0" indent="0">
              <a:buNone/>
            </a:pPr>
            <a:r>
              <a:rPr lang="en-US" altLang="ko-KR" sz="1400" dirty="0"/>
              <a:t>        char grade = (score &gt; 90) ? 'A' : ((score &gt; 80) ? 'B' : 'C');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출력</a:t>
            </a:r>
            <a:r>
              <a:rPr lang="en-US" altLang="ko-KR" sz="1400" dirty="0"/>
              <a:t>: </a:t>
            </a:r>
            <a:r>
              <a:rPr lang="ko-KR" altLang="en-US" sz="1400" dirty="0"/>
              <a:t>점수와 등급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(score + "</a:t>
            </a:r>
            <a:r>
              <a:rPr lang="ko-KR" altLang="en-US" sz="1400" dirty="0"/>
              <a:t>점은 </a:t>
            </a:r>
            <a:r>
              <a:rPr lang="en-US" altLang="ko-KR" sz="1400" dirty="0"/>
              <a:t>" + grade + "</a:t>
            </a:r>
            <a:r>
              <a:rPr lang="ko-KR" altLang="en-US" sz="1400" dirty="0"/>
              <a:t>등급입니다</a:t>
            </a:r>
            <a:r>
              <a:rPr lang="en-US" altLang="ko-KR" sz="1400" dirty="0"/>
              <a:t>."); // </a:t>
            </a:r>
            <a:r>
              <a:rPr lang="ko-KR" altLang="en-US" sz="1400" dirty="0"/>
              <a:t>출력</a:t>
            </a:r>
            <a:r>
              <a:rPr lang="en-US" altLang="ko-KR" sz="1400" dirty="0"/>
              <a:t>: 85</a:t>
            </a:r>
            <a:r>
              <a:rPr lang="ko-KR" altLang="en-US" sz="1400" dirty="0"/>
              <a:t>점은 </a:t>
            </a:r>
            <a:r>
              <a:rPr lang="en-US" altLang="ko-KR" sz="1400" dirty="0"/>
              <a:t>B</a:t>
            </a:r>
            <a:r>
              <a:rPr lang="ko-KR" altLang="en-US" sz="1400" dirty="0"/>
              <a:t>등급입니다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049CB3F-0885-A9B3-CFFE-F1B42963F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983" y="5189758"/>
            <a:ext cx="5194249" cy="106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468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3319</Words>
  <Application>Microsoft Office PowerPoint</Application>
  <PresentationFormat>와이드스크린</PresentationFormat>
  <Paragraphs>434</Paragraphs>
  <Slides>21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맑은 고딕</vt:lpstr>
      <vt:lpstr>Arial</vt:lpstr>
      <vt:lpstr>Wingdings</vt:lpstr>
      <vt:lpstr>Office 테마</vt:lpstr>
      <vt:lpstr>연산자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노찬희</dc:creator>
  <cp:lastModifiedBy>노찬희</cp:lastModifiedBy>
  <cp:revision>7</cp:revision>
  <dcterms:created xsi:type="dcterms:W3CDTF">2024-11-16T10:25:19Z</dcterms:created>
  <dcterms:modified xsi:type="dcterms:W3CDTF">2024-11-16T14:01:32Z</dcterms:modified>
</cp:coreProperties>
</file>